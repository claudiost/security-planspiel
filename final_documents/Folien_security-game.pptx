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emf" ContentType="image/x-emf"/>
  <Override PartName="/customXml/itemProps1.xml" ContentType="application/vnd.openxmlformats-officedocument.customXmlProperties+xml"/>
  <Override PartName="/ppt/slideLayouts/slideLayout8.xml" ContentType="application/vnd.openxmlformats-officedocument.presentationml.slideLayout+xml"/>
  <Override PartName="/customXml/itemProps2.xml" ContentType="application/vnd.openxmlformats-officedocument.customXmlProperties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customXml/itemProps3.xml" ContentType="application/vnd.openxmlformats-officedocument.customXmlProperties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37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4"/>
  </p:sldMasterIdLst>
  <p:notesMasterIdLst>
    <p:notesMasterId r:id="rId9"/>
  </p:notesMasterIdLst>
  <p:sldIdLst>
    <p:sldId id="256" r:id="rId7"/>
    <p:sldId id="257" r:id="rId8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50" d="100"/>
          <a:sy n="150" d="100"/>
        </p:scale>
        <p:origin x="1212" y="13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739461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60383219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9BAC601-79EC-4230-922D-8A80BCD7E733}" type="datetimeFigureOut">
              <a:rPr lang="en-CA"/>
              <a:t>2026-01-26</a:t>
            </a:fld>
            <a:endParaRPr lang="en-CA"/>
          </a:p>
        </p:txBody>
      </p:sp>
      <p:sp>
        <p:nvSpPr>
          <p:cNvPr id="547484675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CA"/>
          </a:p>
        </p:txBody>
      </p:sp>
      <p:sp>
        <p:nvSpPr>
          <p:cNvPr id="921906717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CA"/>
          </a:p>
        </p:txBody>
      </p:sp>
      <p:sp>
        <p:nvSpPr>
          <p:cNvPr id="2042506624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1471251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446FB33-408D-4E42-9983-6C93B3CEFE46}" type="slidenum">
              <a:rPr lang="en-CA"/>
              <a:t>‹Nr.›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2A9D67-7878-5EBF-56C4-8F9EFD9193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523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990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000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C5D9B9-6B82-35B3-CF6E-CDBC1893DC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oleObject" Target="../embeddings/oleObject2.bin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_Simpl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58090" name="Rechteck 43"/>
          <p:cNvSpPr/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205367568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Add </a:t>
            </a:r>
            <a:r>
              <a:rPr lang="de-DE"/>
              <a:t>presentation</a:t>
            </a:r>
            <a:r>
              <a:rPr lang="de-DE"/>
              <a:t> </a:t>
            </a:r>
            <a:r>
              <a:rPr lang="de-DE"/>
              <a:t>titlE</a:t>
            </a:r>
            <a:endParaRPr lang="en-CA"/>
          </a:p>
        </p:txBody>
      </p:sp>
      <p:sp>
        <p:nvSpPr>
          <p:cNvPr id="129270001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MHP Quote-</a:t>
            </a:r>
            <a:r>
              <a:rPr lang="de-DE"/>
              <a:t>No</a:t>
            </a:r>
            <a:r>
              <a:rPr lang="de-DE"/>
              <a:t>. </a:t>
            </a:r>
            <a:endParaRPr lang="en-CA"/>
          </a:p>
        </p:txBody>
      </p:sp>
      <p:grpSp>
        <p:nvGrpSpPr>
          <p:cNvPr id="1282271949" name="Gruppieren 14"/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562195702" name="Textplatzhalter 4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Place, Date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_Client Logo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649271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619369601" name="Gruppieren 14"/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006661918" name="Text Placeholder 3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570471" y="1484313"/>
            <a:ext cx="1943100" cy="6984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en-CA"/>
              <a:t>Dedicated placeholder for client logo</a:t>
            </a:r>
            <a:endParaRPr/>
          </a:p>
        </p:txBody>
      </p:sp>
      <p:sp>
        <p:nvSpPr>
          <p:cNvPr id="1701353358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Add </a:t>
            </a:r>
            <a:r>
              <a:rPr lang="de-DE"/>
              <a:t>presentation</a:t>
            </a:r>
            <a:r>
              <a:rPr lang="de-DE"/>
              <a:t> </a:t>
            </a:r>
            <a:r>
              <a:rPr lang="de-DE"/>
              <a:t>titlE</a:t>
            </a:r>
            <a:endParaRPr lang="en-CA"/>
          </a:p>
        </p:txBody>
      </p:sp>
      <p:sp>
        <p:nvSpPr>
          <p:cNvPr id="1107863401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MHP Quote-</a:t>
            </a:r>
            <a:r>
              <a:rPr lang="de-DE"/>
              <a:t>No</a:t>
            </a:r>
            <a:r>
              <a:rPr lang="de-DE"/>
              <a:t>. </a:t>
            </a:r>
            <a:endParaRPr lang="en-CA"/>
          </a:p>
        </p:txBody>
      </p:sp>
      <p:sp>
        <p:nvSpPr>
          <p:cNvPr id="690718885" name="Textplatzhalter 4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Place, Date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white_2 lines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475811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257793467" name="Rechteck 5"/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43446014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699470432" name="Textfeld 44"/>
          <p:cNvSpPr txBox="1"/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81453805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713B47-FDFD-44F6-B33D-CFB4326DB920}" type="datetime1">
              <a:rPr lang="de-DE"/>
              <a:t>26.01.2026</a:t>
            </a:fld>
            <a:endParaRPr lang="en-CA"/>
          </a:p>
        </p:txBody>
      </p:sp>
      <p:sp>
        <p:nvSpPr>
          <p:cNvPr id="1741999031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619127478" name="Rechteck 6"/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grpSp>
        <p:nvGrpSpPr>
          <p:cNvPr id="63129579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444860613" name="Textplatzhalter 8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156618817" name="Textplatzhalter 8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857879888" name="Textplatzhalter 82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010790456" name="Textplatzhalter 82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97268474" name="Textplatzhalter 82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1984033828" name="Textplatzhalter 82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4321451" y="3919795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205025780" name="Textplatzhalter 82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203099801" name="Textplatzhalter 82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473895545" name="Textplatzhalter 82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435586854" name="Textplatzhalter 82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615685156" name="Textplatzhalter 82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2021520622" name="Textplatzhalter 82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638402147" name="Textplatzhalter 82"/>
          <p:cNvSpPr>
            <a:spLocks noGrp="1"/>
          </p:cNvSpPr>
          <p:nvPr>
            <p:ph type="body" sz="quarter" idx="63" hasCustomPrompt="1"/>
          </p:nvPr>
        </p:nvSpPr>
        <p:spPr bwMode="auto"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05</a:t>
            </a:r>
            <a:endParaRPr lang="en-CA"/>
          </a:p>
        </p:txBody>
      </p:sp>
      <p:sp>
        <p:nvSpPr>
          <p:cNvPr id="1579288817" name="Textplatzhalter 82"/>
          <p:cNvSpPr>
            <a:spLocks noGrp="1"/>
          </p:cNvSpPr>
          <p:nvPr>
            <p:ph type="body" sz="quarter" idx="55" hasCustomPrompt="1"/>
          </p:nvPr>
        </p:nvSpPr>
        <p:spPr bwMode="auto"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5</a:t>
            </a:r>
            <a:endParaRPr lang="en-CA"/>
          </a:p>
        </p:txBody>
      </p:sp>
      <p:sp>
        <p:nvSpPr>
          <p:cNvPr id="483120483" name="Textplatzhalter 82"/>
          <p:cNvSpPr>
            <a:spLocks noGrp="1"/>
          </p:cNvSpPr>
          <p:nvPr>
            <p:ph type="body" sz="quarter" idx="56" hasCustomPrompt="1"/>
          </p:nvPr>
        </p:nvSpPr>
        <p:spPr bwMode="auto"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96795360" name="Textplatzhalter 82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06</a:t>
            </a:r>
            <a:endParaRPr lang="en-CA"/>
          </a:p>
        </p:txBody>
      </p:sp>
      <p:sp>
        <p:nvSpPr>
          <p:cNvPr id="178890389" name="Textplatzhalter 82"/>
          <p:cNvSpPr>
            <a:spLocks noGrp="1"/>
          </p:cNvSpPr>
          <p:nvPr>
            <p:ph type="body" sz="quarter" idx="57" hasCustomPrompt="1"/>
          </p:nvPr>
        </p:nvSpPr>
        <p:spPr bwMode="auto"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6</a:t>
            </a:r>
            <a:endParaRPr lang="en-CA"/>
          </a:p>
        </p:txBody>
      </p:sp>
      <p:sp>
        <p:nvSpPr>
          <p:cNvPr id="564945328" name="Textplatzhalter 82"/>
          <p:cNvSpPr>
            <a:spLocks noGrp="1"/>
          </p:cNvSpPr>
          <p:nvPr>
            <p:ph type="body" sz="quarter" idx="58" hasCustomPrompt="1"/>
          </p:nvPr>
        </p:nvSpPr>
        <p:spPr bwMode="auto">
          <a:xfrm>
            <a:off x="8544015" y="3919795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1571147598" name="Textplatzhalter 82"/>
          <p:cNvSpPr>
            <a:spLocks noGrp="1"/>
          </p:cNvSpPr>
          <p:nvPr>
            <p:ph type="body" sz="quarter" idx="65" hasCustomPrompt="1"/>
          </p:nvPr>
        </p:nvSpPr>
        <p:spPr bwMode="auto"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07</a:t>
            </a:r>
            <a:endParaRPr lang="en-CA"/>
          </a:p>
        </p:txBody>
      </p:sp>
      <p:sp>
        <p:nvSpPr>
          <p:cNvPr id="2068445919" name="Textplatzhalter 82"/>
          <p:cNvSpPr>
            <a:spLocks noGrp="1"/>
          </p:cNvSpPr>
          <p:nvPr>
            <p:ph type="body" sz="quarter" idx="59" hasCustomPrompt="1"/>
          </p:nvPr>
        </p:nvSpPr>
        <p:spPr bwMode="auto"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7</a:t>
            </a:r>
            <a:endParaRPr lang="en-CA"/>
          </a:p>
        </p:txBody>
      </p:sp>
      <p:sp>
        <p:nvSpPr>
          <p:cNvPr id="710036807" name="Textplatzhalter 82"/>
          <p:cNvSpPr>
            <a:spLocks noGrp="1"/>
          </p:cNvSpPr>
          <p:nvPr>
            <p:ph type="body" sz="quarter" idx="60" hasCustomPrompt="1"/>
          </p:nvPr>
        </p:nvSpPr>
        <p:spPr bwMode="auto"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038888037" name="Textplatzhalter 82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08</a:t>
            </a:r>
            <a:endParaRPr lang="en-CA"/>
          </a:p>
        </p:txBody>
      </p:sp>
      <p:sp>
        <p:nvSpPr>
          <p:cNvPr id="1631661974" name="Textplatzhalter 82"/>
          <p:cNvSpPr>
            <a:spLocks noGrp="1"/>
          </p:cNvSpPr>
          <p:nvPr>
            <p:ph type="body" sz="quarter" idx="61" hasCustomPrompt="1"/>
          </p:nvPr>
        </p:nvSpPr>
        <p:spPr bwMode="auto"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8</a:t>
            </a:r>
            <a:endParaRPr lang="en-CA"/>
          </a:p>
        </p:txBody>
      </p:sp>
      <p:sp>
        <p:nvSpPr>
          <p:cNvPr id="599814368" name="Textplatzhalter 82"/>
          <p:cNvSpPr>
            <a:spLocks noGrp="1"/>
          </p:cNvSpPr>
          <p:nvPr>
            <p:ph type="body" sz="quarter" idx="62" hasCustomPrompt="1"/>
          </p:nvPr>
        </p:nvSpPr>
        <p:spPr bwMode="auto"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white_single lin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397925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28665277" name="Rechteck 5"/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633785930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645609060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713B47-FDFD-44F6-B33D-CFB4326DB920}" type="datetime1">
              <a:rPr lang="de-DE"/>
              <a:t>26.01.2026</a:t>
            </a:fld>
            <a:endParaRPr lang="en-CA"/>
          </a:p>
        </p:txBody>
      </p:sp>
      <p:sp>
        <p:nvSpPr>
          <p:cNvPr id="2009290293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290084776" name="Textplatzhalter 8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934104043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031789021" name="Textplatzhalter 82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941487535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1881111192" name="Textplatzhalter 82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1963090654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931550957" name="Textplatzhalter 82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995967279" name="Textplatzhalter 8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721831476" name="Textplatzhalter 82"/>
          <p:cNvSpPr>
            <a:spLocks noGrp="1"/>
          </p:cNvSpPr>
          <p:nvPr>
            <p:ph type="body" sz="quarter" idx="63" hasCustomPrompt="1"/>
          </p:nvPr>
        </p:nvSpPr>
        <p:spPr bwMode="auto"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05</a:t>
            </a:r>
            <a:endParaRPr lang="en-CA"/>
          </a:p>
        </p:txBody>
      </p:sp>
      <p:sp>
        <p:nvSpPr>
          <p:cNvPr id="23951609" name="Textplatzhalter 8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767280177" name="Textplatzhalter 82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06</a:t>
            </a:r>
            <a:endParaRPr lang="en-CA"/>
          </a:p>
        </p:txBody>
      </p:sp>
      <p:sp>
        <p:nvSpPr>
          <p:cNvPr id="1385698972" name="Textplatzhalter 82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954806739" name="Textplatzhalter 82"/>
          <p:cNvSpPr>
            <a:spLocks noGrp="1"/>
          </p:cNvSpPr>
          <p:nvPr>
            <p:ph type="body" sz="quarter" idx="65" hasCustomPrompt="1"/>
          </p:nvPr>
        </p:nvSpPr>
        <p:spPr bwMode="auto"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07</a:t>
            </a:r>
            <a:endParaRPr lang="en-CA"/>
          </a:p>
        </p:txBody>
      </p:sp>
      <p:sp>
        <p:nvSpPr>
          <p:cNvPr id="1564076545" name="Textplatzhalter 8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2052700755" name="Textplatzhalter 82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08</a:t>
            </a:r>
            <a:endParaRPr lang="en-CA"/>
          </a:p>
        </p:txBody>
      </p:sp>
      <p:sp>
        <p:nvSpPr>
          <p:cNvPr id="370362017" name="Textplatzhalter 82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480116154" name="Textfeld 44"/>
          <p:cNvSpPr txBox="1"/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903683950" name="Rechteck 6"/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grpSp>
        <p:nvGrpSpPr>
          <p:cNvPr id="69824277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blue_2 lines 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6721" name="Rechteck 56"/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42333453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616878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A226954-6933-4634-9F99-3CCD2EC48874}" type="datetime1">
              <a:rPr lang="de-DE"/>
              <a:t>26.01.2026</a:t>
            </a:fld>
            <a:endParaRPr lang="en-CA"/>
          </a:p>
        </p:txBody>
      </p:sp>
      <p:sp>
        <p:nvSpPr>
          <p:cNvPr id="1235027311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439562183" name="Textplatzhalter 8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89833494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583241161" name="Textplatzhalter 8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447553530" name="Textplatzhalter 8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444062984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977329345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87340" y="3919795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921031786" name="Textfeld 7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62272701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16417006" name="Textplatzhalter 82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444965731" name="Textplatzhalter 8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1740936096" name="Textplatzhalter 8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  <p:sp>
        <p:nvSpPr>
          <p:cNvPr id="2006593363" name="Textplatzhalter 8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2021161188" name="Textplatzhalter 8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376726362" name="Textplatzhalter 8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</a:t>
            </a:r>
            <a:r>
              <a:rPr lang="de-DE"/>
              <a:t>presenter</a:t>
            </a:r>
            <a:r>
              <a:rPr lang="de-DE"/>
              <a:t> / </a:t>
            </a:r>
            <a:r>
              <a:rPr lang="de-DE"/>
              <a:t>schedule</a:t>
            </a:r>
            <a:r>
              <a:rPr lang="de-DE"/>
              <a:t>)</a:t>
            </a:r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Agenda blue_single lin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969229" name="Rechteck 56"/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287642073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134835288" name="Textplatzhalter 8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801090401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806399102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A226954-6933-4634-9F99-3CCD2EC48874}" type="datetime1">
              <a:rPr lang="de-DE"/>
              <a:t>26.01.2026</a:t>
            </a:fld>
            <a:endParaRPr lang="en-CA"/>
          </a:p>
        </p:txBody>
      </p:sp>
      <p:sp>
        <p:nvSpPr>
          <p:cNvPr id="1188191423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320648479" name="Textplatzhalter 8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674251663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755648236" name="Textplatzhalter 82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600994774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700978631" name="Textplatzhalter 8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1947179960" name="Textplatzhalter 8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2080896878" name="Textfeld 7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90440498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hapter &amp; image whit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662286" name="Bildplatzhalter 39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057016132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90150809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1470970021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03786182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5CBF7A-EE0B-4631-A87E-2CBB37A3E089}" type="datetime1">
              <a:rPr lang="de-DE"/>
              <a:t>26.01.2026</a:t>
            </a:fld>
            <a:endParaRPr lang="en-CA"/>
          </a:p>
        </p:txBody>
      </p:sp>
      <p:sp>
        <p:nvSpPr>
          <p:cNvPr id="50646088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851885945" name="Textplatzhalt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latin typeface="Segoe UI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hapter &amp; image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559685" name="Bildplatzhalter 39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38742785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204137278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1628162570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23371492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35CBF7A-EE0B-4631-A87E-2CBB37A3E089}" type="datetime1">
              <a:rPr lang="de-DE"/>
              <a:t>26.01.2026</a:t>
            </a:fld>
            <a:endParaRPr lang="en-CA"/>
          </a:p>
        </p:txBody>
      </p:sp>
      <p:sp>
        <p:nvSpPr>
          <p:cNvPr id="7853058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340692928" name="Textplatzhalt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latin typeface="Segoe UI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50900997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hapter slide arrow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52544335" name="Gruppieren 1"/>
          <p:cNvGrpSpPr/>
          <p:nvPr userDrawn="1"/>
        </p:nvGrpSpPr>
        <p:grpSpPr bwMode="auto">
          <a:xfrm>
            <a:off x="302079" y="0"/>
            <a:ext cx="11587842" cy="6854780"/>
            <a:chOff x="2376487" y="1228725"/>
            <a:chExt cx="7439024" cy="4400550"/>
          </a:xfrm>
        </p:grpSpPr>
        <p:sp>
          <p:nvSpPr>
            <p:cNvPr id="8" name="Freihandform: Form 7"/>
            <p:cNvSpPr/>
            <p:nvPr/>
          </p:nvSpPr>
          <p:spPr bwMode="auto"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/>
            <p:cNvSpPr/>
            <p:nvPr/>
          </p:nvSpPr>
          <p:spPr bwMode="auto"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/>
            <p:cNvSpPr/>
            <p:nvPr/>
          </p:nvSpPr>
          <p:spPr bwMode="auto"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42708923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72493106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870482057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79085584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DB484A-FFE6-4ECB-9792-B0EDF5BB6553}" type="datetime1">
              <a:rPr lang="de-DE"/>
              <a:t>26.01.2026</a:t>
            </a:fld>
            <a:endParaRPr lang="en-CA"/>
          </a:p>
        </p:txBody>
      </p:sp>
      <p:sp>
        <p:nvSpPr>
          <p:cNvPr id="1696104923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71022655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6501177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hapter slide image">
    <p:bg>
      <p:bgPr shadeToTitle="0"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61904" name="Rechteck 6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989387777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56906902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320531525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53014500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DB484A-FFE6-4ECB-9792-B0EDF5BB6553}" type="datetime1">
              <a:rPr lang="de-DE"/>
              <a:t>26.01.2026</a:t>
            </a:fld>
            <a:endParaRPr lang="en-CA"/>
          </a:p>
        </p:txBody>
      </p:sp>
      <p:sp>
        <p:nvSpPr>
          <p:cNvPr id="149297200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10146200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27221457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&amp; Content whit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14697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54984037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97447504" name="Inhaltsplatzhalt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5941679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507F064-BD39-4FE4-B9A2-7344DA85858F}" type="datetime1">
              <a:rPr lang="de-DE"/>
              <a:t>26.01.2026</a:t>
            </a:fld>
            <a:endParaRPr lang="en-CA"/>
          </a:p>
        </p:txBody>
      </p:sp>
      <p:sp>
        <p:nvSpPr>
          <p:cNvPr id="138168818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&amp; Content blue">
    <p:bg bwMode="auto"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02225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6949663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47713248" name="Inhaltsplatzhalt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3321900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507F064-BD39-4FE4-B9A2-7344DA85858F}" type="datetime1">
              <a:rPr lang="de-DE"/>
              <a:t>26.01.2026</a:t>
            </a:fld>
            <a:endParaRPr lang="en-CA"/>
          </a:p>
        </p:txBody>
      </p:sp>
      <p:sp>
        <p:nvSpPr>
          <p:cNvPr id="10269351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94050185" name="Textfeld 35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28756637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3 image righ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96183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2910048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39079188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7874119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0451719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91155556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3 image righ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70393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8682388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0536808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8376876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318650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136931065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151886013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100768556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3 image lef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90752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489627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17381584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67173601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5128789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52806753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3 image left blue">
    <p:bg>
      <p:bgPr shadeToTitle="0"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96331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9731072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86847011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711715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21100139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96454590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583366044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2768522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2 image righ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14603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43507407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84329653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40265041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2339970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136387125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2 image righ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29205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1673554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868504313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18367232" name="Bildplatzhalter 38"/>
          <p:cNvSpPr>
            <a:spLocks noGrp="1"/>
          </p:cNvSpPr>
          <p:nvPr>
            <p:ph type="pic" sz="quarter" idx="16"/>
          </p:nvPr>
        </p:nvSpPr>
        <p:spPr bwMode="auto"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0410045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139995350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800193264" name="Textfeld 34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000715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/2 image lef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60486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85801331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63434574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4791131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3974528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109247408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/2 image lef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66843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7142359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58028263" name="Bildplatzhalter 38"/>
          <p:cNvSpPr>
            <a:spLocks noGrp="1"/>
          </p:cNvSpPr>
          <p:nvPr>
            <p:ph type="pic" sz="quarter" idx="16"/>
          </p:nvPr>
        </p:nvSpPr>
        <p:spPr bwMode="auto"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fill="norm" stroke="1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84100313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31440226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26.01.2026</a:t>
            </a:fld>
            <a:endParaRPr lang="en-CA"/>
          </a:p>
        </p:txBody>
      </p:sp>
      <p:sp>
        <p:nvSpPr>
          <p:cNvPr id="30162444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62523519" name="Textfeld 34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49106398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content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47945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6941369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42713454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09467997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82048215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39196C7-E992-43AB-8F76-578993D9CEAE}" type="datetime1">
              <a:rPr lang="de-DE"/>
              <a:t>26.01.2026</a:t>
            </a:fld>
            <a:endParaRPr lang="en-CA"/>
          </a:p>
        </p:txBody>
      </p:sp>
      <p:sp>
        <p:nvSpPr>
          <p:cNvPr id="1088303328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31159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49154708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14305311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386143269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24761337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58CD2-52FA-4D7C-A86C-723F48EB75AD}" type="datetime1">
              <a:rPr lang="de-DE"/>
              <a:t>26.01.2026</a:t>
            </a:fld>
            <a:endParaRPr lang="en-CA"/>
          </a:p>
        </p:txBody>
      </p:sp>
      <p:sp>
        <p:nvSpPr>
          <p:cNvPr id="301447869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69206479" name="Textfeld 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23475566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4644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11709244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58313185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2139673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40289587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949456582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47140985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573329904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with subheadline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0200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0527595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864733779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929526684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09823733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240463" y="1485415"/>
            <a:ext cx="554354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90182151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921444311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457318300" name="Textfeld 3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28936707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87386466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3 contents + picture 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563512" name="Rechteck 43"/>
          <p:cNvSpPr/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65361891" name="Rechteck 9"/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30624163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26.01.2026</a:t>
            </a:fld>
            <a:endParaRPr lang="en-CA"/>
          </a:p>
        </p:txBody>
      </p:sp>
      <p:sp>
        <p:nvSpPr>
          <p:cNvPr id="940927362" name="Titel 46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897151449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From</a:t>
            </a:r>
            <a:endParaRPr/>
          </a:p>
        </p:txBody>
      </p:sp>
      <p:sp>
        <p:nvSpPr>
          <p:cNvPr id="2058318491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790109816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To</a:t>
            </a:r>
            <a:endParaRPr lang="en-CA"/>
          </a:p>
        </p:txBody>
      </p:sp>
      <p:sp>
        <p:nvSpPr>
          <p:cNvPr id="1143573373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616592622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Details</a:t>
            </a:r>
            <a:endParaRPr/>
          </a:p>
        </p:txBody>
      </p:sp>
      <p:sp>
        <p:nvSpPr>
          <p:cNvPr id="1257869941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86818602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66548455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164323355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white/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142094" name="Rechteck 37"/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89805011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30952779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399999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779658321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11293263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03937045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590010269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043211594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30679730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contents blue/whit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39048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32648940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42795897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83939764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776271891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513815826" name="Rechteck 5"/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164880710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1007060995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11269317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blue box vertical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386237" name="Rechteck 3"/>
          <p:cNvSpPr/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15763915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1065160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99538" y="404813"/>
            <a:ext cx="8859262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870286856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924770178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5969097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1762469933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561823791" name="Textfeld 32"/>
          <p:cNvSpPr txBox="1"/>
          <p:nvPr userDrawn="1"/>
        </p:nvSpPr>
        <p:spPr bwMode="auto"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09325179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 contents blue box horizontal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55862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55898269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65860605" name="Rectangle 8"/>
          <p:cNvSpPr/>
          <p:nvPr userDrawn="1"/>
        </p:nvSpPr>
        <p:spPr bwMode="auto"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1836459066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39196C7-E992-43AB-8F76-578993D9CEAE}" type="datetime1">
              <a:rPr lang="de-DE"/>
              <a:t>26.01.2026</a:t>
            </a:fld>
            <a:endParaRPr lang="en-CA"/>
          </a:p>
        </p:txBody>
      </p:sp>
      <p:sp>
        <p:nvSpPr>
          <p:cNvPr id="1469042206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637606510" name="Textfeld 35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187468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711672056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15731272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ntent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1998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53462308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6731163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040445595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95128256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467232007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39196C7-E992-43AB-8F76-578993D9CEAE}" type="datetime1">
              <a:rPr lang="de-DE"/>
              <a:t>26.01.2026</a:t>
            </a:fld>
            <a:endParaRPr lang="en-CA"/>
          </a:p>
        </p:txBody>
      </p:sp>
      <p:sp>
        <p:nvSpPr>
          <p:cNvPr id="304176224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37502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726919549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75550337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32770302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918958699" name="Inhaltsplatzhalter 2"/>
          <p:cNvSpPr>
            <a:spLocks noGrp="1"/>
          </p:cNvSpPr>
          <p:nvPr>
            <p:ph sz="half" idx="15" hasCustomPrompt="1"/>
          </p:nvPr>
        </p:nvSpPr>
        <p:spPr bwMode="auto"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188963841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58CD2-52FA-4D7C-A86C-723F48EB75AD}" type="datetime1">
              <a:rPr lang="de-DE"/>
              <a:t>26.01.2026</a:t>
            </a:fld>
            <a:endParaRPr lang="en-CA"/>
          </a:p>
        </p:txBody>
      </p:sp>
      <p:sp>
        <p:nvSpPr>
          <p:cNvPr id="1469336920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056998520" name="Textfeld 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82521414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02159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7189209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81583249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280643258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695774728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583239763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410117329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2082338091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02081097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451899525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 with subheadline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84995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50891458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663892039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37587827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81022456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13747211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2002877537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392982796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161943643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1460857924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125156642" name="Textfeld 3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7729331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3 contents_partially blue_icons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082900153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2082900153" name="think-cell data - do not delete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369787973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71400918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97708555" name="Rechteck 9"/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106404221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95732207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991154830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943263932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5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42216974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36205325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4362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753971232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852202841" name="Oval 20"/>
          <p:cNvSpPr/>
          <p:nvPr userDrawn="1"/>
        </p:nvSpPr>
        <p:spPr bwMode="auto"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464195082" name="Oval 21"/>
          <p:cNvSpPr/>
          <p:nvPr userDrawn="1"/>
        </p:nvSpPr>
        <p:spPr bwMode="auto"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722795310" name="Oval 23"/>
          <p:cNvSpPr/>
          <p:nvPr userDrawn="1"/>
        </p:nvSpPr>
        <p:spPr bwMode="auto"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20033740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26.01.2026</a:t>
            </a:fld>
            <a:endParaRPr lang="en-CA"/>
          </a:p>
        </p:txBody>
      </p:sp>
      <p:sp>
        <p:nvSpPr>
          <p:cNvPr id="56020623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283251634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_partially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362256132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3" imgW="0" imgH="0" progId="TCLayout.ActiveDocument.1">
              <p:embed/>
              <p:pic>
                <p:nvPicPr>
                  <p:cNvPr id="1362256132" name="think-cell data - do not delete" hidden="1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481789720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52186477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29393604" name="Rechteck 9"/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958759368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57463249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660052042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379089992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469660666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799190961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164680457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193219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26.01.2026</a:t>
            </a:fld>
            <a:endParaRPr lang="en-CA"/>
          </a:p>
        </p:txBody>
      </p:sp>
      <p:sp>
        <p:nvSpPr>
          <p:cNvPr id="173296797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683294834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contents + picture 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564025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367938440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34499101" name="Rechteck 9"/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396606522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701381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80507434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56091947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502764339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869780178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150259165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011857616" name="Date Placeholder 8"/>
          <p:cNvSpPr>
            <a:spLocks noGrp="1"/>
          </p:cNvSpPr>
          <p:nvPr>
            <p:ph type="dt" sz="half" idx="25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5E70D4B-E00F-4E3D-9749-2A3BEC2D17A1}" type="datetime1">
              <a:rPr lang="de-DE"/>
              <a:t>26.01.2026</a:t>
            </a:fld>
            <a:endParaRPr lang="en-CA"/>
          </a:p>
        </p:txBody>
      </p:sp>
      <p:sp>
        <p:nvSpPr>
          <p:cNvPr id="482419977" name="Slide Number Placeholder 11"/>
          <p:cNvSpPr>
            <a:spLocks noGrp="1"/>
          </p:cNvSpPr>
          <p:nvPr>
            <p:ph type="sldNum" sz="quarter" idx="26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46595437" name="Textfeld 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image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58701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4569331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17904205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843108A-4CEC-450F-9F79-7958F0401B7E}" type="datetime1">
              <a:rPr lang="de-DE"/>
              <a:t>26.01.2026</a:t>
            </a:fld>
            <a:endParaRPr lang="en-CA"/>
          </a:p>
        </p:txBody>
      </p:sp>
      <p:sp>
        <p:nvSpPr>
          <p:cNvPr id="1937042487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18010813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081820958" name="Bildplatzhalter 9"/>
          <p:cNvSpPr>
            <a:spLocks noGrp="1"/>
          </p:cNvSpPr>
          <p:nvPr>
            <p:ph type="pic" sz="quarter" idx="21"/>
          </p:nvPr>
        </p:nvSpPr>
        <p:spPr bwMode="auto"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42606857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65447326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933883927" name="Bildplatzhalter 10"/>
          <p:cNvSpPr>
            <a:spLocks noGrp="1"/>
          </p:cNvSpPr>
          <p:nvPr>
            <p:ph type="pic" sz="quarter" idx="25"/>
          </p:nvPr>
        </p:nvSpPr>
        <p:spPr bwMode="auto"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145285838" name="Inhaltsplatzhalter 2"/>
          <p:cNvSpPr>
            <a:spLocks noGrp="1"/>
          </p:cNvSpPr>
          <p:nvPr>
            <p:ph sz="half" idx="16" hasCustomPrompt="1"/>
          </p:nvPr>
        </p:nvSpPr>
        <p:spPr bwMode="auto"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016105924" name="Textplatzhalter 5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305964179" name="Bildplatzhalter 11"/>
          <p:cNvSpPr>
            <a:spLocks noGrp="1"/>
          </p:cNvSpPr>
          <p:nvPr>
            <p:ph type="pic" sz="quarter" idx="26"/>
          </p:nvPr>
        </p:nvSpPr>
        <p:spPr bwMode="auto"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12615824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 images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250975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4377351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59544707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843108A-4CEC-450F-9F79-7958F0401B7E}" type="datetime1">
              <a:rPr lang="de-DE"/>
              <a:t>26.01.2026</a:t>
            </a:fld>
            <a:endParaRPr lang="en-CA"/>
          </a:p>
        </p:txBody>
      </p:sp>
      <p:sp>
        <p:nvSpPr>
          <p:cNvPr id="583615101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15687029" name="Textfeld 4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204783353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736172436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801099634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347714276" name="Textplatzhalter 5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2044984003" name="Bildplatzhalter 9"/>
          <p:cNvSpPr>
            <a:spLocks noGrp="1"/>
          </p:cNvSpPr>
          <p:nvPr>
            <p:ph type="pic" sz="quarter" idx="21"/>
          </p:nvPr>
        </p:nvSpPr>
        <p:spPr bwMode="auto"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44241009" name="Bildplatzhalter 10"/>
          <p:cNvSpPr>
            <a:spLocks noGrp="1"/>
          </p:cNvSpPr>
          <p:nvPr>
            <p:ph type="pic" sz="quarter" idx="25"/>
          </p:nvPr>
        </p:nvSpPr>
        <p:spPr bwMode="auto"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52308273" name="Bildplatzhalter 11"/>
          <p:cNvSpPr>
            <a:spLocks noGrp="1"/>
          </p:cNvSpPr>
          <p:nvPr>
            <p:ph type="pic" sz="quarter" idx="26"/>
          </p:nvPr>
        </p:nvSpPr>
        <p:spPr bwMode="auto"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fill="norm" stroke="1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664431844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1651704606" name="Inhaltsplatzhalter 2"/>
          <p:cNvSpPr>
            <a:spLocks noGrp="1"/>
          </p:cNvSpPr>
          <p:nvPr>
            <p:ph sz="half" idx="16" hasCustomPrompt="1"/>
          </p:nvPr>
        </p:nvSpPr>
        <p:spPr bwMode="auto"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sp>
        <p:nvSpPr>
          <p:cNvPr id="561145645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1/3 image lef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2222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9585989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1418663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11533094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796431558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401352645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fill="norm" stroke="1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172418117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636208414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434815087" name="Text Placeholder 3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31223" name="Text Placeholder 32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033126269" name="Text Placeholder 3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140262609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193598776" name="Text Placeholder 3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646079104" name="Text Placeholder 3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32370761" name="Text Placeholder 3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042718904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892347716" name="Text Placeholder 3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551038040" name="Text Placeholder 32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706356019" name="Text Placeholder 3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3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74746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50311554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24660448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26.01.2026</a:t>
            </a:fld>
            <a:endParaRPr lang="en-CA"/>
          </a:p>
        </p:txBody>
      </p:sp>
      <p:sp>
        <p:nvSpPr>
          <p:cNvPr id="44837887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71087837" name="Text Placeholder 2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1962362424" name="Text Placeholder 2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1214091730" name="Text Placeholder 2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Second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73289018" name="Text Placeholder 29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529464967" name="Text Placeholder 2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Third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1695405284" name="Text Placeholder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1/3 image left 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80637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7088994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1598621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53998738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55276626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03848154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916657758" name="Text Placeholder 2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1502695352" name="Text Placeholder 2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1372968456" name="Text Placeholder 2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Second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2094011215" name="Text Placeholder 29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  <p:sp>
        <p:nvSpPr>
          <p:cNvPr id="1506156588" name="Text Placeholder 2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Third </a:t>
            </a:r>
            <a:r>
              <a:rPr lang="de-DE"/>
              <a:t>thing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remember</a:t>
            </a:r>
            <a:endParaRPr lang="de-DE"/>
          </a:p>
        </p:txBody>
      </p:sp>
      <p:sp>
        <p:nvSpPr>
          <p:cNvPr id="1352299887" name="Text Placeholder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</a:t>
            </a:r>
            <a:r>
              <a:rPr lang="de-DE"/>
              <a:t>about</a:t>
            </a:r>
            <a:r>
              <a:rPr lang="de-DE"/>
              <a:t> 6-7 </a:t>
            </a:r>
            <a:r>
              <a:rPr lang="de-DE"/>
              <a:t>lines</a:t>
            </a:r>
            <a:r>
              <a:rPr lang="de-DE"/>
              <a:t> </a:t>
            </a:r>
            <a:r>
              <a:rPr lang="de-DE"/>
              <a:t>of</a:t>
            </a:r>
            <a:r>
              <a:rPr lang="de-DE"/>
              <a:t> </a:t>
            </a:r>
            <a:r>
              <a:rPr lang="de-DE"/>
              <a:t>content</a:t>
            </a:r>
            <a:r>
              <a:rPr lang="de-DE"/>
              <a:t> 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losing slide_arrow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6327274" name="Gruppieren 11"/>
          <p:cNvGrpSpPr/>
          <p:nvPr userDrawn="1"/>
        </p:nvGrpSpPr>
        <p:grpSpPr bwMode="auto">
          <a:xfrm>
            <a:off x="302079" y="0"/>
            <a:ext cx="11587842" cy="6854780"/>
            <a:chOff x="2376487" y="1228725"/>
            <a:chExt cx="7439024" cy="4400550"/>
          </a:xfrm>
        </p:grpSpPr>
        <p:sp>
          <p:nvSpPr>
            <p:cNvPr id="9" name="Freihandform: Form 8"/>
            <p:cNvSpPr/>
            <p:nvPr/>
          </p:nvSpPr>
          <p:spPr bwMode="auto"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/>
            <p:cNvSpPr/>
            <p:nvPr/>
          </p:nvSpPr>
          <p:spPr bwMode="auto"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/>
            <p:cNvSpPr/>
            <p:nvPr/>
          </p:nvSpPr>
          <p:spPr bwMode="auto"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fill="norm" stroke="1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/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1195544171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Closing</a:t>
            </a:r>
            <a:endParaRPr/>
          </a:p>
        </p:txBody>
      </p:sp>
      <p:sp>
        <p:nvSpPr>
          <p:cNvPr id="204573462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71034784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40058034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Enabling</a:t>
            </a:r>
            <a:r>
              <a:rPr lang="de-DE"/>
              <a:t> </a:t>
            </a:r>
            <a:r>
              <a:rPr lang="de-DE"/>
              <a:t>you</a:t>
            </a:r>
            <a:r>
              <a:rPr lang="de-DE"/>
              <a:t>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shape</a:t>
            </a:r>
            <a:r>
              <a:rPr lang="de-DE"/>
              <a:t> a </a:t>
            </a:r>
            <a:r>
              <a:rPr lang="de-DE"/>
              <a:t>better</a:t>
            </a:r>
            <a:r>
              <a:rPr lang="de-DE"/>
              <a:t> </a:t>
            </a:r>
            <a:r>
              <a:rPr lang="de-DE"/>
              <a:t>tomorrow</a:t>
            </a:r>
            <a:endParaRPr lang="en-CA"/>
          </a:p>
        </p:txBody>
      </p:sp>
      <p:sp>
        <p:nvSpPr>
          <p:cNvPr id="2043764500" name="Rectangle 7"/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Telefon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+49 (0)7141 7856-0 l Fax +49 (0)7141 7856-199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E-Mail info@mhp.com l Internet www.mhp.com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271098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363421961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Closing</a:t>
            </a:r>
            <a:endParaRPr/>
          </a:p>
        </p:txBody>
      </p:sp>
      <p:sp>
        <p:nvSpPr>
          <p:cNvPr id="1115981371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28885240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85792877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We</a:t>
            </a:r>
            <a:r>
              <a:rPr lang="de-DE"/>
              <a:t> </a:t>
            </a:r>
            <a:r>
              <a:rPr lang="de-DE"/>
              <a:t>create</a:t>
            </a:r>
            <a:r>
              <a:rPr lang="de-DE"/>
              <a:t> digital </a:t>
            </a:r>
            <a:r>
              <a:rPr lang="de-DE"/>
              <a:t>futures</a:t>
            </a:r>
            <a:r>
              <a:rPr lang="de-DE"/>
              <a:t> </a:t>
            </a:r>
            <a:r>
              <a:rPr lang="de-DE"/>
              <a:t>with</a:t>
            </a:r>
            <a:r>
              <a:rPr lang="de-DE"/>
              <a:t> </a:t>
            </a:r>
            <a:r>
              <a:rPr lang="de-DE"/>
              <a:t>sustainable</a:t>
            </a:r>
            <a:r>
              <a:rPr lang="de-DE"/>
              <a:t> </a:t>
            </a:r>
            <a:r>
              <a:rPr lang="de-DE"/>
              <a:t>impact</a:t>
            </a:r>
            <a:r>
              <a:rPr lang="de-DE"/>
              <a:t> </a:t>
            </a:r>
            <a:r>
              <a:rPr lang="de-DE"/>
              <a:t>for</a:t>
            </a:r>
            <a:r>
              <a:rPr lang="de-DE"/>
              <a:t> </a:t>
            </a:r>
            <a:r>
              <a:rPr lang="de-DE"/>
              <a:t>the</a:t>
            </a:r>
            <a:r>
              <a:rPr lang="de-DE"/>
              <a:t> </a:t>
            </a:r>
            <a:r>
              <a:rPr lang="de-DE"/>
              <a:t>world</a:t>
            </a:r>
            <a:r>
              <a:rPr lang="de-DE"/>
              <a:t>.</a:t>
            </a:r>
            <a:endParaRPr lang="en-CA"/>
          </a:p>
        </p:txBody>
      </p:sp>
      <p:sp>
        <p:nvSpPr>
          <p:cNvPr id="1195348157" name="Rectangle 7"/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MHP Management- und IT-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Beratung</a:t>
            </a: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 GmbH</a:t>
            </a:r>
            <a:b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Film- und 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Medienzentrum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l Königsallee 49 l D-71638 Ludwigsburg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Telefon</a:t>
            </a: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 +49 (0)7141 7856-0 l Fax +49 (0)7141 7856-199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E-Mail info@mhp.com l Internet www.mhp.com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Mockup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126117" name="Rechteck 3"/>
          <p:cNvSpPr/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86826869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7490899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99538" y="404813"/>
            <a:ext cx="8859262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5200074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67578574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4086139" name="Textfeld 32"/>
          <p:cNvSpPr txBox="1"/>
          <p:nvPr userDrawn="1"/>
        </p:nvSpPr>
        <p:spPr bwMode="auto"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934467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36172916" name="Text Placeholder 60"/>
          <p:cNvSpPr>
            <a:spLocks noGrp="1"/>
          </p:cNvSpPr>
          <p:nvPr>
            <p:ph type="body" sz="quarter" idx="32"/>
          </p:nvPr>
        </p:nvSpPr>
        <p:spPr bwMode="auto"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7311653" name="Picture Placeholder 68"/>
          <p:cNvSpPr>
            <a:spLocks noGrp="1"/>
          </p:cNvSpPr>
          <p:nvPr>
            <p:ph type="pic" sz="quarter" idx="34"/>
          </p:nvPr>
        </p:nvSpPr>
        <p:spPr bwMode="auto"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35688542" name="Textplatzhalter 52"/>
          <p:cNvSpPr>
            <a:spLocks noGrp="1"/>
          </p:cNvSpPr>
          <p:nvPr>
            <p:ph type="body" sz="quarter" idx="20"/>
          </p:nvPr>
        </p:nvSpPr>
        <p:spPr bwMode="auto"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1078286541" name="Text Placeholder 60"/>
          <p:cNvSpPr>
            <a:spLocks noGrp="1"/>
          </p:cNvSpPr>
          <p:nvPr>
            <p:ph type="body" sz="quarter" idx="38"/>
          </p:nvPr>
        </p:nvSpPr>
        <p:spPr bwMode="auto"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sp>
        <p:nvSpPr>
          <p:cNvPr id="1352382473" name="Picture Placeholder 68"/>
          <p:cNvSpPr>
            <a:spLocks noGrp="1"/>
          </p:cNvSpPr>
          <p:nvPr>
            <p:ph type="pic" sz="quarter" idx="35"/>
          </p:nvPr>
        </p:nvSpPr>
        <p:spPr bwMode="auto"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59364033" name="Textplatzhalter 52"/>
          <p:cNvSpPr>
            <a:spLocks noGrp="1"/>
          </p:cNvSpPr>
          <p:nvPr>
            <p:ph type="body" sz="quarter" idx="28"/>
          </p:nvPr>
        </p:nvSpPr>
        <p:spPr bwMode="auto"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195646189" name="Text Placeholder 60"/>
          <p:cNvSpPr>
            <a:spLocks noGrp="1"/>
          </p:cNvSpPr>
          <p:nvPr>
            <p:ph type="body" sz="quarter" idx="39"/>
          </p:nvPr>
        </p:nvSpPr>
        <p:spPr bwMode="auto"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pic>
        <p:nvPicPr>
          <p:cNvPr id="1528193284" name="Grafik 58"/>
          <p:cNvPicPr>
            <a:picLocks noChangeAspect="1"/>
          </p:cNvPicPr>
          <p:nvPr userDrawn="1"/>
        </p:nvPicPr>
        <p:blipFill rotWithShape="1">
          <a:blip r:embed="rId2"/>
          <a:srcRect l="9746" t="10016" r="9733" b="12093"/>
          <a:stretch/>
        </p:blipFill>
        <p:spPr bwMode="auto"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994323103" name="Grafik 58"/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 bwMode="auto"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1100698875" name="Picture Placeholder 68"/>
          <p:cNvSpPr>
            <a:spLocks noGrp="1"/>
          </p:cNvSpPr>
          <p:nvPr>
            <p:ph type="pic" sz="quarter" idx="36"/>
          </p:nvPr>
        </p:nvSpPr>
        <p:spPr bwMode="auto"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84831994" name="Textplatzhalter 52"/>
          <p:cNvSpPr>
            <a:spLocks noGrp="1"/>
          </p:cNvSpPr>
          <p:nvPr>
            <p:ph type="body" sz="quarter" idx="37"/>
          </p:nvPr>
        </p:nvSpPr>
        <p:spPr bwMode="auto"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2110064827" name="Text Placeholder 60"/>
          <p:cNvSpPr>
            <a:spLocks noGrp="1"/>
          </p:cNvSpPr>
          <p:nvPr>
            <p:ph type="body" sz="quarter" idx="40"/>
          </p:nvPr>
        </p:nvSpPr>
        <p:spPr bwMode="auto"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pic>
        <p:nvPicPr>
          <p:cNvPr id="2006063297" name="Grafik 58"/>
          <p:cNvPicPr>
            <a:picLocks noChangeAspect="1"/>
          </p:cNvPicPr>
          <p:nvPr userDrawn="1"/>
        </p:nvPicPr>
        <p:blipFill rotWithShape="1">
          <a:blip r:embed="rId2"/>
          <a:srcRect l="12811" t="9091" r="6230" b="13019"/>
          <a:stretch/>
        </p:blipFill>
        <p:spPr bwMode="auto">
          <a:xfrm>
            <a:off x="8584850" y="2050196"/>
            <a:ext cx="2764146" cy="30126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4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3853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94350114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554266263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781557101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pic>
        <p:nvPicPr>
          <p:cNvPr id="1393551201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212047620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95053632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97855844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94752848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6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55714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902597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27078966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664379094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pic>
        <p:nvPicPr>
          <p:cNvPr id="997601014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1988136515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68327387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14268828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192049633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45502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98425663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360649865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68396024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907615937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566980922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79541916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pic>
        <p:nvPicPr>
          <p:cNvPr id="32897022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738656039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8129819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4209681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cxnSp>
        <p:nvCxnSpPr>
          <p:cNvPr id="1041354909" name="Straight Connector 15"/>
          <p:cNvCxnSpPr/>
          <p:nvPr userDrawn="1"/>
        </p:nvCxnSpPr>
        <p:spPr bwMode="auto"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71831136" name="Straight Connector 16"/>
          <p:cNvCxnSpPr/>
          <p:nvPr userDrawn="1"/>
        </p:nvCxnSpPr>
        <p:spPr bwMode="auto"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7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85970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0975119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18654098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1258398997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295263163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72094923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612502860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907618271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6130553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26041818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cxnSp>
        <p:nvCxnSpPr>
          <p:cNvPr id="1127472195" name="Straight Connector 15"/>
          <p:cNvCxnSpPr/>
          <p:nvPr userDrawn="1"/>
        </p:nvCxnSpPr>
        <p:spPr bwMode="auto"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9397826" name="Straight Connector 16"/>
          <p:cNvCxnSpPr/>
          <p:nvPr userDrawn="1"/>
        </p:nvCxnSpPr>
        <p:spPr bwMode="auto"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3709029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Rectangle 20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Rectangle 21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8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38365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24584203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29152334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43043256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53966779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208895127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35356562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14301704" name="Picture Placeholder 2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 fill="norm" stroke="1" extrusionOk="0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Picture</a:t>
            </a:r>
            <a:endParaRPr/>
          </a:p>
        </p:txBody>
      </p:sp>
      <p:pic>
        <p:nvPicPr>
          <p:cNvPr id="1531902015" name="Grafik 1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1015598197" name="Pictur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351779865" name="Picture Placeholder 1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 fill="norm" stroke="1" extrusionOk="0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 Picture</a:t>
            </a:r>
            <a:endParaRPr/>
          </a:p>
        </p:txBody>
      </p:sp>
      <p:grpSp>
        <p:nvGrpSpPr>
          <p:cNvPr id="853093100" name="Gruppieren 14"/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" name="Rectangle 5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7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3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6656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33832038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518128158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38714975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29325588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71750336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62138639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419504736" name="Grafik 1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248739812" name="Picture Placeholder 2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 fill="norm" stroke="1" extrusionOk="0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Picture </a:t>
            </a:r>
            <a:endParaRPr/>
          </a:p>
        </p:txBody>
      </p:sp>
      <p:pic>
        <p:nvPicPr>
          <p:cNvPr id="1448485485" name="Pictur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1356398303" name="Picture Placeholder 1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 fill="norm" stroke="1" extrusionOk="0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 Picture 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64827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53266484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95585068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260897602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84762372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26448373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69466956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827307847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217436" y="951235"/>
            <a:ext cx="9757128" cy="56005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9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05087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8133372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72825010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07759915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202995679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37434748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029930125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39428090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0_Closing slide_imag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08843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69116513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849510747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tx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858306270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2040144877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46852384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191086796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04055414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221771413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69626313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Rectangle 17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Rectangle 18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5_Closing slide_imag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13146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395603743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14912914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tx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017902735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sp>
        <p:nvSpPr>
          <p:cNvPr id="1262157259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3741521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3164149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26.01.2026</a:t>
            </a:fld>
            <a:endParaRPr lang="en-CA"/>
          </a:p>
        </p:txBody>
      </p:sp>
      <p:sp>
        <p:nvSpPr>
          <p:cNvPr id="38202571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786224954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95011074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2 contents white/blue">
    <p:bg>
      <p:bgPr shadeToTitle="0"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348616" name="Rechteck 37"/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6598957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37124800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399999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33792654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26.01.2026</a:t>
            </a:fld>
            <a:endParaRPr lang="en-CA"/>
          </a:p>
        </p:txBody>
      </p:sp>
      <p:sp>
        <p:nvSpPr>
          <p:cNvPr id="1302087224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462217770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77333658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296311870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99985300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376484480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  <p:pic>
        <p:nvPicPr>
          <p:cNvPr id="630501267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313726385" name="Textplatzhalter 5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14341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350702038" name="Inhaltsplatzhalter 2"/>
          <p:cNvSpPr>
            <a:spLocks noGrp="1"/>
          </p:cNvSpPr>
          <p:nvPr>
            <p:ph idx="21" hasCustomPrompt="1"/>
          </p:nvPr>
        </p:nvSpPr>
        <p:spPr bwMode="auto"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image" Target="../media/image1.emf"/><Relationship Id="rId58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34959172" name="think-cell data - do not delete"/>
          <p:cNvGraphicFramePr>
            <a:graphicFrameLocks xmlns:a="http://schemas.openxmlformats.org/drawingml/2006/main"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p:oleObj name="oleObj" r:id="rId58" imgW="0" imgH="0" progId="TCLayout.ActiveDocument.1">
              <p:embed/>
              <p:pic>
                <p:nvPicPr>
                  <p:cNvPr id="934959172" name="think-cell data - do not delete" hidden="1"/>
                  <p:cNvPicPr/>
                  <p:nvPr/>
                </p:nvPicPr>
                <p:blipFill rotWithShape="1">
                  <a:blip r:embed="rId57"/>
                  <a:stretch/>
                </p:blipFill>
                <p:spPr bwMode="auto">
                  <a:xfrm>
                    <a:off x="1587" y="1587"/>
                    <a:ext cx="1587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035690001" name="Titelplatzhalter 1"/>
          <p:cNvSpPr>
            <a:spLocks noGrp="1"/>
          </p:cNvSpPr>
          <p:nvPr>
            <p:ph type="title"/>
          </p:nvPr>
        </p:nvSpPr>
        <p:spPr bwMode="auto"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435080815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>
              <a:defRPr/>
            </a:pPr>
            <a:r>
              <a:rPr lang="de-DE"/>
              <a:t>First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r>
              <a:rPr lang="de-DE"/>
              <a:t>, Segoe UI, 14pt</a:t>
            </a:r>
            <a:endParaRPr lang="en-CA"/>
          </a:p>
        </p:txBody>
      </p:sp>
      <p:grpSp>
        <p:nvGrpSpPr>
          <p:cNvPr id="168658976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fill="norm" stroke="1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fill="norm" stroke="1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fill="norm" stroke="1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fill="norm" stroke="1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fill="norm" stroke="1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fill="norm" stroke="1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fill="norm" stroke="1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fill="norm" stroke="1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fill="norm" stroke="1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fill="norm" stroke="1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fill="norm" stroke="1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fill="norm" stroke="1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fill="norm" stroke="1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fill="norm" stroke="1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fill="norm" stroke="1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6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fill="norm" stroke="1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7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fill="norm" stroke="1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8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fill="norm" stroke="1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/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hf dt="1" ftr="0" hdr="0" sldNum="1"/>
  <p:txStyles>
    <p:titleStyle>
      <a:lvl1pPr algn="l" defTabSz="914400" rtl="0">
        <a:lnSpc>
          <a:spcPct val="100000"/>
        </a:lnSpc>
        <a:spcBef>
          <a:spcPts val="0"/>
        </a:spcBef>
        <a:buNone/>
        <a:defRPr sz="24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46985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6" y="219690"/>
            <a:ext cx="10050810" cy="153887"/>
          </a:xfrm>
        </p:spPr>
        <p:txBody>
          <a:bodyPr/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>
              <a:defRPr/>
            </a:pPr>
            <a:endParaRPr/>
          </a:p>
        </p:txBody>
      </p:sp>
      <p:sp>
        <p:nvSpPr>
          <p:cNvPr id="45677063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2"/>
            <a:ext cx="10057291" cy="366120"/>
          </a:xfrm>
        </p:spPr>
        <p:txBody>
          <a:bodyPr/>
          <a:lstStyle/>
          <a:p>
            <a:pPr>
              <a:defRPr/>
            </a:pPr>
            <a:r>
              <a:rPr/>
              <a:t>Return on Security</a:t>
            </a:r>
            <a:endParaRPr/>
          </a:p>
        </p:txBody>
      </p:sp>
      <p:sp>
        <p:nvSpPr>
          <p:cNvPr id="167051185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6" y="1484311"/>
            <a:ext cx="7488237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Security hat i. d. R. keinen direkten Mehrwert, sondern schützt vorhandene Wertschöpfung</a:t>
            </a:r>
            <a:endParaRPr/>
          </a:p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Problem: Nutzen von Security ist oft unsichtbar, weil „nichts passiert“</a:t>
            </a:r>
            <a:endParaRPr/>
          </a:p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Return on Security (RoS): macht den Wert von Security-Investitionen im Unternehmen sichtbar und bewertbar</a:t>
            </a:r>
            <a:endParaRPr lang="de-DE" sz="1400" b="0" i="0" u="none" strike="noStrike" cap="none" spc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 marL="252000" marR="0" indent="-25200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RoS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&gt; 0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wirtschaftlich sinnvoll </a:t>
            </a:r>
            <a:endParaRPr lang="de-DE" sz="1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252000" marR="0" indent="-25200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RoS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= 0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Break-even</a:t>
            </a:r>
            <a:endParaRPr lang="de-DE" sz="1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252000" marR="0" indent="-25200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RoS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&lt; 0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rein wirtschaftlich nicht gerechtfertigt</a:t>
            </a:r>
            <a:endParaRPr/>
          </a:p>
        </p:txBody>
      </p:sp>
      <p:sp>
        <p:nvSpPr>
          <p:cNvPr id="159076468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2" y="6597649"/>
            <a:ext cx="901127" cy="1538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CEDAFC1-65F5-9AF2-FAA8-BCC2AD4C5CBD}" type="datetime1">
              <a:rPr lang="de-DE"/>
              <a:t/>
            </a:fld>
            <a:endParaRPr lang="en-CA"/>
          </a:p>
        </p:txBody>
      </p:sp>
      <p:sp>
        <p:nvSpPr>
          <p:cNvPr id="72874570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499" y="6597649"/>
            <a:ext cx="391511" cy="1538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0EF2-1154-F23D-9B50-D1A69FA31479}" type="slidenum">
              <a:rPr lang="en-CA"/>
              <a:t/>
            </a:fld>
            <a:endParaRPr lang="en-CA"/>
          </a:p>
        </p:txBody>
      </p:sp>
      <p:sp>
        <p:nvSpPr>
          <p:cNvPr id="375961097" name=""/>
          <p:cNvSpPr txBox="1"/>
          <p:nvPr/>
        </p:nvSpPr>
        <p:spPr bwMode="auto">
          <a:xfrm rot="0" flipH="0" flipV="0">
            <a:off x="1311586" y="2971440"/>
            <a:ext cx="6321527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de-DE" sz="24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Kosten der Maßnahme</a:t>
            </a:r>
            <a:r>
              <a:rPr lang="de-DE" sz="24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 vs. </a:t>
            </a:r>
            <a:r>
              <a:rPr lang="de-DE" sz="24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vermiedene Kosten</a:t>
            </a:r>
            <a:endParaRPr sz="1800" b="0" i="0" u="none" strike="noStrike" cap="none" spc="0">
              <a:solidFill>
                <a:schemeClr val="accent2"/>
              </a:solidFill>
              <a:latin typeface="Segoe UI"/>
              <a:cs typeface="Segoe UI"/>
            </a:endParaRPr>
          </a:p>
        </p:txBody>
      </p:sp>
      <p:sp>
        <p:nvSpPr>
          <p:cNvPr id="655412676" name=""/>
          <p:cNvSpPr/>
          <p:nvPr/>
        </p:nvSpPr>
        <p:spPr bwMode="auto">
          <a:xfrm>
            <a:off x="407986" y="4010446"/>
            <a:ext cx="7526464" cy="6216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sz="18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RoS</m:t>
                      </m:r>
                      <m:r>
                        <m:rPr>
                          <m:sty m:val="p"/>
                        </m:rPr>
                        <a:rPr sz="18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de-DE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18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vermiedener erwarteter Schaden - </m:t>
                          </m:r>
                          <m:r>
                            <m:rPr>
                              <m:sty m:val="p"/>
                            </m:rPr>
                            <a:rPr sz="18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Kosten der Security Maßnahme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8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Kosten der Security Maßnahme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240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20339700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65053" y="1848182"/>
            <a:ext cx="3643312" cy="3643312"/>
          </a:xfrm>
          <a:prstGeom prst="roundRect">
            <a:avLst>
              <a:gd name="adj" fmla="val 8613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7935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6" y="219690"/>
            <a:ext cx="10050810" cy="153887"/>
          </a:xfrm>
        </p:spPr>
        <p:txBody>
          <a:bodyPr/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>
              <a:defRPr/>
            </a:pPr>
            <a:endParaRPr/>
          </a:p>
        </p:txBody>
      </p:sp>
      <p:sp>
        <p:nvSpPr>
          <p:cNvPr id="92481775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2"/>
            <a:ext cx="10057291" cy="366120"/>
          </a:xfrm>
        </p:spPr>
        <p:txBody>
          <a:bodyPr/>
          <a:lstStyle/>
          <a:p>
            <a:pPr>
              <a:defRPr/>
            </a:pPr>
            <a:r>
              <a:rPr/>
              <a:t>Return on Security</a:t>
            </a:r>
            <a:endParaRPr/>
          </a:p>
        </p:txBody>
      </p:sp>
      <p:sp>
        <p:nvSpPr>
          <p:cNvPr id="96914810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6" y="1484311"/>
            <a:ext cx="7488237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Security hat i. d. R. keinen direkten Mehrwert, sondern schützt vorhandene Wertschöpfung</a:t>
            </a:r>
            <a:endParaRPr/>
          </a:p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Problem: Nutzen von Security ist oft unsichtbar, weil „nichts passiert“</a:t>
            </a:r>
            <a:endParaRPr/>
          </a:p>
          <a:p>
            <a:pPr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Return on Security (RoS): macht den Wert von Security-Investitionen im Unternehmen sichtbar und bewertbar</a:t>
            </a:r>
            <a:endParaRPr lang="de-DE" sz="1400" b="0" i="0" u="none" strike="noStrike" cap="none" spc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 marL="252000" marR="0" indent="-25200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RoS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&gt; 0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wirtschaftlich sinnvoll </a:t>
            </a:r>
            <a:endParaRPr lang="de-DE" sz="1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252000" marR="0" indent="-25200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RoS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= 0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Break-even</a:t>
            </a:r>
            <a:endParaRPr lang="de-DE" sz="1400" b="0" i="0" u="none" strike="noStrike" cap="none" spc="0">
              <a:solidFill>
                <a:schemeClr val="tx1"/>
              </a:solidFill>
              <a:latin typeface="Segoe UI"/>
              <a:cs typeface="Segoe UI"/>
            </a:endParaRPr>
          </a:p>
          <a:p>
            <a:pPr marL="252000" marR="0" indent="-25200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buClr>
                <a:schemeClr val="accent1"/>
              </a:buClr>
              <a:buFont typeface="Arial"/>
              <a:buChar char="•"/>
              <a:defRPr/>
            </a:pP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RoS 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&lt; 0</a:t>
            </a:r>
            <a:r>
              <a:rPr lang="de-DE" sz="1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rein wirtschaftlich nicht gerechtfertigt</a:t>
            </a:r>
            <a:endParaRPr/>
          </a:p>
        </p:txBody>
      </p:sp>
      <p:sp>
        <p:nvSpPr>
          <p:cNvPr id="111210612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2" y="6597649"/>
            <a:ext cx="901127" cy="1538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4A19A89-F1F4-136D-F561-FC36F0CB7591}" type="datetime1">
              <a:rPr lang="de-DE"/>
              <a:t/>
            </a:fld>
            <a:endParaRPr lang="en-CA"/>
          </a:p>
        </p:txBody>
      </p:sp>
      <p:sp>
        <p:nvSpPr>
          <p:cNvPr id="157104956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499" y="6597649"/>
            <a:ext cx="391511" cy="1538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369B565-0AE4-4D10-0BA1-042C56EEB825}" type="slidenum">
              <a:rPr lang="en-CA"/>
              <a:t/>
            </a:fld>
            <a:endParaRPr lang="en-CA"/>
          </a:p>
        </p:txBody>
      </p:sp>
      <p:sp>
        <p:nvSpPr>
          <p:cNvPr id="2111661068" name=""/>
          <p:cNvSpPr txBox="1"/>
          <p:nvPr/>
        </p:nvSpPr>
        <p:spPr bwMode="auto">
          <a:xfrm rot="0" flipH="0" flipV="0">
            <a:off x="1311586" y="2971440"/>
            <a:ext cx="6321527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de-DE" sz="24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Kosten der Maßnahme</a:t>
            </a:r>
            <a:r>
              <a:rPr lang="de-DE" sz="24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 vs. </a:t>
            </a:r>
            <a:r>
              <a:rPr lang="de-DE" sz="2400" b="0" i="0" u="none" strike="noStrike" cap="none" spc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vermiedene Kosten</a:t>
            </a:r>
            <a:endParaRPr sz="1800" b="0" i="0" u="none" strike="noStrike" cap="none" spc="0">
              <a:solidFill>
                <a:schemeClr val="accent2"/>
              </a:solidFill>
              <a:latin typeface="Segoe UI"/>
              <a:cs typeface="Segoe UI"/>
            </a:endParaRPr>
          </a:p>
        </p:txBody>
      </p:sp>
      <p:pic>
        <p:nvPicPr>
          <p:cNvPr id="1815754829" name="Bild 237509376"/>
          <p:cNvPicPr>
            <a:picLocks noChangeAspect="1"/>
          </p:cNvPicPr>
          <p:nvPr/>
        </p:nvPicPr>
        <p:blipFill rotWithShape="1">
          <a:blip r:embed="rId3"/>
          <a:srcRect l="0" t="11196" r="0" b="13681"/>
          <a:stretch/>
        </p:blipFill>
        <p:spPr bwMode="auto">
          <a:xfrm flipH="0" flipV="0">
            <a:off x="8183562" y="1740629"/>
            <a:ext cx="3600000" cy="4384800"/>
          </a:xfrm>
          <a:prstGeom prst="roundRect">
            <a:avLst>
              <a:gd name="adj" fmla="val 7862"/>
            </a:avLst>
          </a:prstGeom>
        </p:spPr>
      </p:pic>
      <p:sp>
        <p:nvSpPr>
          <p:cNvPr id="272308743" name=""/>
          <p:cNvSpPr/>
          <p:nvPr/>
        </p:nvSpPr>
        <p:spPr bwMode="auto">
          <a:xfrm>
            <a:off x="407986" y="4010446"/>
            <a:ext cx="7526464" cy="62167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sz="18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RoS</m:t>
                      </m:r>
                      <m:r>
                        <m:rPr>
                          <m:sty m:val="p"/>
                        </m:rPr>
                        <a:rPr sz="18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de-DE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18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vermiedener erwarteter Schaden - </m:t>
                          </m:r>
                          <m:r>
                            <m:rPr>
                              <m:sty m:val="p"/>
                            </m:rPr>
                            <a:rPr sz="18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Kosten der Security Maßnahme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800" u="none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Kosten der Security Maßnahme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sz="2400"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Arial"/>
        <a:cs typeface="Arial"/>
      </a:majorFont>
      <a:minorFont>
        <a:latin typeface="Segoe U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Props1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ONLYOFFICE/9.1.0.167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/>
  <cp:revision>11</cp:revision>
  <dcterms:created xsi:type="dcterms:W3CDTF">2024-05-08T11:14:55Z</dcterms:created>
  <dcterms:modified xsi:type="dcterms:W3CDTF">2026-01-28T03:25:30Z</dcterms:modified>
</cp:coreProperties>
</file>