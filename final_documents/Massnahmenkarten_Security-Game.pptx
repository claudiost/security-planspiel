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7"/>
  </p:sldMasterIdLst>
  <p:notesMasterIdLst>
    <p:notesMasterId r:id="rId38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2000" cy="6858000"/>
  <p:notesSz cx="6858000" cy="9144000"/>
  <p:custDataLst>
    <p:custData r:id="rId5"/>
    <p:custData r:id="rId6"/>
    <p:custData r:id="rId4"/>
  </p:custDataLst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2EC13-8E4F-49EC-AA74-BF5467AFD4C6}" v="34" dt="2026-07-06T09:52:55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232" y="2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presProps" Target="pres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microsoft.com/office/2016/11/relationships/changesInfo" Target="changesInfos/changesInfo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Stanullo" userId="dba1d744-7cfc-492a-9ae8-eb2056c5920d" providerId="ADAL" clId="{0014E2D0-9B37-4D88-9C4D-8C300ABDD0C2}"/>
    <pc:docChg chg="custSel modSld">
      <pc:chgData name="Claudio Stanullo" userId="dba1d744-7cfc-492a-9ae8-eb2056c5920d" providerId="ADAL" clId="{0014E2D0-9B37-4D88-9C4D-8C300ABDD0C2}" dt="2026-07-06T09:52:55.952" v="83"/>
      <pc:docMkLst>
        <pc:docMk/>
      </pc:docMkLst>
      <pc:sldChg chg="addSp delSp modSp mod">
        <pc:chgData name="Claudio Stanullo" userId="dba1d744-7cfc-492a-9ae8-eb2056c5920d" providerId="ADAL" clId="{0014E2D0-9B37-4D88-9C4D-8C300ABDD0C2}" dt="2026-07-06T09:47:42.152" v="15" actId="1076"/>
        <pc:sldMkLst>
          <pc:docMk/>
          <pc:sldMk cId="0" sldId="256"/>
        </pc:sldMkLst>
        <pc:spChg chg="add mod">
          <ac:chgData name="Claudio Stanullo" userId="dba1d744-7cfc-492a-9ae8-eb2056c5920d" providerId="ADAL" clId="{0014E2D0-9B37-4D88-9C4D-8C300ABDD0C2}" dt="2026-07-06T09:47:42.152" v="15" actId="1076"/>
          <ac:spMkLst>
            <pc:docMk/>
            <pc:sldMk cId="0" sldId="256"/>
            <ac:spMk id="2" creationId="{552121FF-27C7-B48C-380C-8CB324C1C800}"/>
          </ac:spMkLst>
        </pc:spChg>
        <pc:spChg chg="del">
          <ac:chgData name="Claudio Stanullo" userId="dba1d744-7cfc-492a-9ae8-eb2056c5920d" providerId="ADAL" clId="{0014E2D0-9B37-4D88-9C4D-8C300ABDD0C2}" dt="2026-07-06T09:47:37.162" v="14" actId="478"/>
          <ac:spMkLst>
            <pc:docMk/>
            <pc:sldMk cId="0" sldId="256"/>
            <ac:spMk id="174940121" creationId="{00000000-0000-0000-0000-000000000000}"/>
          </ac:spMkLst>
        </pc:spChg>
        <pc:spChg chg="mod">
          <ac:chgData name="Claudio Stanullo" userId="dba1d744-7cfc-492a-9ae8-eb2056c5920d" providerId="ADAL" clId="{0014E2D0-9B37-4D88-9C4D-8C300ABDD0C2}" dt="2026-07-06T09:47:30.790" v="12" actId="1076"/>
          <ac:spMkLst>
            <pc:docMk/>
            <pc:sldMk cId="0" sldId="256"/>
            <ac:spMk id="175694513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0:20.195" v="40" actId="20577"/>
        <pc:sldMkLst>
          <pc:docMk/>
          <pc:sldMk cId="0" sldId="257"/>
        </pc:sldMkLst>
        <pc:spChg chg="add mod">
          <ac:chgData name="Claudio Stanullo" userId="dba1d744-7cfc-492a-9ae8-eb2056c5920d" providerId="ADAL" clId="{0014E2D0-9B37-4D88-9C4D-8C300ABDD0C2}" dt="2026-07-06T09:50:20.195" v="40" actId="20577"/>
          <ac:spMkLst>
            <pc:docMk/>
            <pc:sldMk cId="0" sldId="257"/>
            <ac:spMk id="2" creationId="{4A03FD91-B9B4-8D42-06AC-2CBFEE132EAB}"/>
          </ac:spMkLst>
        </pc:spChg>
        <pc:spChg chg="del">
          <ac:chgData name="Claudio Stanullo" userId="dba1d744-7cfc-492a-9ae8-eb2056c5920d" providerId="ADAL" clId="{0014E2D0-9B37-4D88-9C4D-8C300ABDD0C2}" dt="2026-07-06T09:50:09.702" v="34" actId="478"/>
          <ac:spMkLst>
            <pc:docMk/>
            <pc:sldMk cId="0" sldId="257"/>
            <ac:spMk id="1190627734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1:57.156" v="65" actId="13822"/>
        <pc:sldMkLst>
          <pc:docMk/>
          <pc:sldMk cId="0" sldId="258"/>
        </pc:sldMkLst>
        <pc:spChg chg="add mod">
          <ac:chgData name="Claudio Stanullo" userId="dba1d744-7cfc-492a-9ae8-eb2056c5920d" providerId="ADAL" clId="{0014E2D0-9B37-4D88-9C4D-8C300ABDD0C2}" dt="2026-07-06T09:51:57.156" v="65" actId="13822"/>
          <ac:spMkLst>
            <pc:docMk/>
            <pc:sldMk cId="0" sldId="258"/>
            <ac:spMk id="2" creationId="{403D0531-A133-4644-7341-83E69C78988E}"/>
          </ac:spMkLst>
        </pc:spChg>
        <pc:spChg chg="del">
          <ac:chgData name="Claudio Stanullo" userId="dba1d744-7cfc-492a-9ae8-eb2056c5920d" providerId="ADAL" clId="{0014E2D0-9B37-4D88-9C4D-8C300ABDD0C2}" dt="2026-07-06T09:51:42.428" v="59" actId="478"/>
          <ac:spMkLst>
            <pc:docMk/>
            <pc:sldMk cId="0" sldId="258"/>
            <ac:spMk id="834715193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37.439" v="25"/>
        <pc:sldMkLst>
          <pc:docMk/>
          <pc:sldMk cId="0" sldId="259"/>
        </pc:sldMkLst>
        <pc:spChg chg="add mod">
          <ac:chgData name="Claudio Stanullo" userId="dba1d744-7cfc-492a-9ae8-eb2056c5920d" providerId="ADAL" clId="{0014E2D0-9B37-4D88-9C4D-8C300ABDD0C2}" dt="2026-07-06T09:49:37.439" v="25"/>
          <ac:spMkLst>
            <pc:docMk/>
            <pc:sldMk cId="0" sldId="259"/>
            <ac:spMk id="2" creationId="{AD6F37C4-39AE-AA42-0C42-A48AB7E6D2B5}"/>
          </ac:spMkLst>
        </pc:spChg>
        <pc:spChg chg="del">
          <ac:chgData name="Claudio Stanullo" userId="dba1d744-7cfc-492a-9ae8-eb2056c5920d" providerId="ADAL" clId="{0014E2D0-9B37-4D88-9C4D-8C300ABDD0C2}" dt="2026-07-06T09:47:53.910" v="16" actId="478"/>
          <ac:spMkLst>
            <pc:docMk/>
            <pc:sldMk cId="0" sldId="259"/>
            <ac:spMk id="1694999712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0:37.376" v="42"/>
        <pc:sldMkLst>
          <pc:docMk/>
          <pc:sldMk cId="0" sldId="260"/>
        </pc:sldMkLst>
        <pc:spChg chg="add mod">
          <ac:chgData name="Claudio Stanullo" userId="dba1d744-7cfc-492a-9ae8-eb2056c5920d" providerId="ADAL" clId="{0014E2D0-9B37-4D88-9C4D-8C300ABDD0C2}" dt="2026-07-06T09:50:37.376" v="42"/>
          <ac:spMkLst>
            <pc:docMk/>
            <pc:sldMk cId="0" sldId="260"/>
            <ac:spMk id="2" creationId="{D11984CB-B240-06C6-2927-628B1D213AF9}"/>
          </ac:spMkLst>
        </pc:spChg>
        <pc:spChg chg="del">
          <ac:chgData name="Claudio Stanullo" userId="dba1d744-7cfc-492a-9ae8-eb2056c5920d" providerId="ADAL" clId="{0014E2D0-9B37-4D88-9C4D-8C300ABDD0C2}" dt="2026-07-06T09:50:37.139" v="41" actId="478"/>
          <ac:spMkLst>
            <pc:docMk/>
            <pc:sldMk cId="0" sldId="260"/>
            <ac:spMk id="316852873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06.006" v="67"/>
        <pc:sldMkLst>
          <pc:docMk/>
          <pc:sldMk cId="0" sldId="261"/>
        </pc:sldMkLst>
        <pc:spChg chg="add mod">
          <ac:chgData name="Claudio Stanullo" userId="dba1d744-7cfc-492a-9ae8-eb2056c5920d" providerId="ADAL" clId="{0014E2D0-9B37-4D88-9C4D-8C300ABDD0C2}" dt="2026-07-06T09:52:06.006" v="67"/>
          <ac:spMkLst>
            <pc:docMk/>
            <pc:sldMk cId="0" sldId="261"/>
            <ac:spMk id="2" creationId="{4398BB30-DCD4-9A11-42C5-694D4DE1A160}"/>
          </ac:spMkLst>
        </pc:spChg>
        <pc:spChg chg="del">
          <ac:chgData name="Claudio Stanullo" userId="dba1d744-7cfc-492a-9ae8-eb2056c5920d" providerId="ADAL" clId="{0014E2D0-9B37-4D88-9C4D-8C300ABDD0C2}" dt="2026-07-06T09:52:05.820" v="66" actId="478"/>
          <ac:spMkLst>
            <pc:docMk/>
            <pc:sldMk cId="0" sldId="261"/>
            <ac:spMk id="1534862098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40.464" v="26"/>
        <pc:sldMkLst>
          <pc:docMk/>
          <pc:sldMk cId="0" sldId="262"/>
        </pc:sldMkLst>
        <pc:spChg chg="add mod">
          <ac:chgData name="Claudio Stanullo" userId="dba1d744-7cfc-492a-9ae8-eb2056c5920d" providerId="ADAL" clId="{0014E2D0-9B37-4D88-9C4D-8C300ABDD0C2}" dt="2026-07-06T09:49:40.464" v="26"/>
          <ac:spMkLst>
            <pc:docMk/>
            <pc:sldMk cId="0" sldId="262"/>
            <ac:spMk id="2" creationId="{B6FCA248-E3A0-7B05-C009-7F92B29F4A25}"/>
          </ac:spMkLst>
        </pc:spChg>
        <pc:spChg chg="del">
          <ac:chgData name="Claudio Stanullo" userId="dba1d744-7cfc-492a-9ae8-eb2056c5920d" providerId="ADAL" clId="{0014E2D0-9B37-4D88-9C4D-8C300ABDD0C2}" dt="2026-07-06T09:48:01.902" v="17" actId="478"/>
          <ac:spMkLst>
            <pc:docMk/>
            <pc:sldMk cId="0" sldId="262"/>
            <ac:spMk id="198323391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0:43.829" v="44"/>
        <pc:sldMkLst>
          <pc:docMk/>
          <pc:sldMk cId="0" sldId="263"/>
        </pc:sldMkLst>
        <pc:spChg chg="add mod">
          <ac:chgData name="Claudio Stanullo" userId="dba1d744-7cfc-492a-9ae8-eb2056c5920d" providerId="ADAL" clId="{0014E2D0-9B37-4D88-9C4D-8C300ABDD0C2}" dt="2026-07-06T09:50:43.829" v="44"/>
          <ac:spMkLst>
            <pc:docMk/>
            <pc:sldMk cId="0" sldId="263"/>
            <ac:spMk id="2" creationId="{42556D7D-0A48-0E4B-77C7-7392ECBE66B2}"/>
          </ac:spMkLst>
        </pc:spChg>
        <pc:spChg chg="del">
          <ac:chgData name="Claudio Stanullo" userId="dba1d744-7cfc-492a-9ae8-eb2056c5920d" providerId="ADAL" clId="{0014E2D0-9B37-4D88-9C4D-8C300ABDD0C2}" dt="2026-07-06T09:50:43.526" v="43" actId="478"/>
          <ac:spMkLst>
            <pc:docMk/>
            <pc:sldMk cId="0" sldId="263"/>
            <ac:spMk id="748166931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12.237" v="69"/>
        <pc:sldMkLst>
          <pc:docMk/>
          <pc:sldMk cId="0" sldId="264"/>
        </pc:sldMkLst>
        <pc:spChg chg="add mod">
          <ac:chgData name="Claudio Stanullo" userId="dba1d744-7cfc-492a-9ae8-eb2056c5920d" providerId="ADAL" clId="{0014E2D0-9B37-4D88-9C4D-8C300ABDD0C2}" dt="2026-07-06T09:52:12.237" v="69"/>
          <ac:spMkLst>
            <pc:docMk/>
            <pc:sldMk cId="0" sldId="264"/>
            <ac:spMk id="2" creationId="{22A1FFCF-136B-EDC3-8A72-06C4DF67D8C9}"/>
          </ac:spMkLst>
        </pc:spChg>
        <pc:spChg chg="del">
          <ac:chgData name="Claudio Stanullo" userId="dba1d744-7cfc-492a-9ae8-eb2056c5920d" providerId="ADAL" clId="{0014E2D0-9B37-4D88-9C4D-8C300ABDD0C2}" dt="2026-07-06T09:52:11.990" v="68" actId="478"/>
          <ac:spMkLst>
            <pc:docMk/>
            <pc:sldMk cId="0" sldId="264"/>
            <ac:spMk id="162625784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42.926" v="27"/>
        <pc:sldMkLst>
          <pc:docMk/>
          <pc:sldMk cId="0" sldId="265"/>
        </pc:sldMkLst>
        <pc:spChg chg="add mod">
          <ac:chgData name="Claudio Stanullo" userId="dba1d744-7cfc-492a-9ae8-eb2056c5920d" providerId="ADAL" clId="{0014E2D0-9B37-4D88-9C4D-8C300ABDD0C2}" dt="2026-07-06T09:49:42.926" v="27"/>
          <ac:spMkLst>
            <pc:docMk/>
            <pc:sldMk cId="0" sldId="265"/>
            <ac:spMk id="2" creationId="{51F28B86-DFD9-F483-100A-9210A730C36E}"/>
          </ac:spMkLst>
        </pc:spChg>
        <pc:spChg chg="del">
          <ac:chgData name="Claudio Stanullo" userId="dba1d744-7cfc-492a-9ae8-eb2056c5920d" providerId="ADAL" clId="{0014E2D0-9B37-4D88-9C4D-8C300ABDD0C2}" dt="2026-07-06T09:48:08.361" v="18" actId="478"/>
          <ac:spMkLst>
            <pc:docMk/>
            <pc:sldMk cId="0" sldId="265"/>
            <ac:spMk id="1732648478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0:51.128" v="46"/>
        <pc:sldMkLst>
          <pc:docMk/>
          <pc:sldMk cId="0" sldId="266"/>
        </pc:sldMkLst>
        <pc:spChg chg="add mod">
          <ac:chgData name="Claudio Stanullo" userId="dba1d744-7cfc-492a-9ae8-eb2056c5920d" providerId="ADAL" clId="{0014E2D0-9B37-4D88-9C4D-8C300ABDD0C2}" dt="2026-07-06T09:50:51.128" v="46"/>
          <ac:spMkLst>
            <pc:docMk/>
            <pc:sldMk cId="0" sldId="266"/>
            <ac:spMk id="2" creationId="{E4CE1025-C805-E05E-7E04-447FC7DE9138}"/>
          </ac:spMkLst>
        </pc:spChg>
        <pc:spChg chg="del">
          <ac:chgData name="Claudio Stanullo" userId="dba1d744-7cfc-492a-9ae8-eb2056c5920d" providerId="ADAL" clId="{0014E2D0-9B37-4D88-9C4D-8C300ABDD0C2}" dt="2026-07-06T09:50:50.839" v="45" actId="478"/>
          <ac:spMkLst>
            <pc:docMk/>
            <pc:sldMk cId="0" sldId="266"/>
            <ac:spMk id="1434165554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19.586" v="71"/>
        <pc:sldMkLst>
          <pc:docMk/>
          <pc:sldMk cId="0" sldId="267"/>
        </pc:sldMkLst>
        <pc:spChg chg="add mod">
          <ac:chgData name="Claudio Stanullo" userId="dba1d744-7cfc-492a-9ae8-eb2056c5920d" providerId="ADAL" clId="{0014E2D0-9B37-4D88-9C4D-8C300ABDD0C2}" dt="2026-07-06T09:52:19.586" v="71"/>
          <ac:spMkLst>
            <pc:docMk/>
            <pc:sldMk cId="0" sldId="267"/>
            <ac:spMk id="2" creationId="{124E93B2-B8FF-666B-6011-8506FC0F56B5}"/>
          </ac:spMkLst>
        </pc:spChg>
        <pc:spChg chg="del">
          <ac:chgData name="Claudio Stanullo" userId="dba1d744-7cfc-492a-9ae8-eb2056c5920d" providerId="ADAL" clId="{0014E2D0-9B37-4D88-9C4D-8C300ABDD0C2}" dt="2026-07-06T09:52:19.401" v="70" actId="478"/>
          <ac:spMkLst>
            <pc:docMk/>
            <pc:sldMk cId="0" sldId="267"/>
            <ac:spMk id="1565654451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45.335" v="28"/>
        <pc:sldMkLst>
          <pc:docMk/>
          <pc:sldMk cId="0" sldId="268"/>
        </pc:sldMkLst>
        <pc:spChg chg="add mod">
          <ac:chgData name="Claudio Stanullo" userId="dba1d744-7cfc-492a-9ae8-eb2056c5920d" providerId="ADAL" clId="{0014E2D0-9B37-4D88-9C4D-8C300ABDD0C2}" dt="2026-07-06T09:49:45.335" v="28"/>
          <ac:spMkLst>
            <pc:docMk/>
            <pc:sldMk cId="0" sldId="268"/>
            <ac:spMk id="2" creationId="{A3481F59-F5E3-70A7-411E-650630290196}"/>
          </ac:spMkLst>
        </pc:spChg>
        <pc:spChg chg="del">
          <ac:chgData name="Claudio Stanullo" userId="dba1d744-7cfc-492a-9ae8-eb2056c5920d" providerId="ADAL" clId="{0014E2D0-9B37-4D88-9C4D-8C300ABDD0C2}" dt="2026-07-06T09:48:14.751" v="19" actId="478"/>
          <ac:spMkLst>
            <pc:docMk/>
            <pc:sldMk cId="0" sldId="268"/>
            <ac:spMk id="1388530275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0:57.957" v="48"/>
        <pc:sldMkLst>
          <pc:docMk/>
          <pc:sldMk cId="0" sldId="269"/>
        </pc:sldMkLst>
        <pc:spChg chg="add mod">
          <ac:chgData name="Claudio Stanullo" userId="dba1d744-7cfc-492a-9ae8-eb2056c5920d" providerId="ADAL" clId="{0014E2D0-9B37-4D88-9C4D-8C300ABDD0C2}" dt="2026-07-06T09:50:57.957" v="48"/>
          <ac:spMkLst>
            <pc:docMk/>
            <pc:sldMk cId="0" sldId="269"/>
            <ac:spMk id="2" creationId="{9085120E-8421-8787-84C6-0DD8965E13DB}"/>
          </ac:spMkLst>
        </pc:spChg>
        <pc:spChg chg="del">
          <ac:chgData name="Claudio Stanullo" userId="dba1d744-7cfc-492a-9ae8-eb2056c5920d" providerId="ADAL" clId="{0014E2D0-9B37-4D88-9C4D-8C300ABDD0C2}" dt="2026-07-06T09:50:57.671" v="47" actId="478"/>
          <ac:spMkLst>
            <pc:docMk/>
            <pc:sldMk cId="0" sldId="269"/>
            <ac:spMk id="416679144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25.420" v="73"/>
        <pc:sldMkLst>
          <pc:docMk/>
          <pc:sldMk cId="0" sldId="270"/>
        </pc:sldMkLst>
        <pc:spChg chg="add mod">
          <ac:chgData name="Claudio Stanullo" userId="dba1d744-7cfc-492a-9ae8-eb2056c5920d" providerId="ADAL" clId="{0014E2D0-9B37-4D88-9C4D-8C300ABDD0C2}" dt="2026-07-06T09:52:25.420" v="73"/>
          <ac:spMkLst>
            <pc:docMk/>
            <pc:sldMk cId="0" sldId="270"/>
            <ac:spMk id="2" creationId="{A7F738F1-1508-DCEA-1D25-E0D23B029A9C}"/>
          </ac:spMkLst>
        </pc:spChg>
        <pc:spChg chg="del">
          <ac:chgData name="Claudio Stanullo" userId="dba1d744-7cfc-492a-9ae8-eb2056c5920d" providerId="ADAL" clId="{0014E2D0-9B37-4D88-9C4D-8C300ABDD0C2}" dt="2026-07-06T09:52:25.262" v="72" actId="478"/>
          <ac:spMkLst>
            <pc:docMk/>
            <pc:sldMk cId="0" sldId="270"/>
            <ac:spMk id="1187818452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48.168" v="29"/>
        <pc:sldMkLst>
          <pc:docMk/>
          <pc:sldMk cId="0" sldId="271"/>
        </pc:sldMkLst>
        <pc:spChg chg="add mod">
          <ac:chgData name="Claudio Stanullo" userId="dba1d744-7cfc-492a-9ae8-eb2056c5920d" providerId="ADAL" clId="{0014E2D0-9B37-4D88-9C4D-8C300ABDD0C2}" dt="2026-07-06T09:49:48.168" v="29"/>
          <ac:spMkLst>
            <pc:docMk/>
            <pc:sldMk cId="0" sldId="271"/>
            <ac:spMk id="2" creationId="{9CB05F62-7D7E-E09A-6590-7308838C09AC}"/>
          </ac:spMkLst>
        </pc:spChg>
        <pc:spChg chg="del">
          <ac:chgData name="Claudio Stanullo" userId="dba1d744-7cfc-492a-9ae8-eb2056c5920d" providerId="ADAL" clId="{0014E2D0-9B37-4D88-9C4D-8C300ABDD0C2}" dt="2026-07-06T09:48:21.118" v="20" actId="478"/>
          <ac:spMkLst>
            <pc:docMk/>
            <pc:sldMk cId="0" sldId="271"/>
            <ac:spMk id="658259120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1:04.378" v="50"/>
        <pc:sldMkLst>
          <pc:docMk/>
          <pc:sldMk cId="0" sldId="272"/>
        </pc:sldMkLst>
        <pc:spChg chg="add mod">
          <ac:chgData name="Claudio Stanullo" userId="dba1d744-7cfc-492a-9ae8-eb2056c5920d" providerId="ADAL" clId="{0014E2D0-9B37-4D88-9C4D-8C300ABDD0C2}" dt="2026-07-06T09:51:04.378" v="50"/>
          <ac:spMkLst>
            <pc:docMk/>
            <pc:sldMk cId="0" sldId="272"/>
            <ac:spMk id="2" creationId="{FEDB34C9-E7D4-73DC-D56F-188B717C3316}"/>
          </ac:spMkLst>
        </pc:spChg>
        <pc:spChg chg="del">
          <ac:chgData name="Claudio Stanullo" userId="dba1d744-7cfc-492a-9ae8-eb2056c5920d" providerId="ADAL" clId="{0014E2D0-9B37-4D88-9C4D-8C300ABDD0C2}" dt="2026-07-06T09:51:04.086" v="49" actId="478"/>
          <ac:spMkLst>
            <pc:docMk/>
            <pc:sldMk cId="0" sldId="272"/>
            <ac:spMk id="891767480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30.984" v="75"/>
        <pc:sldMkLst>
          <pc:docMk/>
          <pc:sldMk cId="0" sldId="273"/>
        </pc:sldMkLst>
        <pc:spChg chg="add mod">
          <ac:chgData name="Claudio Stanullo" userId="dba1d744-7cfc-492a-9ae8-eb2056c5920d" providerId="ADAL" clId="{0014E2D0-9B37-4D88-9C4D-8C300ABDD0C2}" dt="2026-07-06T09:52:30.984" v="75"/>
          <ac:spMkLst>
            <pc:docMk/>
            <pc:sldMk cId="0" sldId="273"/>
            <ac:spMk id="2" creationId="{940BE6CD-9DB9-4A9C-F8E7-BF0E012EC36F}"/>
          </ac:spMkLst>
        </pc:spChg>
        <pc:spChg chg="del">
          <ac:chgData name="Claudio Stanullo" userId="dba1d744-7cfc-492a-9ae8-eb2056c5920d" providerId="ADAL" clId="{0014E2D0-9B37-4D88-9C4D-8C300ABDD0C2}" dt="2026-07-06T09:52:30.815" v="74" actId="478"/>
          <ac:spMkLst>
            <pc:docMk/>
            <pc:sldMk cId="0" sldId="273"/>
            <ac:spMk id="852493639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51.036" v="30"/>
        <pc:sldMkLst>
          <pc:docMk/>
          <pc:sldMk cId="0" sldId="274"/>
        </pc:sldMkLst>
        <pc:spChg chg="add mod">
          <ac:chgData name="Claudio Stanullo" userId="dba1d744-7cfc-492a-9ae8-eb2056c5920d" providerId="ADAL" clId="{0014E2D0-9B37-4D88-9C4D-8C300ABDD0C2}" dt="2026-07-06T09:49:51.036" v="30"/>
          <ac:spMkLst>
            <pc:docMk/>
            <pc:sldMk cId="0" sldId="274"/>
            <ac:spMk id="2" creationId="{D66BA60F-9212-3318-1E18-5C116FF789CA}"/>
          </ac:spMkLst>
        </pc:spChg>
        <pc:spChg chg="del">
          <ac:chgData name="Claudio Stanullo" userId="dba1d744-7cfc-492a-9ae8-eb2056c5920d" providerId="ADAL" clId="{0014E2D0-9B37-4D88-9C4D-8C300ABDD0C2}" dt="2026-07-06T09:48:28.071" v="21" actId="478"/>
          <ac:spMkLst>
            <pc:docMk/>
            <pc:sldMk cId="0" sldId="274"/>
            <ac:spMk id="696324884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1:10.347" v="52"/>
        <pc:sldMkLst>
          <pc:docMk/>
          <pc:sldMk cId="0" sldId="275"/>
        </pc:sldMkLst>
        <pc:spChg chg="add mod">
          <ac:chgData name="Claudio Stanullo" userId="dba1d744-7cfc-492a-9ae8-eb2056c5920d" providerId="ADAL" clId="{0014E2D0-9B37-4D88-9C4D-8C300ABDD0C2}" dt="2026-07-06T09:51:10.347" v="52"/>
          <ac:spMkLst>
            <pc:docMk/>
            <pc:sldMk cId="0" sldId="275"/>
            <ac:spMk id="2" creationId="{18275128-641E-42E6-EB7A-2F09DCE4133F}"/>
          </ac:spMkLst>
        </pc:spChg>
        <pc:spChg chg="del">
          <ac:chgData name="Claudio Stanullo" userId="dba1d744-7cfc-492a-9ae8-eb2056c5920d" providerId="ADAL" clId="{0014E2D0-9B37-4D88-9C4D-8C300ABDD0C2}" dt="2026-07-06T09:51:10.087" v="51" actId="478"/>
          <ac:spMkLst>
            <pc:docMk/>
            <pc:sldMk cId="0" sldId="275"/>
            <ac:spMk id="884749002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36.972" v="77"/>
        <pc:sldMkLst>
          <pc:docMk/>
          <pc:sldMk cId="0" sldId="276"/>
        </pc:sldMkLst>
        <pc:spChg chg="add mod">
          <ac:chgData name="Claudio Stanullo" userId="dba1d744-7cfc-492a-9ae8-eb2056c5920d" providerId="ADAL" clId="{0014E2D0-9B37-4D88-9C4D-8C300ABDD0C2}" dt="2026-07-06T09:52:36.972" v="77"/>
          <ac:spMkLst>
            <pc:docMk/>
            <pc:sldMk cId="0" sldId="276"/>
            <ac:spMk id="2" creationId="{90FFCBD9-47DF-AEF7-8FA9-D19C9A72FD1F}"/>
          </ac:spMkLst>
        </pc:spChg>
        <pc:spChg chg="del">
          <ac:chgData name="Claudio Stanullo" userId="dba1d744-7cfc-492a-9ae8-eb2056c5920d" providerId="ADAL" clId="{0014E2D0-9B37-4D88-9C4D-8C300ABDD0C2}" dt="2026-07-06T09:52:36.776" v="76" actId="478"/>
          <ac:spMkLst>
            <pc:docMk/>
            <pc:sldMk cId="0" sldId="276"/>
            <ac:spMk id="635803922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53.988" v="31"/>
        <pc:sldMkLst>
          <pc:docMk/>
          <pc:sldMk cId="0" sldId="277"/>
        </pc:sldMkLst>
        <pc:spChg chg="add mod">
          <ac:chgData name="Claudio Stanullo" userId="dba1d744-7cfc-492a-9ae8-eb2056c5920d" providerId="ADAL" clId="{0014E2D0-9B37-4D88-9C4D-8C300ABDD0C2}" dt="2026-07-06T09:49:53.988" v="31"/>
          <ac:spMkLst>
            <pc:docMk/>
            <pc:sldMk cId="0" sldId="277"/>
            <ac:spMk id="2" creationId="{CFE4FCBB-5CFD-F775-737D-82F54C56F7B0}"/>
          </ac:spMkLst>
        </pc:spChg>
        <pc:spChg chg="del">
          <ac:chgData name="Claudio Stanullo" userId="dba1d744-7cfc-492a-9ae8-eb2056c5920d" providerId="ADAL" clId="{0014E2D0-9B37-4D88-9C4D-8C300ABDD0C2}" dt="2026-07-06T09:48:33.260" v="22" actId="478"/>
          <ac:spMkLst>
            <pc:docMk/>
            <pc:sldMk cId="0" sldId="277"/>
            <ac:spMk id="1439583686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1:17.349" v="54"/>
        <pc:sldMkLst>
          <pc:docMk/>
          <pc:sldMk cId="0" sldId="278"/>
        </pc:sldMkLst>
        <pc:spChg chg="add mod">
          <ac:chgData name="Claudio Stanullo" userId="dba1d744-7cfc-492a-9ae8-eb2056c5920d" providerId="ADAL" clId="{0014E2D0-9B37-4D88-9C4D-8C300ABDD0C2}" dt="2026-07-06T09:51:17.349" v="54"/>
          <ac:spMkLst>
            <pc:docMk/>
            <pc:sldMk cId="0" sldId="278"/>
            <ac:spMk id="2" creationId="{917AADF7-1728-806C-D015-726D3A2AFFDE}"/>
          </ac:spMkLst>
        </pc:spChg>
        <pc:spChg chg="del">
          <ac:chgData name="Claudio Stanullo" userId="dba1d744-7cfc-492a-9ae8-eb2056c5920d" providerId="ADAL" clId="{0014E2D0-9B37-4D88-9C4D-8C300ABDD0C2}" dt="2026-07-06T09:51:17.070" v="53" actId="478"/>
          <ac:spMkLst>
            <pc:docMk/>
            <pc:sldMk cId="0" sldId="278"/>
            <ac:spMk id="1938295126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42.836" v="79"/>
        <pc:sldMkLst>
          <pc:docMk/>
          <pc:sldMk cId="0" sldId="279"/>
        </pc:sldMkLst>
        <pc:spChg chg="add mod">
          <ac:chgData name="Claudio Stanullo" userId="dba1d744-7cfc-492a-9ae8-eb2056c5920d" providerId="ADAL" clId="{0014E2D0-9B37-4D88-9C4D-8C300ABDD0C2}" dt="2026-07-06T09:52:42.836" v="79"/>
          <ac:spMkLst>
            <pc:docMk/>
            <pc:sldMk cId="0" sldId="279"/>
            <ac:spMk id="2" creationId="{D5A774DB-80FF-023B-D878-E4F3B6A1E4F3}"/>
          </ac:spMkLst>
        </pc:spChg>
        <pc:spChg chg="del">
          <ac:chgData name="Claudio Stanullo" userId="dba1d744-7cfc-492a-9ae8-eb2056c5920d" providerId="ADAL" clId="{0014E2D0-9B37-4D88-9C4D-8C300ABDD0C2}" dt="2026-07-06T09:52:42.599" v="78" actId="478"/>
          <ac:spMkLst>
            <pc:docMk/>
            <pc:sldMk cId="0" sldId="279"/>
            <ac:spMk id="1471110258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49:57.289" v="32"/>
        <pc:sldMkLst>
          <pc:docMk/>
          <pc:sldMk cId="0" sldId="280"/>
        </pc:sldMkLst>
        <pc:spChg chg="add mod">
          <ac:chgData name="Claudio Stanullo" userId="dba1d744-7cfc-492a-9ae8-eb2056c5920d" providerId="ADAL" clId="{0014E2D0-9B37-4D88-9C4D-8C300ABDD0C2}" dt="2026-07-06T09:49:57.289" v="32"/>
          <ac:spMkLst>
            <pc:docMk/>
            <pc:sldMk cId="0" sldId="280"/>
            <ac:spMk id="2" creationId="{A732D6D2-329E-7606-4EB7-98489C3A0CA3}"/>
          </ac:spMkLst>
        </pc:spChg>
        <pc:spChg chg="del">
          <ac:chgData name="Claudio Stanullo" userId="dba1d744-7cfc-492a-9ae8-eb2056c5920d" providerId="ADAL" clId="{0014E2D0-9B37-4D88-9C4D-8C300ABDD0C2}" dt="2026-07-06T09:48:39.969" v="23" actId="478"/>
          <ac:spMkLst>
            <pc:docMk/>
            <pc:sldMk cId="0" sldId="280"/>
            <ac:spMk id="364635336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1:23.987" v="56"/>
        <pc:sldMkLst>
          <pc:docMk/>
          <pc:sldMk cId="0" sldId="281"/>
        </pc:sldMkLst>
        <pc:spChg chg="add mod">
          <ac:chgData name="Claudio Stanullo" userId="dba1d744-7cfc-492a-9ae8-eb2056c5920d" providerId="ADAL" clId="{0014E2D0-9B37-4D88-9C4D-8C300ABDD0C2}" dt="2026-07-06T09:51:23.987" v="56"/>
          <ac:spMkLst>
            <pc:docMk/>
            <pc:sldMk cId="0" sldId="281"/>
            <ac:spMk id="2" creationId="{2BE450F2-CDF3-6E62-3B1C-1E1FA9DB9554}"/>
          </ac:spMkLst>
        </pc:spChg>
        <pc:spChg chg="del">
          <ac:chgData name="Claudio Stanullo" userId="dba1d744-7cfc-492a-9ae8-eb2056c5920d" providerId="ADAL" clId="{0014E2D0-9B37-4D88-9C4D-8C300ABDD0C2}" dt="2026-07-06T09:51:23.773" v="55" actId="478"/>
          <ac:spMkLst>
            <pc:docMk/>
            <pc:sldMk cId="0" sldId="281"/>
            <ac:spMk id="513118115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49.335" v="81"/>
        <pc:sldMkLst>
          <pc:docMk/>
          <pc:sldMk cId="0" sldId="282"/>
        </pc:sldMkLst>
        <pc:spChg chg="add mod">
          <ac:chgData name="Claudio Stanullo" userId="dba1d744-7cfc-492a-9ae8-eb2056c5920d" providerId="ADAL" clId="{0014E2D0-9B37-4D88-9C4D-8C300ABDD0C2}" dt="2026-07-06T09:52:49.335" v="81"/>
          <ac:spMkLst>
            <pc:docMk/>
            <pc:sldMk cId="0" sldId="282"/>
            <ac:spMk id="2" creationId="{BF256C1E-A151-9706-6369-24CF4B742D3E}"/>
          </ac:spMkLst>
        </pc:spChg>
        <pc:spChg chg="del">
          <ac:chgData name="Claudio Stanullo" userId="dba1d744-7cfc-492a-9ae8-eb2056c5920d" providerId="ADAL" clId="{0014E2D0-9B37-4D88-9C4D-8C300ABDD0C2}" dt="2026-07-06T09:52:49.151" v="80" actId="478"/>
          <ac:spMkLst>
            <pc:docMk/>
            <pc:sldMk cId="0" sldId="282"/>
            <ac:spMk id="636836573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0:00.306" v="33"/>
        <pc:sldMkLst>
          <pc:docMk/>
          <pc:sldMk cId="0" sldId="283"/>
        </pc:sldMkLst>
        <pc:spChg chg="add mod">
          <ac:chgData name="Claudio Stanullo" userId="dba1d744-7cfc-492a-9ae8-eb2056c5920d" providerId="ADAL" clId="{0014E2D0-9B37-4D88-9C4D-8C300ABDD0C2}" dt="2026-07-06T09:50:00.306" v="33"/>
          <ac:spMkLst>
            <pc:docMk/>
            <pc:sldMk cId="0" sldId="283"/>
            <ac:spMk id="2" creationId="{C1362B02-AD8D-9C84-DF43-3C00C61F6EA4}"/>
          </ac:spMkLst>
        </pc:spChg>
        <pc:spChg chg="del">
          <ac:chgData name="Claudio Stanullo" userId="dba1d744-7cfc-492a-9ae8-eb2056c5920d" providerId="ADAL" clId="{0014E2D0-9B37-4D88-9C4D-8C300ABDD0C2}" dt="2026-07-06T09:48:47.117" v="24" actId="478"/>
          <ac:spMkLst>
            <pc:docMk/>
            <pc:sldMk cId="0" sldId="283"/>
            <ac:spMk id="1598140925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1:31.530" v="58"/>
        <pc:sldMkLst>
          <pc:docMk/>
          <pc:sldMk cId="0" sldId="284"/>
        </pc:sldMkLst>
        <pc:spChg chg="add mod">
          <ac:chgData name="Claudio Stanullo" userId="dba1d744-7cfc-492a-9ae8-eb2056c5920d" providerId="ADAL" clId="{0014E2D0-9B37-4D88-9C4D-8C300ABDD0C2}" dt="2026-07-06T09:51:31.530" v="58"/>
          <ac:spMkLst>
            <pc:docMk/>
            <pc:sldMk cId="0" sldId="284"/>
            <ac:spMk id="2" creationId="{B24B4EB0-AE40-7752-64E0-20B01A5DA22F}"/>
          </ac:spMkLst>
        </pc:spChg>
        <pc:spChg chg="del">
          <ac:chgData name="Claudio Stanullo" userId="dba1d744-7cfc-492a-9ae8-eb2056c5920d" providerId="ADAL" clId="{0014E2D0-9B37-4D88-9C4D-8C300ABDD0C2}" dt="2026-07-06T09:51:31.317" v="57" actId="478"/>
          <ac:spMkLst>
            <pc:docMk/>
            <pc:sldMk cId="0" sldId="284"/>
            <ac:spMk id="119648653" creationId="{00000000-0000-0000-0000-000000000000}"/>
          </ac:spMkLst>
        </pc:spChg>
      </pc:sldChg>
      <pc:sldChg chg="addSp delSp modSp mod">
        <pc:chgData name="Claudio Stanullo" userId="dba1d744-7cfc-492a-9ae8-eb2056c5920d" providerId="ADAL" clId="{0014E2D0-9B37-4D88-9C4D-8C300ABDD0C2}" dt="2026-07-06T09:52:55.952" v="83"/>
        <pc:sldMkLst>
          <pc:docMk/>
          <pc:sldMk cId="0" sldId="285"/>
        </pc:sldMkLst>
        <pc:spChg chg="add mod">
          <ac:chgData name="Claudio Stanullo" userId="dba1d744-7cfc-492a-9ae8-eb2056c5920d" providerId="ADAL" clId="{0014E2D0-9B37-4D88-9C4D-8C300ABDD0C2}" dt="2026-07-06T09:52:55.952" v="83"/>
          <ac:spMkLst>
            <pc:docMk/>
            <pc:sldMk cId="0" sldId="285"/>
            <ac:spMk id="2" creationId="{87134AF7-4336-661F-C13C-BE36299D4A17}"/>
          </ac:spMkLst>
        </pc:spChg>
        <pc:spChg chg="del">
          <ac:chgData name="Claudio Stanullo" userId="dba1d744-7cfc-492a-9ae8-eb2056c5920d" providerId="ADAL" clId="{0014E2D0-9B37-4D88-9C4D-8C300ABDD0C2}" dt="2026-07-06T09:52:55.766" v="82" actId="478"/>
          <ac:spMkLst>
            <pc:docMk/>
            <pc:sldMk cId="0" sldId="285"/>
            <ac:spMk id="6932439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72043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57110868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9BAC601-79EC-4230-922D-8A80BCD7E733}" type="datetimeFigureOut">
              <a:rPr lang="en-CA"/>
              <a:t>2026-07-06</a:t>
            </a:fld>
            <a:endParaRPr lang="en-CA"/>
          </a:p>
        </p:txBody>
      </p:sp>
      <p:sp>
        <p:nvSpPr>
          <p:cNvPr id="1331247549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CA"/>
          </a:p>
        </p:txBody>
      </p:sp>
      <p:sp>
        <p:nvSpPr>
          <p:cNvPr id="1601075342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CA"/>
          </a:p>
        </p:txBody>
      </p:sp>
      <p:sp>
        <p:nvSpPr>
          <p:cNvPr id="1906009553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62399794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446FB33-408D-4E42-9983-6C93B3CEFE46}" type="slidenum">
              <a:rPr lang="en-CA"/>
              <a:t>‹Nr.›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769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41781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4369983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</a:t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1790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13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5663998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</a:t>
            </a:fld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75105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15092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263126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364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84428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7154149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4</a:t>
            </a:fld>
            <a:endParaRPr lang="en-C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23489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87053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313797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5</a:t>
            </a:fld>
            <a:endParaRPr lang="en-C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68220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57811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8875375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6</a:t>
            </a:fld>
            <a:endParaRPr lang="en-C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9815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20144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6574104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7</a:t>
            </a:fld>
            <a:endParaRPr lang="en-C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8668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6068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8222278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8</a:t>
            </a:fld>
            <a:endParaRPr lang="en-C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51018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69075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6620188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9</a:t>
            </a:fld>
            <a:endParaRPr lang="en-CA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16221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01886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1731124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10</a:t>
            </a:fld>
            <a:endParaRPr lang="en-CA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92837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06530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7102912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11</a:t>
            </a:fld>
            <a:endParaRPr lang="en-CA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7006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91571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272960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12</a:t>
            </a:fld>
            <a:endParaRPr lang="en-CA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8132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48162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0950152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13</a:t>
            </a:fld>
            <a:endParaRPr lang="en-CA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41577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09663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190862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14</a:t>
            </a:fld>
            <a:endParaRPr lang="en-CA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0315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6189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4787251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15</a:t>
            </a:fld>
            <a:endParaRPr lang="en-CA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17561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88901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3425946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16</a:t>
            </a:fld>
            <a:endParaRPr lang="en-CA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23715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77725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5261137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17</a:t>
            </a:fld>
            <a:endParaRPr lang="en-CA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20868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35564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5707508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18</a:t>
            </a:fld>
            <a:endParaRPr lang="en-CA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1340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00352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3147726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19</a:t>
            </a:fld>
            <a:endParaRPr lang="en-CA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3270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1798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6091306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20</a:t>
            </a:fld>
            <a:endParaRPr lang="en-CA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90867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31049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0554289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21</a:t>
            </a:fld>
            <a:endParaRPr lang="en-CA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78603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88944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8645661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22</a:t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3925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69528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4420289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23</a:t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41316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02081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5875838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24</a:t>
            </a:fld>
            <a:endParaRPr lang="en-CA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74249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60556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8936550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25</a:t>
            </a:fld>
            <a:endParaRPr lang="en-CA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5920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8988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1046487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26</a:t>
            </a:fld>
            <a:endParaRPr lang="en-CA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9872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92743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2201808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27</a:t>
            </a:fld>
            <a:endParaRPr lang="en-CA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4250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91797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6394981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28</a:t>
            </a:fld>
            <a:endParaRPr lang="en-CA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6260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43119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4984098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29</a:t>
            </a:fld>
            <a:endParaRPr lang="en-CA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53798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90259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0648912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4446FB33-408D-4E42-9983-6C93B3CEFE46}" type="slidenum">
              <a:rPr lang="en-CA"/>
              <a:t>30</a:t>
            </a:fld>
            <a:endParaRPr lang="en-C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_Simpl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796780" name="Rechteck 43"/>
          <p:cNvSpPr/>
          <p:nvPr userDrawn="1"/>
        </p:nvSpPr>
        <p:spPr bwMode="white">
          <a:xfrm>
            <a:off x="1381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89804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613471519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Add presentation titlE</a:t>
            </a:r>
            <a:endParaRPr lang="en-CA"/>
          </a:p>
        </p:txBody>
      </p:sp>
      <p:sp>
        <p:nvSpPr>
          <p:cNvPr id="1062114119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MHP Quote-No. </a:t>
            </a:r>
            <a:endParaRPr lang="en-CA"/>
          </a:p>
        </p:txBody>
      </p:sp>
      <p:grpSp>
        <p:nvGrpSpPr>
          <p:cNvPr id="292034390" name="Gruppieren 14"/>
          <p:cNvGrpSpPr/>
          <p:nvPr userDrawn="1"/>
        </p:nvGrpSpPr>
        <p:grpSpPr bwMode="black">
          <a:xfrm>
            <a:off x="5051482" y="1484313"/>
            <a:ext cx="2089038" cy="833340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42581431" name="Textplatzhalter 4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Place, Date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_Client Logo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79101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1690958955" name="Gruppieren 14"/>
          <p:cNvGrpSpPr/>
          <p:nvPr/>
        </p:nvGrpSpPr>
        <p:grpSpPr bwMode="black">
          <a:xfrm>
            <a:off x="6678254" y="1489175"/>
            <a:ext cx="1750997" cy="698495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64978054" name="Text Placeholder 35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570471" y="1484313"/>
            <a:ext cx="1943100" cy="6984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en-CA"/>
              <a:t>Dedicated placeholder for client logo</a:t>
            </a:r>
            <a:endParaRPr/>
          </a:p>
        </p:txBody>
      </p:sp>
      <p:sp>
        <p:nvSpPr>
          <p:cNvPr id="983692951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3350659"/>
            <a:ext cx="9144000" cy="553998"/>
          </a:xfrm>
        </p:spPr>
        <p:txBody>
          <a:bodyPr vert="horz" anchor="t"/>
          <a:lstStyle>
            <a:lvl1pPr algn="ctr">
              <a:defRPr sz="36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Add presentation titlE</a:t>
            </a:r>
            <a:endParaRPr lang="en-CA"/>
          </a:p>
        </p:txBody>
      </p:sp>
      <p:sp>
        <p:nvSpPr>
          <p:cNvPr id="193357929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524000" y="5441245"/>
            <a:ext cx="9144000" cy="276999"/>
          </a:xfrm>
        </p:spPr>
        <p:txBody>
          <a:bodyPr>
            <a:spAutoFit/>
          </a:bodyPr>
          <a:lstStyle>
            <a:lvl1pPr marL="0" indent="0" algn="ctr">
              <a:buNone/>
              <a:defRPr sz="1800" cap="all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MHP Quote-No. </a:t>
            </a:r>
            <a:endParaRPr lang="en-CA"/>
          </a:p>
        </p:txBody>
      </p:sp>
      <p:sp>
        <p:nvSpPr>
          <p:cNvPr id="867925034" name="Textplatzhalter 4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58009" y="6019840"/>
            <a:ext cx="1103602" cy="361910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ctr">
              <a:buNone/>
              <a:defRPr sz="1200" cap="all">
                <a:solidFill>
                  <a:schemeClr val="bg1"/>
                </a:solidFill>
              </a:defRPr>
            </a:lvl1pPr>
            <a:lvl2pPr marL="252000" indent="0" algn="ctr">
              <a:buNone/>
              <a:defRPr>
                <a:solidFill>
                  <a:schemeClr val="bg1"/>
                </a:solidFill>
              </a:defRPr>
            </a:lvl2pPr>
            <a:lvl3pPr marL="504000" indent="0" algn="ctr">
              <a:buNone/>
              <a:defRPr>
                <a:solidFill>
                  <a:schemeClr val="bg1"/>
                </a:solidFill>
              </a:defRPr>
            </a:lvl3pPr>
            <a:lvl4pPr marL="756000" indent="0" algn="ctr">
              <a:buNone/>
              <a:defRPr>
                <a:solidFill>
                  <a:schemeClr val="bg1"/>
                </a:solidFill>
              </a:defRPr>
            </a:lvl4pPr>
            <a:lvl5pPr marL="10080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Place, Date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Agenda white_2 line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432509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63148174" name="Rechteck 5"/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34390710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425076364" name="Textfeld 44"/>
          <p:cNvSpPr txBox="1"/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26074118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713B47-FDFD-44F6-B33D-CFB4326DB920}" type="datetime1">
              <a:rPr lang="de-DE"/>
              <a:t>06.07.2026</a:t>
            </a:fld>
            <a:endParaRPr lang="en-CA"/>
          </a:p>
        </p:txBody>
      </p:sp>
      <p:sp>
        <p:nvSpPr>
          <p:cNvPr id="317573102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766003221" name="Rechteck 6"/>
          <p:cNvSpPr/>
          <p:nvPr userDrawn="1"/>
        </p:nvSpPr>
        <p:spPr bwMode="ltGray">
          <a:xfrm>
            <a:off x="0" y="9625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grpSp>
        <p:nvGrpSpPr>
          <p:cNvPr id="90525259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56255966" name="Textplatzhalter 8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1503721912" name="Textplatzhalter 82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321451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260756561" name="Textplatzhalter 82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4321451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1965920992" name="Textplatzhalter 82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1007483075" name="Textplatzhalter 82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4321451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1443134077" name="Textplatzhalter 82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4321451" y="3919795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567211371" name="Textplatzhalter 82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1116396088" name="Textplatzhalter 82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4321451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462739465" name="Textplatzhalter 82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4321451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428613710" name="Textplatzhalter 82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1477475992" name="Textplatzhalter 82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4321451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1862718251" name="Textplatzhalter 82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4321451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1630564920" name="Textplatzhalter 82"/>
          <p:cNvSpPr>
            <a:spLocks noGrp="1"/>
          </p:cNvSpPr>
          <p:nvPr>
            <p:ph type="body" sz="quarter" idx="63" hasCustomPrompt="1"/>
          </p:nvPr>
        </p:nvSpPr>
        <p:spPr bwMode="auto"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05</a:t>
            </a:r>
            <a:endParaRPr lang="en-CA"/>
          </a:p>
        </p:txBody>
      </p:sp>
      <p:sp>
        <p:nvSpPr>
          <p:cNvPr id="490394604" name="Textplatzhalter 82"/>
          <p:cNvSpPr>
            <a:spLocks noGrp="1"/>
          </p:cNvSpPr>
          <p:nvPr>
            <p:ph type="body" sz="quarter" idx="55" hasCustomPrompt="1"/>
          </p:nvPr>
        </p:nvSpPr>
        <p:spPr bwMode="auto">
          <a:xfrm>
            <a:off x="8544015" y="2591136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5</a:t>
            </a:r>
            <a:endParaRPr lang="en-CA"/>
          </a:p>
        </p:txBody>
      </p:sp>
      <p:sp>
        <p:nvSpPr>
          <p:cNvPr id="831708587" name="Textplatzhalter 82"/>
          <p:cNvSpPr>
            <a:spLocks noGrp="1"/>
          </p:cNvSpPr>
          <p:nvPr>
            <p:ph type="body" sz="quarter" idx="56" hasCustomPrompt="1"/>
          </p:nvPr>
        </p:nvSpPr>
        <p:spPr bwMode="auto">
          <a:xfrm>
            <a:off x="8544015" y="2938873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1239787403" name="Textplatzhalter 82"/>
          <p:cNvSpPr>
            <a:spLocks noGrp="1"/>
          </p:cNvSpPr>
          <p:nvPr>
            <p:ph type="body" sz="quarter" idx="64" hasCustomPrompt="1"/>
          </p:nvPr>
        </p:nvSpPr>
        <p:spPr bwMode="auto"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06</a:t>
            </a:r>
            <a:endParaRPr lang="en-CA"/>
          </a:p>
        </p:txBody>
      </p:sp>
      <p:sp>
        <p:nvSpPr>
          <p:cNvPr id="641254518" name="Textplatzhalter 82"/>
          <p:cNvSpPr>
            <a:spLocks noGrp="1"/>
          </p:cNvSpPr>
          <p:nvPr>
            <p:ph type="body" sz="quarter" idx="57" hasCustomPrompt="1"/>
          </p:nvPr>
        </p:nvSpPr>
        <p:spPr bwMode="auto">
          <a:xfrm>
            <a:off x="8544015" y="3572059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6</a:t>
            </a:r>
            <a:endParaRPr lang="en-CA"/>
          </a:p>
        </p:txBody>
      </p:sp>
      <p:sp>
        <p:nvSpPr>
          <p:cNvPr id="1637774811" name="Textplatzhalter 82"/>
          <p:cNvSpPr>
            <a:spLocks noGrp="1"/>
          </p:cNvSpPr>
          <p:nvPr>
            <p:ph type="body" sz="quarter" idx="58" hasCustomPrompt="1"/>
          </p:nvPr>
        </p:nvSpPr>
        <p:spPr bwMode="auto">
          <a:xfrm>
            <a:off x="8544015" y="3919795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1214588491" name="Textplatzhalter 82"/>
          <p:cNvSpPr>
            <a:spLocks noGrp="1"/>
          </p:cNvSpPr>
          <p:nvPr>
            <p:ph type="body" sz="quarter" idx="65" hasCustomPrompt="1"/>
          </p:nvPr>
        </p:nvSpPr>
        <p:spPr bwMode="auto"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07</a:t>
            </a:r>
            <a:endParaRPr lang="en-CA"/>
          </a:p>
        </p:txBody>
      </p:sp>
      <p:sp>
        <p:nvSpPr>
          <p:cNvPr id="1600501273" name="Textplatzhalter 82"/>
          <p:cNvSpPr>
            <a:spLocks noGrp="1"/>
          </p:cNvSpPr>
          <p:nvPr>
            <p:ph type="body" sz="quarter" idx="59" hasCustomPrompt="1"/>
          </p:nvPr>
        </p:nvSpPr>
        <p:spPr bwMode="auto">
          <a:xfrm>
            <a:off x="8544015" y="4552982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7</a:t>
            </a:r>
            <a:endParaRPr lang="en-CA"/>
          </a:p>
        </p:txBody>
      </p:sp>
      <p:sp>
        <p:nvSpPr>
          <p:cNvPr id="952895333" name="Textplatzhalter 82"/>
          <p:cNvSpPr>
            <a:spLocks noGrp="1"/>
          </p:cNvSpPr>
          <p:nvPr>
            <p:ph type="body" sz="quarter" idx="60" hasCustomPrompt="1"/>
          </p:nvPr>
        </p:nvSpPr>
        <p:spPr bwMode="auto">
          <a:xfrm>
            <a:off x="8544015" y="4900719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755430650" name="Textplatzhalter 82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08</a:t>
            </a:r>
            <a:endParaRPr lang="en-CA"/>
          </a:p>
        </p:txBody>
      </p:sp>
      <p:sp>
        <p:nvSpPr>
          <p:cNvPr id="1189480179" name="Textplatzhalter 82"/>
          <p:cNvSpPr>
            <a:spLocks noGrp="1"/>
          </p:cNvSpPr>
          <p:nvPr>
            <p:ph type="body" sz="quarter" idx="61" hasCustomPrompt="1"/>
          </p:nvPr>
        </p:nvSpPr>
        <p:spPr bwMode="auto">
          <a:xfrm>
            <a:off x="8544015" y="5533905"/>
            <a:ext cx="3240000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8</a:t>
            </a:r>
            <a:endParaRPr lang="en-CA"/>
          </a:p>
        </p:txBody>
      </p:sp>
      <p:sp>
        <p:nvSpPr>
          <p:cNvPr id="664743280" name="Textplatzhalter 82"/>
          <p:cNvSpPr>
            <a:spLocks noGrp="1"/>
          </p:cNvSpPr>
          <p:nvPr>
            <p:ph type="body" sz="quarter" idx="62" hasCustomPrompt="1"/>
          </p:nvPr>
        </p:nvSpPr>
        <p:spPr bwMode="auto">
          <a:xfrm>
            <a:off x="8544015" y="5881642"/>
            <a:ext cx="3240000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de-DE"/>
              <a:t>Details (presenter / schedule)</a:t>
            </a:r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Agenda whit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072562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853831470" name="Rechteck 5"/>
          <p:cNvSpPr/>
          <p:nvPr userDrawn="1"/>
        </p:nvSpPr>
        <p:spPr bwMode="white">
          <a:xfrm>
            <a:off x="3207657" y="0"/>
            <a:ext cx="898434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26278306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3589931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950622792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2713B47-FDFD-44F6-B33D-CFB4326DB920}" type="datetime1">
              <a:rPr lang="de-DE"/>
              <a:t>06.07.2026</a:t>
            </a:fld>
            <a:endParaRPr lang="en-CA"/>
          </a:p>
        </p:txBody>
      </p:sp>
      <p:sp>
        <p:nvSpPr>
          <p:cNvPr id="193054654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743908474" name="Textplatzhalter 82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3589931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210822964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321451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331990174" name="Textplatzhalter 82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3589931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853916017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321451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1089007278" name="Textplatzhalter 82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3589931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1682096856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321451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92170597" name="Textplatzhalter 82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3589931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527365146" name="Textplatzhalter 8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321451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1015333847" name="Textplatzhalter 82"/>
          <p:cNvSpPr>
            <a:spLocks noGrp="1"/>
          </p:cNvSpPr>
          <p:nvPr>
            <p:ph type="body" sz="quarter" idx="63" hasCustomPrompt="1"/>
          </p:nvPr>
        </p:nvSpPr>
        <p:spPr bwMode="auto">
          <a:xfrm>
            <a:off x="7812495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05</a:t>
            </a:r>
            <a:endParaRPr lang="en-CA"/>
          </a:p>
        </p:txBody>
      </p:sp>
      <p:sp>
        <p:nvSpPr>
          <p:cNvPr id="852450646" name="Textplatzhalter 8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544013" y="266790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656983922" name="Textplatzhalter 82"/>
          <p:cNvSpPr>
            <a:spLocks noGrp="1"/>
          </p:cNvSpPr>
          <p:nvPr>
            <p:ph type="body" sz="quarter" idx="64" hasCustomPrompt="1"/>
          </p:nvPr>
        </p:nvSpPr>
        <p:spPr bwMode="auto">
          <a:xfrm>
            <a:off x="7812495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06</a:t>
            </a:r>
            <a:endParaRPr lang="en-CA"/>
          </a:p>
        </p:txBody>
      </p:sp>
      <p:sp>
        <p:nvSpPr>
          <p:cNvPr id="1330816295" name="Textplatzhalter 82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544013" y="364002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792675069" name="Textplatzhalter 82"/>
          <p:cNvSpPr>
            <a:spLocks noGrp="1"/>
          </p:cNvSpPr>
          <p:nvPr>
            <p:ph type="body" sz="quarter" idx="65" hasCustomPrompt="1"/>
          </p:nvPr>
        </p:nvSpPr>
        <p:spPr bwMode="auto">
          <a:xfrm>
            <a:off x="7812495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07</a:t>
            </a:r>
            <a:endParaRPr lang="en-CA"/>
          </a:p>
        </p:txBody>
      </p:sp>
      <p:sp>
        <p:nvSpPr>
          <p:cNvPr id="753708119" name="Textplatzhalter 82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544013" y="4612141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832074219" name="Textplatzhalter 82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7812495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08</a:t>
            </a:r>
            <a:endParaRPr lang="en-CA"/>
          </a:p>
        </p:txBody>
      </p:sp>
      <p:sp>
        <p:nvSpPr>
          <p:cNvPr id="894307417" name="Textplatzhalter 82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8544013" y="5584262"/>
            <a:ext cx="3240000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919457081" name="Textfeld 44"/>
          <p:cNvSpPr txBox="1"/>
          <p:nvPr userDrawn="1"/>
        </p:nvSpPr>
        <p:spPr bwMode="white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092466641" name="Rechteck 6"/>
          <p:cNvSpPr/>
          <p:nvPr userDrawn="1"/>
        </p:nvSpPr>
        <p:spPr bwMode="ltGray">
          <a:xfrm>
            <a:off x="0" y="0"/>
            <a:ext cx="3207657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grpSp>
        <p:nvGrpSpPr>
          <p:cNvPr id="101977392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Agenda blue_2 lines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508086" name="Rechteck 56"/>
          <p:cNvSpPr/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43379375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253532936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A226954-6933-4634-9F99-3CCD2EC48874}" type="datetime1">
              <a:rPr lang="de-DE"/>
              <a:t>06.07.2026</a:t>
            </a:fld>
            <a:endParaRPr lang="en-CA"/>
          </a:p>
        </p:txBody>
      </p:sp>
      <p:sp>
        <p:nvSpPr>
          <p:cNvPr id="1675598780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831894085" name="Textplatzhalter 8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1682344419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387340" y="2591136"/>
            <a:ext cx="6401434" cy="276999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571174586" name="Textplatzhalter 8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387340" y="2938873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726780015" name="Textplatzhalter 8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1608994544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87340" y="3572059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64340963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387340" y="3919795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1619350551" name="Textfeld 7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40099559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339047121" name="Textplatzhalter 82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1058971812" name="Textplatzhalter 8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387340" y="4552982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2020780968" name="Textplatzhalter 8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387340" y="4900719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(presenter / schedule)</a:t>
            </a:r>
            <a:endParaRPr lang="en-CA"/>
          </a:p>
        </p:txBody>
      </p:sp>
      <p:sp>
        <p:nvSpPr>
          <p:cNvPr id="1177711203" name="Textplatzhalter 8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518784235" name="Textplatzhalter 8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387340" y="5533905"/>
            <a:ext cx="6401434" cy="215444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690081298" name="Textplatzhalter 82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387340" y="5881642"/>
            <a:ext cx="6401434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Details (presenter / schedule)</a:t>
            </a:r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Agenda blue_single lin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8232" name="Rechteck 56"/>
          <p:cNvSpPr/>
          <p:nvPr userDrawn="1"/>
        </p:nvSpPr>
        <p:spPr bwMode="white">
          <a:xfrm>
            <a:off x="0" y="0"/>
            <a:ext cx="12192000" cy="6857999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364403386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3490912" cy="677108"/>
          </a:xfrm>
        </p:spPr>
        <p:txBody>
          <a:bodyPr vert="horz"/>
          <a:lstStyle>
            <a:lvl1pPr>
              <a:defRPr sz="4400" cap="all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Agenda</a:t>
            </a:r>
            <a:endParaRPr lang="en-CA"/>
          </a:p>
        </p:txBody>
      </p:sp>
      <p:sp>
        <p:nvSpPr>
          <p:cNvPr id="1943721897" name="Textplatzhalter 82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655820" y="2553355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01</a:t>
            </a:r>
            <a:endParaRPr lang="en-CA"/>
          </a:p>
        </p:txBody>
      </p:sp>
      <p:sp>
        <p:nvSpPr>
          <p:cNvPr id="1390354031" name="Textplatzhalter 8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387340" y="2661076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1</a:t>
            </a:r>
            <a:endParaRPr lang="en-CA"/>
          </a:p>
        </p:txBody>
      </p:sp>
      <p:sp>
        <p:nvSpPr>
          <p:cNvPr id="1156171949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A226954-6933-4634-9F99-3CCD2EC48874}" type="datetime1">
              <a:rPr lang="de-DE"/>
              <a:t>06.07.2026</a:t>
            </a:fld>
            <a:endParaRPr lang="en-CA"/>
          </a:p>
        </p:txBody>
      </p:sp>
      <p:sp>
        <p:nvSpPr>
          <p:cNvPr id="1766593543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39079808" name="Textplatzhalter 82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4655820" y="3526084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02</a:t>
            </a:r>
            <a:endParaRPr lang="en-CA"/>
          </a:p>
        </p:txBody>
      </p:sp>
      <p:sp>
        <p:nvSpPr>
          <p:cNvPr id="794435773" name="Textplatzhalter 8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387340" y="3633805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2</a:t>
            </a:r>
            <a:endParaRPr lang="en-CA"/>
          </a:p>
        </p:txBody>
      </p:sp>
      <p:sp>
        <p:nvSpPr>
          <p:cNvPr id="1385781214" name="Textplatzhalter 82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655820" y="4498813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03</a:t>
            </a:r>
            <a:endParaRPr lang="en-CA"/>
          </a:p>
        </p:txBody>
      </p:sp>
      <p:sp>
        <p:nvSpPr>
          <p:cNvPr id="411932475" name="Textplatzhalter 8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387340" y="4606534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3</a:t>
            </a:r>
            <a:endParaRPr lang="en-CA"/>
          </a:p>
        </p:txBody>
      </p:sp>
      <p:sp>
        <p:nvSpPr>
          <p:cNvPr id="1710955872" name="Textplatzhalter 8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655820" y="5471542"/>
            <a:ext cx="548005" cy="430887"/>
          </a:xfrm>
        </p:spPr>
        <p:txBody>
          <a:bodyPr wrap="square" anchor="ctr">
            <a:spAutoFit/>
          </a:bodyPr>
          <a:lstStyle>
            <a:lvl1pPr marL="0" indent="0" algn="r">
              <a:buNone/>
              <a:defRPr sz="2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04</a:t>
            </a:r>
            <a:endParaRPr lang="en-CA"/>
          </a:p>
        </p:txBody>
      </p:sp>
      <p:sp>
        <p:nvSpPr>
          <p:cNvPr id="952963605" name="Textplatzhalter 8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387340" y="5579263"/>
            <a:ext cx="6401434" cy="215444"/>
          </a:xfrm>
        </p:spPr>
        <p:txBody>
          <a:bodyPr wrap="square" anchor="ctr">
            <a:sp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Topic 4</a:t>
            </a:r>
            <a:endParaRPr lang="en-CA"/>
          </a:p>
        </p:txBody>
      </p:sp>
      <p:sp>
        <p:nvSpPr>
          <p:cNvPr id="201909944" name="Textfeld 7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30475307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apter &amp; imag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916769" name="Bildplatzhalter 39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647208661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93865572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338201935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35560750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5CBF7A-EE0B-4631-A87E-2CBB37A3E089}" type="datetime1">
              <a:rPr lang="de-DE"/>
              <a:t>06.07.2026</a:t>
            </a:fld>
            <a:endParaRPr lang="en-CA"/>
          </a:p>
        </p:txBody>
      </p:sp>
      <p:sp>
        <p:nvSpPr>
          <p:cNvPr id="150293510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85874824" name="Textplatzhalt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latin typeface="Segoe UI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Chapter &amp; imag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508599" name="Bildplatzhalter 39"/>
          <p:cNvSpPr>
            <a:spLocks noGrp="1"/>
          </p:cNvSpPr>
          <p:nvPr>
            <p:ph type="pic" sz="quarter" idx="13"/>
          </p:nvPr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chemeClr val="bg2"/>
          </a:solidFill>
        </p:spPr>
        <p:txBody>
          <a:bodyPr lIns="144000" tIns="144000" rIns="144000" bIns="144000"/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200898110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655820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69729289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655819" y="3004537"/>
            <a:ext cx="7128193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2039991078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656138" y="4218995"/>
            <a:ext cx="7127875" cy="276999"/>
          </a:xfr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82852772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35CBF7A-EE0B-4631-A87E-2CBB37A3E089}" type="datetime1">
              <a:rPr lang="de-DE"/>
              <a:t>06.07.2026</a:t>
            </a:fld>
            <a:endParaRPr lang="en-CA"/>
          </a:p>
        </p:txBody>
      </p:sp>
      <p:sp>
        <p:nvSpPr>
          <p:cNvPr id="144055319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86780387" name="Textplatzhalt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7987" y="6597650"/>
            <a:ext cx="3306762" cy="153888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 marL="756000" indent="0">
              <a:buNone/>
              <a:defRPr>
                <a:solidFill>
                  <a:schemeClr val="bg1"/>
                </a:solidFill>
              </a:defRPr>
            </a:lvl4pPr>
            <a:lvl5pPr marL="1008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© </a:t>
            </a:r>
            <a:r>
              <a:rPr lang="de-DE" sz="1000">
                <a:solidFill>
                  <a:schemeClr val="bg1"/>
                </a:solidFill>
                <a:latin typeface="Segoe UI"/>
              </a:rPr>
              <a:t>MHP Management- und IT-Beratung GmbH</a:t>
            </a:r>
            <a:r>
              <a:rPr lang="de-DE"/>
              <a:t> </a:t>
            </a:r>
            <a:endParaRPr lang="en-CA"/>
          </a:p>
        </p:txBody>
      </p:sp>
      <p:grpSp>
        <p:nvGrpSpPr>
          <p:cNvPr id="95658057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Chapter slide 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3268885" name="Gruppieren 1"/>
          <p:cNvGrpSpPr/>
          <p:nvPr userDrawn="1"/>
        </p:nvGrpSpPr>
        <p:grpSpPr bwMode="auto">
          <a:xfrm>
            <a:off x="302079" y="0"/>
            <a:ext cx="11587842" cy="6854780"/>
            <a:chOff x="2376487" y="1228725"/>
            <a:chExt cx="7439024" cy="4400550"/>
          </a:xfrm>
        </p:grpSpPr>
        <p:sp>
          <p:nvSpPr>
            <p:cNvPr id="8" name="Freihandform: Form 7"/>
            <p:cNvSpPr/>
            <p:nvPr/>
          </p:nvSpPr>
          <p:spPr bwMode="auto"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9" name="Freihandform: Form 8"/>
            <p:cNvSpPr/>
            <p:nvPr/>
          </p:nvSpPr>
          <p:spPr bwMode="auto"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/>
            <p:cNvSpPr/>
            <p:nvPr/>
          </p:nvSpPr>
          <p:spPr bwMode="auto"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1294448602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138657213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255491500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201245353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CDB484A-FFE6-4ECB-9792-B0EDF5BB6553}" type="datetime1">
              <a:rPr lang="de-DE"/>
              <a:t>06.07.2026</a:t>
            </a:fld>
            <a:endParaRPr lang="en-CA"/>
          </a:p>
        </p:txBody>
      </p:sp>
      <p:sp>
        <p:nvSpPr>
          <p:cNvPr id="124256796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006776899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13727134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Chapter slide imag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412917" name="Rechteck 6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617981721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2123554"/>
            <a:ext cx="1130366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Chapter 00</a:t>
            </a:r>
            <a:endParaRPr/>
          </a:p>
        </p:txBody>
      </p:sp>
      <p:sp>
        <p:nvSpPr>
          <p:cNvPr id="67599006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3004537"/>
            <a:ext cx="7740650" cy="738664"/>
          </a:xfrm>
        </p:spPr>
        <p:txBody>
          <a:bodyPr vert="horz"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Chapter title</a:t>
            </a:r>
            <a:endParaRPr lang="en-CA"/>
          </a:p>
        </p:txBody>
      </p:sp>
      <p:sp>
        <p:nvSpPr>
          <p:cNvPr id="1494891807" name="Textplatzhalt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407988" y="4218995"/>
            <a:ext cx="77406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>
              <a:defRPr/>
            </a:pPr>
            <a:r>
              <a:rPr lang="de-DE"/>
              <a:t>Subtitle</a:t>
            </a:r>
            <a:endParaRPr lang="en-CA"/>
          </a:p>
        </p:txBody>
      </p:sp>
      <p:sp>
        <p:nvSpPr>
          <p:cNvPr id="120934738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CDB484A-FFE6-4ECB-9792-B0EDF5BB6553}" type="datetime1">
              <a:rPr lang="de-DE"/>
              <a:t>06.07.2026</a:t>
            </a:fld>
            <a:endParaRPr lang="en-CA"/>
          </a:p>
        </p:txBody>
      </p:sp>
      <p:sp>
        <p:nvSpPr>
          <p:cNvPr id="207261065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05415335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41641513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&amp;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67744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42110531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04345529" name="Inhaltsplatzhalt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760876323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507F064-BD39-4FE4-B9A2-7344DA85858F}" type="datetime1">
              <a:rPr lang="de-DE"/>
              <a:t>06.07.2026</a:t>
            </a:fld>
            <a:endParaRPr lang="en-CA"/>
          </a:p>
        </p:txBody>
      </p:sp>
      <p:sp>
        <p:nvSpPr>
          <p:cNvPr id="2086623273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&amp; Content blue">
    <p:bg bwMode="auto"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99575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7201248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09755111" name="Inhaltsplatzhalter 2"/>
          <p:cNvSpPr>
            <a:spLocks noGrp="1"/>
          </p:cNvSpPr>
          <p:nvPr>
            <p:ph idx="1" hasCustomPrompt="1"/>
          </p:nvPr>
        </p:nvSpPr>
        <p:spPr bwMode="auto"/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201639996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507F064-BD39-4FE4-B9A2-7344DA85858F}" type="datetime1">
              <a:rPr lang="de-DE"/>
              <a:t>06.07.2026</a:t>
            </a:fld>
            <a:endParaRPr lang="en-CA"/>
          </a:p>
        </p:txBody>
      </p:sp>
      <p:sp>
        <p:nvSpPr>
          <p:cNvPr id="14340149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675437392" name="Textfeld 35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83639190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/3 image righ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23579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151222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98718527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28622682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78196897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48917626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/3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12306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7731184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97320319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7987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54377237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103353142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582698956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767760916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8183563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85758710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/3 image lef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84717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48303676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41734058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407991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154210916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295771" y="1484312"/>
            <a:ext cx="7488238" cy="4897438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43246361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95488862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/3 image left blue">
    <p:bg>
      <p:bgPr>
        <a:gradFill>
          <a:gsLst>
            <a:gs pos="0">
              <a:schemeClr val="accent1"/>
            </a:gs>
            <a:gs pos="100000">
              <a:srgbClr val="3264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9204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7975551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20088724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22609320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295775" y="1484312"/>
            <a:ext cx="7488238" cy="4897438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99851673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149836064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354477269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62746401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/2 image righ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70942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6825437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514192810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407987" y="1484314"/>
            <a:ext cx="5543547" cy="4897436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335731878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6719167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06.07.2026</a:t>
            </a:fld>
            <a:endParaRPr lang="en-CA"/>
          </a:p>
        </p:txBody>
      </p:sp>
      <p:sp>
        <p:nvSpPr>
          <p:cNvPr id="53218216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/2 image righ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89263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82012966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91122729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407987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2033389961" name="Bildplatzhalter 38"/>
          <p:cNvSpPr>
            <a:spLocks noGrp="1"/>
          </p:cNvSpPr>
          <p:nvPr>
            <p:ph type="pic" sz="quarter" idx="16"/>
          </p:nvPr>
        </p:nvSpPr>
        <p:spPr bwMode="auto">
          <a:xfrm>
            <a:off x="6240463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4142544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06.07.2026</a:t>
            </a:fld>
            <a:endParaRPr lang="en-CA"/>
          </a:p>
        </p:txBody>
      </p:sp>
      <p:sp>
        <p:nvSpPr>
          <p:cNvPr id="2089867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504306136" name="Textfeld 34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99641638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/2 image left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8781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115470139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12330641" name="Bildplatzhalter 9"/>
          <p:cNvSpPr>
            <a:spLocks noGrp="1"/>
          </p:cNvSpPr>
          <p:nvPr>
            <p:ph type="pic" sz="quarter" idx="16"/>
          </p:nvPr>
        </p:nvSpPr>
        <p:spPr bwMode="auto">
          <a:xfrm>
            <a:off x="407991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910519383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6240466" y="1484314"/>
            <a:ext cx="5543547" cy="4897436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39171270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06.07.2026</a:t>
            </a:fld>
            <a:endParaRPr lang="en-CA"/>
          </a:p>
        </p:txBody>
      </p:sp>
      <p:sp>
        <p:nvSpPr>
          <p:cNvPr id="55828481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/2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0349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0215004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089638792" name="Bildplatzhalter 38"/>
          <p:cNvSpPr>
            <a:spLocks noGrp="1"/>
          </p:cNvSpPr>
          <p:nvPr>
            <p:ph type="pic" sz="quarter" idx="16"/>
          </p:nvPr>
        </p:nvSpPr>
        <p:spPr bwMode="auto">
          <a:xfrm>
            <a:off x="407987" y="1484314"/>
            <a:ext cx="5543547" cy="4897436"/>
          </a:xfrm>
          <a:custGeom>
            <a:avLst/>
            <a:gdLst>
              <a:gd name="connsiteX0" fmla="*/ 285669 w 5543547"/>
              <a:gd name="connsiteY0" fmla="*/ 0 h 4897436"/>
              <a:gd name="connsiteX1" fmla="*/ 357203 w 5543547"/>
              <a:gd name="connsiteY1" fmla="*/ 0 h 4897436"/>
              <a:gd name="connsiteX2" fmla="*/ 2253673 w 5543547"/>
              <a:gd name="connsiteY2" fmla="*/ 0 h 4897436"/>
              <a:gd name="connsiteX3" fmla="*/ 2325207 w 5543547"/>
              <a:gd name="connsiteY3" fmla="*/ 0 h 4897436"/>
              <a:gd name="connsiteX4" fmla="*/ 3218340 w 5543547"/>
              <a:gd name="connsiteY4" fmla="*/ 0 h 4897436"/>
              <a:gd name="connsiteX5" fmla="*/ 3289874 w 5543547"/>
              <a:gd name="connsiteY5" fmla="*/ 0 h 4897436"/>
              <a:gd name="connsiteX6" fmla="*/ 5186344 w 5543547"/>
              <a:gd name="connsiteY6" fmla="*/ 0 h 4897436"/>
              <a:gd name="connsiteX7" fmla="*/ 5257878 w 5543547"/>
              <a:gd name="connsiteY7" fmla="*/ 0 h 4897436"/>
              <a:gd name="connsiteX8" fmla="*/ 5543547 w 5543547"/>
              <a:gd name="connsiteY8" fmla="*/ 285669 h 4897436"/>
              <a:gd name="connsiteX9" fmla="*/ 5543547 w 5543547"/>
              <a:gd name="connsiteY9" fmla="*/ 1935761 h 4897436"/>
              <a:gd name="connsiteX10" fmla="*/ 5543547 w 5543547"/>
              <a:gd name="connsiteY10" fmla="*/ 2961675 h 4897436"/>
              <a:gd name="connsiteX11" fmla="*/ 5543547 w 5543547"/>
              <a:gd name="connsiteY11" fmla="*/ 4611767 h 4897436"/>
              <a:gd name="connsiteX12" fmla="*/ 5257878 w 5543547"/>
              <a:gd name="connsiteY12" fmla="*/ 4897436 h 4897436"/>
              <a:gd name="connsiteX13" fmla="*/ 5186344 w 5543547"/>
              <a:gd name="connsiteY13" fmla="*/ 4897436 h 4897436"/>
              <a:gd name="connsiteX14" fmla="*/ 3289874 w 5543547"/>
              <a:gd name="connsiteY14" fmla="*/ 4897436 h 4897436"/>
              <a:gd name="connsiteX15" fmla="*/ 3218340 w 5543547"/>
              <a:gd name="connsiteY15" fmla="*/ 4897436 h 4897436"/>
              <a:gd name="connsiteX16" fmla="*/ 2325207 w 5543547"/>
              <a:gd name="connsiteY16" fmla="*/ 4897436 h 4897436"/>
              <a:gd name="connsiteX17" fmla="*/ 2253673 w 5543547"/>
              <a:gd name="connsiteY17" fmla="*/ 4897436 h 4897436"/>
              <a:gd name="connsiteX18" fmla="*/ 357203 w 5543547"/>
              <a:gd name="connsiteY18" fmla="*/ 4897436 h 4897436"/>
              <a:gd name="connsiteX19" fmla="*/ 285669 w 5543547"/>
              <a:gd name="connsiteY19" fmla="*/ 4897436 h 4897436"/>
              <a:gd name="connsiteX20" fmla="*/ 0 w 5543547"/>
              <a:gd name="connsiteY20" fmla="*/ 4611767 h 4897436"/>
              <a:gd name="connsiteX21" fmla="*/ 0 w 5543547"/>
              <a:gd name="connsiteY21" fmla="*/ 2961675 h 4897436"/>
              <a:gd name="connsiteX22" fmla="*/ 0 w 5543547"/>
              <a:gd name="connsiteY22" fmla="*/ 1935761 h 4897436"/>
              <a:gd name="connsiteX23" fmla="*/ 0 w 5543547"/>
              <a:gd name="connsiteY23" fmla="*/ 285669 h 4897436"/>
              <a:gd name="connsiteX24" fmla="*/ 285669 w 5543547"/>
              <a:gd name="connsiteY24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543547" h="4897436" extrusionOk="0">
                <a:moveTo>
                  <a:pt x="285669" y="0"/>
                </a:moveTo>
                <a:lnTo>
                  <a:pt x="357203" y="0"/>
                </a:lnTo>
                <a:lnTo>
                  <a:pt x="2253673" y="0"/>
                </a:lnTo>
                <a:lnTo>
                  <a:pt x="2325207" y="0"/>
                </a:lnTo>
                <a:lnTo>
                  <a:pt x="3218340" y="0"/>
                </a:lnTo>
                <a:lnTo>
                  <a:pt x="3289874" y="0"/>
                </a:lnTo>
                <a:lnTo>
                  <a:pt x="5186344" y="0"/>
                </a:lnTo>
                <a:lnTo>
                  <a:pt x="5257878" y="0"/>
                </a:lnTo>
                <a:cubicBezTo>
                  <a:pt x="5415649" y="0"/>
                  <a:pt x="5543547" y="127898"/>
                  <a:pt x="5543547" y="285669"/>
                </a:cubicBezTo>
                <a:lnTo>
                  <a:pt x="5543547" y="1935761"/>
                </a:lnTo>
                <a:lnTo>
                  <a:pt x="5543547" y="2961675"/>
                </a:lnTo>
                <a:lnTo>
                  <a:pt x="5543547" y="4611767"/>
                </a:lnTo>
                <a:cubicBezTo>
                  <a:pt x="5543547" y="4769538"/>
                  <a:pt x="5415649" y="4897436"/>
                  <a:pt x="5257878" y="4897436"/>
                </a:cubicBezTo>
                <a:lnTo>
                  <a:pt x="5186344" y="4897436"/>
                </a:lnTo>
                <a:lnTo>
                  <a:pt x="3289874" y="4897436"/>
                </a:lnTo>
                <a:lnTo>
                  <a:pt x="3218340" y="4897436"/>
                </a:lnTo>
                <a:lnTo>
                  <a:pt x="2325207" y="4897436"/>
                </a:lnTo>
                <a:lnTo>
                  <a:pt x="2253673" y="4897436"/>
                </a:lnTo>
                <a:lnTo>
                  <a:pt x="357203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872656506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6240463" y="1484314"/>
            <a:ext cx="5543551" cy="4897436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66706680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26D119F-689D-4112-94EF-BACCDDBAD45A}" type="datetime1">
              <a:rPr lang="de-DE"/>
              <a:t>06.07.2026</a:t>
            </a:fld>
            <a:endParaRPr lang="en-CA"/>
          </a:p>
        </p:txBody>
      </p:sp>
      <p:sp>
        <p:nvSpPr>
          <p:cNvPr id="958245407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873465872" name="Textfeld 34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26543615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content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66019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9835341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35828648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151235770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144921629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39196C7-E992-43AB-8F76-578993D9CEAE}" type="datetime1">
              <a:rPr lang="de-DE"/>
              <a:t>06.07.2026</a:t>
            </a:fld>
            <a:endParaRPr lang="en-CA"/>
          </a:p>
        </p:txBody>
      </p:sp>
      <p:sp>
        <p:nvSpPr>
          <p:cNvPr id="334686084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36594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5094361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67384440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965026736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869557594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558CD2-52FA-4D7C-A86C-723F48EB75AD}" type="datetime1">
              <a:rPr lang="de-DE"/>
              <a:t>06.07.2026</a:t>
            </a:fld>
            <a:endParaRPr lang="en-CA"/>
          </a:p>
        </p:txBody>
      </p:sp>
      <p:sp>
        <p:nvSpPr>
          <p:cNvPr id="177733218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401077990" name="Textfeld 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29496163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28645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86250190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78911601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302332600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754669594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245226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99585963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926306"/>
            <a:ext cx="5538788" cy="44554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634586707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06.07.2026</a:t>
            </a:fld>
            <a:endParaRPr lang="en-CA"/>
          </a:p>
        </p:txBody>
      </p:sp>
      <p:sp>
        <p:nvSpPr>
          <p:cNvPr id="421559987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84209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36069777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30655436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1485415"/>
            <a:ext cx="553878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2000415615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6307"/>
            <a:ext cx="5538788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993526597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6240463" y="1485415"/>
            <a:ext cx="5543548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24485393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0464" y="1926306"/>
            <a:ext cx="5543550" cy="44554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3038825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06.07.2026</a:t>
            </a:fld>
            <a:endParaRPr lang="en-CA"/>
          </a:p>
        </p:txBody>
      </p:sp>
      <p:sp>
        <p:nvSpPr>
          <p:cNvPr id="2136494703" name="Textfeld 3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99235783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709707799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451424" name="Rechteck 43"/>
          <p:cNvSpPr/>
          <p:nvPr userDrawn="1"/>
        </p:nvSpPr>
        <p:spPr bwMode="white">
          <a:xfrm>
            <a:off x="0" y="0"/>
            <a:ext cx="12192000" cy="36576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A43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34142919" name="Rechteck 9"/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38289331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06.07.2026</a:t>
            </a:fld>
            <a:endParaRPr lang="en-CA"/>
          </a:p>
        </p:txBody>
      </p:sp>
      <p:sp>
        <p:nvSpPr>
          <p:cNvPr id="1496486475" name="Titel 46"/>
          <p:cNvSpPr>
            <a:spLocks noGrp="1"/>
          </p:cNvSpPr>
          <p:nvPr>
            <p:ph type="title" hasCustomPrompt="1"/>
          </p:nvPr>
        </p:nvSpPr>
        <p:spPr bwMode="auto">
          <a:xfrm>
            <a:off x="407988" y="1484313"/>
            <a:ext cx="10050812" cy="553998"/>
          </a:xfrm>
        </p:spPr>
        <p:txBody>
          <a:bodyPr vert="horz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9828508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3849561"/>
            <a:ext cx="360045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From</a:t>
            </a:r>
            <a:endParaRPr/>
          </a:p>
        </p:txBody>
      </p:sp>
      <p:sp>
        <p:nvSpPr>
          <p:cNvPr id="1893961349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717471587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5" y="3849561"/>
            <a:ext cx="3600043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To</a:t>
            </a:r>
            <a:endParaRPr lang="en-CA"/>
          </a:p>
        </p:txBody>
      </p:sp>
      <p:sp>
        <p:nvSpPr>
          <p:cNvPr id="1416839725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853596295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3849561"/>
            <a:ext cx="3600044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cap="none">
                <a:solidFill>
                  <a:srgbClr val="3264FF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Details</a:t>
            </a:r>
            <a:endParaRPr/>
          </a:p>
        </p:txBody>
      </p:sp>
      <p:sp>
        <p:nvSpPr>
          <p:cNvPr id="821035974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4298156"/>
            <a:ext cx="3600450" cy="208359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264029437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66385782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39037251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93299" name="Rechteck 37"/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79902450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63607235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399999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53422501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7" y="1484312"/>
            <a:ext cx="540000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270735013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384013" y="1484312"/>
            <a:ext cx="5400000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2126217702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06.07.2026</a:t>
            </a:fld>
            <a:endParaRPr lang="en-CA"/>
          </a:p>
        </p:txBody>
      </p:sp>
      <p:sp>
        <p:nvSpPr>
          <p:cNvPr id="955604969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5035130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149968741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 contents blue/whit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40133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400010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806211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400010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455101808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07986" y="1484312"/>
            <a:ext cx="5400012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240366118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6384000" y="1484312"/>
            <a:ext cx="5400014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296489033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959262681" name="Rechteck 5"/>
          <p:cNvSpPr/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CA" sz="1400">
              <a:solidFill>
                <a:schemeClr val="bg1"/>
              </a:solidFill>
            </a:endParaRPr>
          </a:p>
        </p:txBody>
      </p:sp>
      <p:sp>
        <p:nvSpPr>
          <p:cNvPr id="228159228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06.07.2026</a:t>
            </a:fld>
            <a:endParaRPr lang="en-CA"/>
          </a:p>
        </p:txBody>
      </p:sp>
      <p:sp>
        <p:nvSpPr>
          <p:cNvPr id="2016998596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208758404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 contents blue box vertic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387677" name="Rechteck 3"/>
          <p:cNvSpPr/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155849963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1740552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99538" y="404813"/>
            <a:ext cx="8859262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85257652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1599538" y="1484312"/>
            <a:ext cx="494823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763144757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6835776" y="1484312"/>
            <a:ext cx="494823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20226318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06.07.2026</a:t>
            </a:fld>
            <a:endParaRPr lang="en-CA"/>
          </a:p>
        </p:txBody>
      </p:sp>
      <p:sp>
        <p:nvSpPr>
          <p:cNvPr id="1051540630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423727488" name="Textfeld 32"/>
          <p:cNvSpPr txBox="1"/>
          <p:nvPr userDrawn="1"/>
        </p:nvSpPr>
        <p:spPr bwMode="auto"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48796646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 contents blue box horizontal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58436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8231565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509732567" name="Rectangle 8"/>
          <p:cNvSpPr/>
          <p:nvPr userDrawn="1"/>
        </p:nvSpPr>
        <p:spPr bwMode="auto">
          <a:xfrm>
            <a:off x="0" y="1196975"/>
            <a:ext cx="12192000" cy="5661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de-DE" sz="1400">
              <a:solidFill>
                <a:schemeClr val="bg1"/>
              </a:solidFill>
            </a:endParaRPr>
          </a:p>
        </p:txBody>
      </p:sp>
      <p:sp>
        <p:nvSpPr>
          <p:cNvPr id="1227494811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39196C7-E992-43AB-8F76-578993D9CEAE}" type="datetime1">
              <a:rPr lang="de-DE"/>
              <a:t>06.07.2026</a:t>
            </a:fld>
            <a:endParaRPr lang="en-CA"/>
          </a:p>
        </p:txBody>
      </p:sp>
      <p:sp>
        <p:nvSpPr>
          <p:cNvPr id="1587582140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233533839" name="Textfeld 35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38067302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944226855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873538388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6245226" y="1484312"/>
            <a:ext cx="5538788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content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50775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95758053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39051329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978562706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484312"/>
            <a:ext cx="360045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705266749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66802803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39196C7-E992-43AB-8F76-578993D9CEAE}" type="datetime1">
              <a:rPr lang="de-DE"/>
              <a:t>06.07.2026</a:t>
            </a:fld>
            <a:endParaRPr lang="en-CA"/>
          </a:p>
        </p:txBody>
      </p:sp>
      <p:sp>
        <p:nvSpPr>
          <p:cNvPr id="408999419" name="Inhaltsplatzhalter 3"/>
          <p:cNvSpPr>
            <a:spLocks noGrp="1"/>
          </p:cNvSpPr>
          <p:nvPr>
            <p:ph sz="half" idx="14" hasCustomPrompt="1"/>
          </p:nvPr>
        </p:nvSpPr>
        <p:spPr bwMode="auto">
          <a:xfrm>
            <a:off x="8184362" y="1484312"/>
            <a:ext cx="3600450" cy="489743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 content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19720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333248321" name="Titel 5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153666157" name="Inhaltsplatzhalter 2"/>
          <p:cNvSpPr>
            <a:spLocks noGrp="1"/>
          </p:cNvSpPr>
          <p:nvPr>
            <p:ph sz="half" idx="14" hasCustomPrompt="1"/>
          </p:nvPr>
        </p:nvSpPr>
        <p:spPr bwMode="auto">
          <a:xfrm>
            <a:off x="4296175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86599057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569389862" name="Inhaltsplatzhalter 2"/>
          <p:cNvSpPr>
            <a:spLocks noGrp="1"/>
          </p:cNvSpPr>
          <p:nvPr>
            <p:ph sz="half" idx="15" hasCustomPrompt="1"/>
          </p:nvPr>
        </p:nvSpPr>
        <p:spPr bwMode="auto">
          <a:xfrm>
            <a:off x="8184362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684803625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2558CD2-52FA-4D7C-A86C-723F48EB75AD}" type="datetime1">
              <a:rPr lang="de-DE"/>
              <a:t>06.07.2026</a:t>
            </a:fld>
            <a:endParaRPr lang="en-CA"/>
          </a:p>
        </p:txBody>
      </p:sp>
      <p:sp>
        <p:nvSpPr>
          <p:cNvPr id="1740920401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262584350" name="Textfeld 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565854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244477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52717558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30708268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332304379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514793590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209817858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89064717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196859513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403307029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06.07.2026</a:t>
            </a:fld>
            <a:endParaRPr lang="en-CA"/>
          </a:p>
        </p:txBody>
      </p:sp>
      <p:sp>
        <p:nvSpPr>
          <p:cNvPr id="438251253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 contents with subheadline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0309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Wingdings"/>
              <a:buNone/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675127520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80097380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7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872798320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1929407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922873447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5776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2021120313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306675039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5855" y="1485415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00349468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1929406"/>
            <a:ext cx="3600451" cy="4452343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037957883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06.07.2026</a:t>
            </a:fld>
            <a:endParaRPr lang="en-CA"/>
          </a:p>
        </p:txBody>
      </p:sp>
      <p:sp>
        <p:nvSpPr>
          <p:cNvPr id="483088802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842238660" name="Textfeld 3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22353202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39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3 contents_partially blue_icons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226161969" name="think-cell data - do not delete"/>
          <p:cNvGraphicFramePr>
            <a:graphicFrameLocks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1226161969" name="think-cell data - do not delete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2452243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597861475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90748375" name="Rechteck 9"/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grpSp>
        <p:nvGrpSpPr>
          <p:cNvPr id="19567958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965270499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005875221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694675342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5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270696692" name="Inhaltsplatzhalter 3"/>
          <p:cNvSpPr>
            <a:spLocks noGrp="1"/>
          </p:cNvSpPr>
          <p:nvPr>
            <p:ph sz="half" idx="2" hasCustomPrompt="1"/>
          </p:nvPr>
        </p:nvSpPr>
        <p:spPr bwMode="auto">
          <a:xfrm>
            <a:off x="4296175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604553744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184362" y="2894920"/>
            <a:ext cx="3600451" cy="276999"/>
          </a:xfrm>
        </p:spPr>
        <p:txBody>
          <a:bodyPr wrap="square" anchor="t">
            <a:sp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966389303" name="Inhaltsplatzhalter 3"/>
          <p:cNvSpPr>
            <a:spLocks noGrp="1"/>
          </p:cNvSpPr>
          <p:nvPr>
            <p:ph sz="half" idx="21" hasCustomPrompt="1"/>
          </p:nvPr>
        </p:nvSpPr>
        <p:spPr bwMode="auto">
          <a:xfrm>
            <a:off x="8184362" y="3337060"/>
            <a:ext cx="3600451" cy="3044689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292333415" name="Oval 20"/>
          <p:cNvSpPr/>
          <p:nvPr userDrawn="1"/>
        </p:nvSpPr>
        <p:spPr bwMode="auto">
          <a:xfrm>
            <a:off x="1742012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9538498" name="Oval 21"/>
          <p:cNvSpPr/>
          <p:nvPr userDrawn="1"/>
        </p:nvSpPr>
        <p:spPr bwMode="auto">
          <a:xfrm>
            <a:off x="5629800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041879595" name="Oval 23"/>
          <p:cNvSpPr/>
          <p:nvPr userDrawn="1"/>
        </p:nvSpPr>
        <p:spPr bwMode="auto">
          <a:xfrm>
            <a:off x="9517588" y="1325602"/>
            <a:ext cx="932400" cy="93240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marL="252000" indent="-252000" algn="l">
              <a:spcAft>
                <a:spcPts val="600"/>
              </a:spcAft>
              <a:buClr>
                <a:schemeClr val="bg1"/>
              </a:buClr>
              <a:buFont typeface="Wingdings"/>
              <a:buChar char="§"/>
              <a:defRPr/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17060459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06.07.2026</a:t>
            </a:fld>
            <a:endParaRPr lang="en-CA"/>
          </a:p>
        </p:txBody>
      </p:sp>
      <p:sp>
        <p:nvSpPr>
          <p:cNvPr id="82052836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95633802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 contents_partially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47473657" name="think-cell data - do not delete"/>
          <p:cNvGraphicFramePr>
            <a:graphicFrameLocks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2" imgW="0" imgH="0" progId="TCLayout.ActiveDocument.1">
                  <p:embed/>
                </p:oleObj>
              </mc:Choice>
              <mc:Fallback>
                <p:oleObj name="oleObj" r:id="rId2" imgW="0" imgH="0" progId="TCLayout.ActiveDocument.1">
                  <p:embed/>
                  <p:pic>
                    <p:nvPicPr>
                      <p:cNvPr id="247473657" name="think-cell data - do not delete"/>
                      <p:cNvPicPr/>
                      <p:nvPr/>
                    </p:nvPicPr>
                    <p:blipFill rotWithShape="1">
                      <a:blip r:embed="rId3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422497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872583962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2015746140" name="Rechteck 9"/>
          <p:cNvSpPr/>
          <p:nvPr userDrawn="1"/>
        </p:nvSpPr>
        <p:spPr bwMode="white">
          <a:xfrm>
            <a:off x="0" y="2705100"/>
            <a:ext cx="12192000" cy="415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557620397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396801763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337644277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4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184828110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075306315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2074373"/>
            <a:ext cx="360045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653560838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2900105"/>
            <a:ext cx="3600450" cy="348164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grpSp>
        <p:nvGrpSpPr>
          <p:cNvPr id="1423581177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55825762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A89F6A-0E67-4481-8AD9-D887712E51A9}" type="datetime1">
              <a:rPr lang="de-DE"/>
              <a:t>06.07.2026</a:t>
            </a:fld>
            <a:endParaRPr lang="en-CA"/>
          </a:p>
        </p:txBody>
      </p:sp>
      <p:sp>
        <p:nvSpPr>
          <p:cNvPr id="89419094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813274870" name="Textfeld 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 contents + picture 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702755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73500551" name="Titel 46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988913565" name="Rechteck 9"/>
          <p:cNvSpPr/>
          <p:nvPr userDrawn="1"/>
        </p:nvSpPr>
        <p:spPr bwMode="white">
          <a:xfrm>
            <a:off x="0" y="3657600"/>
            <a:ext cx="1219200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137071100" name="Textplatzhalter 5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07988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115759849" name="Inhaltsplatzhalter 39"/>
          <p:cNvSpPr>
            <a:spLocks noGrp="1"/>
          </p:cNvSpPr>
          <p:nvPr>
            <p:ph sz="quarter" idx="22" hasCustomPrompt="1"/>
          </p:nvPr>
        </p:nvSpPr>
        <p:spPr bwMode="auto">
          <a:xfrm>
            <a:off x="407988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71629371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296174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10772144" name="Inhaltsplatzhalter 39"/>
          <p:cNvSpPr>
            <a:spLocks noGrp="1"/>
          </p:cNvSpPr>
          <p:nvPr>
            <p:ph sz="quarter" idx="23" hasCustomPrompt="1"/>
          </p:nvPr>
        </p:nvSpPr>
        <p:spPr bwMode="auto">
          <a:xfrm>
            <a:off x="4296175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905999052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84360" y="3849561"/>
            <a:ext cx="3600450" cy="276999"/>
          </a:xfrm>
        </p:spPr>
        <p:txBody>
          <a:bodyPr wrap="square">
            <a:noAutofit/>
          </a:bodyPr>
          <a:lstStyle>
            <a:lvl1pPr marL="0" indent="0">
              <a:buNone/>
              <a:defRPr sz="1800" cap="none">
                <a:solidFill>
                  <a:schemeClr val="accent2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90409124" name="Inhaltsplatzhalter 39"/>
          <p:cNvSpPr>
            <a:spLocks noGrp="1"/>
          </p:cNvSpPr>
          <p:nvPr>
            <p:ph sz="quarter" idx="24" hasCustomPrompt="1"/>
          </p:nvPr>
        </p:nvSpPr>
        <p:spPr bwMode="auto">
          <a:xfrm>
            <a:off x="8184362" y="4298157"/>
            <a:ext cx="3600450" cy="2076450"/>
          </a:xfrm>
        </p:spPr>
        <p:txBody>
          <a:bodyPr/>
          <a:lstStyle>
            <a:lvl1pPr marL="252000" indent="-252000">
              <a:buFont typeface="Arial"/>
              <a:buChar char="•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grpSp>
        <p:nvGrpSpPr>
          <p:cNvPr id="117760003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5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521810801" name="Date Placeholder 8"/>
          <p:cNvSpPr>
            <a:spLocks noGrp="1"/>
          </p:cNvSpPr>
          <p:nvPr>
            <p:ph type="dt" sz="half" idx="25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5E70D4B-E00F-4E3D-9749-2A3BEC2D17A1}" type="datetime1">
              <a:rPr lang="de-DE"/>
              <a:t>06.07.2026</a:t>
            </a:fld>
            <a:endParaRPr lang="en-CA"/>
          </a:p>
        </p:txBody>
      </p:sp>
      <p:sp>
        <p:nvSpPr>
          <p:cNvPr id="830463403" name="Slide Number Placeholder 11"/>
          <p:cNvSpPr>
            <a:spLocks noGrp="1"/>
          </p:cNvSpPr>
          <p:nvPr>
            <p:ph type="sldNum" sz="quarter" idx="26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226662567" name="Textfeld 6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 images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845588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17033401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82003845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843108A-4CEC-450F-9F79-7958F0401B7E}" type="datetime1">
              <a:rPr lang="de-DE"/>
              <a:t>06.07.2026</a:t>
            </a:fld>
            <a:endParaRPr lang="en-CA"/>
          </a:p>
        </p:txBody>
      </p:sp>
      <p:sp>
        <p:nvSpPr>
          <p:cNvPr id="1377700326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84189944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07988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334244677" name="Bildplatzhalter 9"/>
          <p:cNvSpPr>
            <a:spLocks noGrp="1"/>
          </p:cNvSpPr>
          <p:nvPr>
            <p:ph type="pic" sz="quarter" idx="21"/>
          </p:nvPr>
        </p:nvSpPr>
        <p:spPr bwMode="auto"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63157806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911035573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296175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831458047" name="Bildplatzhalter 10"/>
          <p:cNvSpPr>
            <a:spLocks noGrp="1"/>
          </p:cNvSpPr>
          <p:nvPr>
            <p:ph type="pic" sz="quarter" idx="25"/>
          </p:nvPr>
        </p:nvSpPr>
        <p:spPr bwMode="auto"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46510980" name="Inhaltsplatzhalter 2"/>
          <p:cNvSpPr>
            <a:spLocks noGrp="1"/>
          </p:cNvSpPr>
          <p:nvPr>
            <p:ph sz="half" idx="16" hasCustomPrompt="1"/>
          </p:nvPr>
        </p:nvSpPr>
        <p:spPr bwMode="auto"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2018404583" name="Textplatzhalter 5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184362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668657990" name="Bildplatzhalter 11"/>
          <p:cNvSpPr>
            <a:spLocks noGrp="1"/>
          </p:cNvSpPr>
          <p:nvPr>
            <p:ph type="pic" sz="quarter" idx="26"/>
          </p:nvPr>
        </p:nvSpPr>
        <p:spPr bwMode="auto"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136940913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 images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375041" name="Textplatzhalt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41778630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226859739" name="Datumsplatzhalter 2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843108A-4CEC-450F-9F79-7958F0401B7E}" type="datetime1">
              <a:rPr lang="de-DE"/>
              <a:t>06.07.2026</a:t>
            </a:fld>
            <a:endParaRPr lang="en-CA"/>
          </a:p>
        </p:txBody>
      </p:sp>
      <p:sp>
        <p:nvSpPr>
          <p:cNvPr id="1383863585" name="Foliennummernplatzhalter 4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971872070" name="Textfeld 41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89847943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074586316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07987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729009503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295771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382082108" name="Textplatzhalter 5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183563" y="1484313"/>
            <a:ext cx="3600453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de-DE"/>
              <a:t>Headline</a:t>
            </a:r>
            <a:endParaRPr lang="en-CA"/>
          </a:p>
        </p:txBody>
      </p:sp>
      <p:sp>
        <p:nvSpPr>
          <p:cNvPr id="1852771689" name="Bildplatzhalter 9"/>
          <p:cNvSpPr>
            <a:spLocks noGrp="1"/>
          </p:cNvSpPr>
          <p:nvPr>
            <p:ph type="pic" sz="quarter" idx="21"/>
          </p:nvPr>
        </p:nvSpPr>
        <p:spPr bwMode="auto">
          <a:xfrm>
            <a:off x="407988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92608661" name="Bildplatzhalter 10"/>
          <p:cNvSpPr>
            <a:spLocks noGrp="1"/>
          </p:cNvSpPr>
          <p:nvPr>
            <p:ph type="pic" sz="quarter" idx="25"/>
          </p:nvPr>
        </p:nvSpPr>
        <p:spPr bwMode="auto">
          <a:xfrm>
            <a:off x="4296175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38430028" name="Bildplatzhalter 11"/>
          <p:cNvSpPr>
            <a:spLocks noGrp="1"/>
          </p:cNvSpPr>
          <p:nvPr>
            <p:ph type="pic" sz="quarter" idx="26"/>
          </p:nvPr>
        </p:nvSpPr>
        <p:spPr bwMode="auto">
          <a:xfrm>
            <a:off x="8184362" y="2203647"/>
            <a:ext cx="3600453" cy="2400334"/>
          </a:xfrm>
          <a:custGeom>
            <a:avLst/>
            <a:gdLst>
              <a:gd name="connsiteX0" fmla="*/ 219579 w 3600453"/>
              <a:gd name="connsiteY0" fmla="*/ 0 h 2496065"/>
              <a:gd name="connsiteX1" fmla="*/ 316022 w 3600453"/>
              <a:gd name="connsiteY1" fmla="*/ 0 h 2496065"/>
              <a:gd name="connsiteX2" fmla="*/ 1030236 w 3600453"/>
              <a:gd name="connsiteY2" fmla="*/ 0 h 2496065"/>
              <a:gd name="connsiteX3" fmla="*/ 1126679 w 3600453"/>
              <a:gd name="connsiteY3" fmla="*/ 0 h 2496065"/>
              <a:gd name="connsiteX4" fmla="*/ 2473774 w 3600453"/>
              <a:gd name="connsiteY4" fmla="*/ 0 h 2496065"/>
              <a:gd name="connsiteX5" fmla="*/ 2570217 w 3600453"/>
              <a:gd name="connsiteY5" fmla="*/ 0 h 2496065"/>
              <a:gd name="connsiteX6" fmla="*/ 3284431 w 3600453"/>
              <a:gd name="connsiteY6" fmla="*/ 0 h 2496065"/>
              <a:gd name="connsiteX7" fmla="*/ 3380874 w 3600453"/>
              <a:gd name="connsiteY7" fmla="*/ 0 h 2496065"/>
              <a:gd name="connsiteX8" fmla="*/ 3600453 w 3600453"/>
              <a:gd name="connsiteY8" fmla="*/ 219579 h 2496065"/>
              <a:gd name="connsiteX9" fmla="*/ 3600453 w 3600453"/>
              <a:gd name="connsiteY9" fmla="*/ 2276486 h 2496065"/>
              <a:gd name="connsiteX10" fmla="*/ 3380874 w 3600453"/>
              <a:gd name="connsiteY10" fmla="*/ 2496065 h 2496065"/>
              <a:gd name="connsiteX11" fmla="*/ 3284431 w 3600453"/>
              <a:gd name="connsiteY11" fmla="*/ 2496065 h 2496065"/>
              <a:gd name="connsiteX12" fmla="*/ 2570217 w 3600453"/>
              <a:gd name="connsiteY12" fmla="*/ 2496065 h 2496065"/>
              <a:gd name="connsiteX13" fmla="*/ 2473774 w 3600453"/>
              <a:gd name="connsiteY13" fmla="*/ 2496065 h 2496065"/>
              <a:gd name="connsiteX14" fmla="*/ 1126679 w 3600453"/>
              <a:gd name="connsiteY14" fmla="*/ 2496065 h 2496065"/>
              <a:gd name="connsiteX15" fmla="*/ 1030236 w 3600453"/>
              <a:gd name="connsiteY15" fmla="*/ 2496065 h 2496065"/>
              <a:gd name="connsiteX16" fmla="*/ 316022 w 3600453"/>
              <a:gd name="connsiteY16" fmla="*/ 2496065 h 2496065"/>
              <a:gd name="connsiteX17" fmla="*/ 219579 w 3600453"/>
              <a:gd name="connsiteY17" fmla="*/ 2496065 h 2496065"/>
              <a:gd name="connsiteX18" fmla="*/ 0 w 3600453"/>
              <a:gd name="connsiteY18" fmla="*/ 2276486 h 2496065"/>
              <a:gd name="connsiteX19" fmla="*/ 0 w 3600453"/>
              <a:gd name="connsiteY19" fmla="*/ 219579 h 2496065"/>
              <a:gd name="connsiteX20" fmla="*/ 219579 w 3600453"/>
              <a:gd name="connsiteY20" fmla="*/ 0 h 2496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00453" h="2496065" extrusionOk="0">
                <a:moveTo>
                  <a:pt x="219579" y="0"/>
                </a:moveTo>
                <a:lnTo>
                  <a:pt x="316022" y="0"/>
                </a:lnTo>
                <a:lnTo>
                  <a:pt x="1030236" y="0"/>
                </a:lnTo>
                <a:lnTo>
                  <a:pt x="1126679" y="0"/>
                </a:lnTo>
                <a:lnTo>
                  <a:pt x="2473774" y="0"/>
                </a:lnTo>
                <a:lnTo>
                  <a:pt x="2570217" y="0"/>
                </a:lnTo>
                <a:lnTo>
                  <a:pt x="3284431" y="0"/>
                </a:lnTo>
                <a:lnTo>
                  <a:pt x="3380874" y="0"/>
                </a:lnTo>
                <a:cubicBezTo>
                  <a:pt x="3502144" y="0"/>
                  <a:pt x="3600453" y="98309"/>
                  <a:pt x="3600453" y="219579"/>
                </a:cubicBezTo>
                <a:lnTo>
                  <a:pt x="3600453" y="2276486"/>
                </a:lnTo>
                <a:cubicBezTo>
                  <a:pt x="3600453" y="2397757"/>
                  <a:pt x="3502144" y="2496065"/>
                  <a:pt x="3380874" y="2496065"/>
                </a:cubicBezTo>
                <a:lnTo>
                  <a:pt x="3284431" y="2496065"/>
                </a:lnTo>
                <a:lnTo>
                  <a:pt x="2570217" y="2496065"/>
                </a:lnTo>
                <a:lnTo>
                  <a:pt x="2473774" y="2496065"/>
                </a:lnTo>
                <a:lnTo>
                  <a:pt x="1126679" y="2496065"/>
                </a:lnTo>
                <a:lnTo>
                  <a:pt x="1030236" y="2496065"/>
                </a:lnTo>
                <a:lnTo>
                  <a:pt x="316022" y="2496065"/>
                </a:lnTo>
                <a:lnTo>
                  <a:pt x="219579" y="2496065"/>
                </a:lnTo>
                <a:cubicBezTo>
                  <a:pt x="98309" y="2496065"/>
                  <a:pt x="0" y="2397757"/>
                  <a:pt x="0" y="2276486"/>
                </a:cubicBezTo>
                <a:lnTo>
                  <a:pt x="0" y="219579"/>
                </a:lnTo>
                <a:cubicBezTo>
                  <a:pt x="0" y="98309"/>
                  <a:pt x="98309" y="0"/>
                  <a:pt x="21957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10913621" name="Inhaltsplatzhalter 2"/>
          <p:cNvSpPr>
            <a:spLocks noGrp="1"/>
          </p:cNvSpPr>
          <p:nvPr>
            <p:ph sz="half" idx="1" hasCustomPrompt="1"/>
          </p:nvPr>
        </p:nvSpPr>
        <p:spPr bwMode="auto">
          <a:xfrm>
            <a:off x="407988" y="4891314"/>
            <a:ext cx="3600451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1972724845" name="Inhaltsplatzhalter 2"/>
          <p:cNvSpPr>
            <a:spLocks noGrp="1"/>
          </p:cNvSpPr>
          <p:nvPr>
            <p:ph sz="half" idx="16" hasCustomPrompt="1"/>
          </p:nvPr>
        </p:nvSpPr>
        <p:spPr bwMode="auto">
          <a:xfrm>
            <a:off x="4296175" y="4891314"/>
            <a:ext cx="3600449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sp>
        <p:nvSpPr>
          <p:cNvPr id="512544715" name="Inhaltsplatzhalter 2"/>
          <p:cNvSpPr>
            <a:spLocks noGrp="1"/>
          </p:cNvSpPr>
          <p:nvPr>
            <p:ph sz="half" idx="17" hasCustomPrompt="1"/>
          </p:nvPr>
        </p:nvSpPr>
        <p:spPr bwMode="auto">
          <a:xfrm>
            <a:off x="8184362" y="4891314"/>
            <a:ext cx="3600447" cy="1490435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05954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111674207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90144933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1297779267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37823117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353553916" name="Bildplatzhalter 35"/>
          <p:cNvSpPr>
            <a:spLocks noGrp="1"/>
          </p:cNvSpPr>
          <p:nvPr>
            <p:ph type="pic" sz="quarter" idx="16"/>
          </p:nvPr>
        </p:nvSpPr>
        <p:spPr bwMode="auto">
          <a:xfrm>
            <a:off x="412758" y="1484314"/>
            <a:ext cx="3600447" cy="4897436"/>
          </a:xfrm>
          <a:custGeom>
            <a:avLst/>
            <a:gdLst>
              <a:gd name="connsiteX0" fmla="*/ 285669 w 3600447"/>
              <a:gd name="connsiteY0" fmla="*/ 0 h 4897436"/>
              <a:gd name="connsiteX1" fmla="*/ 382107 w 3600447"/>
              <a:gd name="connsiteY1" fmla="*/ 0 h 4897436"/>
              <a:gd name="connsiteX2" fmla="*/ 3218340 w 3600447"/>
              <a:gd name="connsiteY2" fmla="*/ 0 h 4897436"/>
              <a:gd name="connsiteX3" fmla="*/ 3314778 w 3600447"/>
              <a:gd name="connsiteY3" fmla="*/ 0 h 4897436"/>
              <a:gd name="connsiteX4" fmla="*/ 3600447 w 3600447"/>
              <a:gd name="connsiteY4" fmla="*/ 285669 h 4897436"/>
              <a:gd name="connsiteX5" fmla="*/ 3600447 w 3600447"/>
              <a:gd name="connsiteY5" fmla="*/ 1935761 h 4897436"/>
              <a:gd name="connsiteX6" fmla="*/ 3600447 w 3600447"/>
              <a:gd name="connsiteY6" fmla="*/ 2961675 h 4897436"/>
              <a:gd name="connsiteX7" fmla="*/ 3600447 w 3600447"/>
              <a:gd name="connsiteY7" fmla="*/ 4611767 h 4897436"/>
              <a:gd name="connsiteX8" fmla="*/ 3314778 w 3600447"/>
              <a:gd name="connsiteY8" fmla="*/ 4897436 h 4897436"/>
              <a:gd name="connsiteX9" fmla="*/ 3218340 w 3600447"/>
              <a:gd name="connsiteY9" fmla="*/ 4897436 h 4897436"/>
              <a:gd name="connsiteX10" fmla="*/ 382107 w 3600447"/>
              <a:gd name="connsiteY10" fmla="*/ 4897436 h 4897436"/>
              <a:gd name="connsiteX11" fmla="*/ 285669 w 3600447"/>
              <a:gd name="connsiteY11" fmla="*/ 4897436 h 4897436"/>
              <a:gd name="connsiteX12" fmla="*/ 0 w 3600447"/>
              <a:gd name="connsiteY12" fmla="*/ 4611767 h 4897436"/>
              <a:gd name="connsiteX13" fmla="*/ 0 w 3600447"/>
              <a:gd name="connsiteY13" fmla="*/ 2961675 h 4897436"/>
              <a:gd name="connsiteX14" fmla="*/ 0 w 3600447"/>
              <a:gd name="connsiteY14" fmla="*/ 1935761 h 4897436"/>
              <a:gd name="connsiteX15" fmla="*/ 0 w 3600447"/>
              <a:gd name="connsiteY15" fmla="*/ 285669 h 4897436"/>
              <a:gd name="connsiteX16" fmla="*/ 285669 w 3600447"/>
              <a:gd name="connsiteY16" fmla="*/ 0 h 489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00447" h="4897436" extrusionOk="0">
                <a:moveTo>
                  <a:pt x="285669" y="0"/>
                </a:moveTo>
                <a:lnTo>
                  <a:pt x="382107" y="0"/>
                </a:lnTo>
                <a:lnTo>
                  <a:pt x="3218340" y="0"/>
                </a:lnTo>
                <a:lnTo>
                  <a:pt x="3314778" y="0"/>
                </a:lnTo>
                <a:cubicBezTo>
                  <a:pt x="3472549" y="0"/>
                  <a:pt x="3600447" y="127898"/>
                  <a:pt x="3600447" y="285669"/>
                </a:cubicBezTo>
                <a:lnTo>
                  <a:pt x="3600447" y="1935761"/>
                </a:lnTo>
                <a:lnTo>
                  <a:pt x="3600447" y="2961675"/>
                </a:lnTo>
                <a:lnTo>
                  <a:pt x="3600447" y="4611767"/>
                </a:lnTo>
                <a:cubicBezTo>
                  <a:pt x="3600447" y="4769538"/>
                  <a:pt x="3472549" y="4897436"/>
                  <a:pt x="3314778" y="4897436"/>
                </a:cubicBezTo>
                <a:lnTo>
                  <a:pt x="3218340" y="4897436"/>
                </a:lnTo>
                <a:lnTo>
                  <a:pt x="382107" y="4897436"/>
                </a:lnTo>
                <a:lnTo>
                  <a:pt x="285669" y="4897436"/>
                </a:lnTo>
                <a:cubicBezTo>
                  <a:pt x="127898" y="4897436"/>
                  <a:pt x="0" y="4769538"/>
                  <a:pt x="0" y="4611767"/>
                </a:cubicBezTo>
                <a:lnTo>
                  <a:pt x="0" y="2961675"/>
                </a:lnTo>
                <a:lnTo>
                  <a:pt x="0" y="1935761"/>
                </a:lnTo>
                <a:lnTo>
                  <a:pt x="0" y="285669"/>
                </a:lnTo>
                <a:cubicBezTo>
                  <a:pt x="0" y="127898"/>
                  <a:pt x="127898" y="0"/>
                  <a:pt x="28566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44000" tIns="144000" rIns="144000" bIns="144000">
            <a:noAutofit/>
          </a:bodyPr>
          <a:lstStyle>
            <a:lvl1pPr marL="0" indent="0">
              <a:buNone/>
              <a:defRPr sz="1400"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114264380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920823189" name="Textplatzhalter 52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421194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588352303" name="Text Placeholder 3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421194" y="2335213"/>
            <a:ext cx="1819270" cy="1065212"/>
          </a:xfrm>
        </p:spPr>
        <p:txBody>
          <a:bodyPr wrap="square"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533201753" name="Text Placeholder 32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4421194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400285071" name="Text Placeholder 32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421194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848780093" name="Textplatzhalter 5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993342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560073420" name="Text Placeholder 32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993343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350195628" name="Text Placeholder 32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993343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619645770" name="Text Placeholder 3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993343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264015796" name="Textplatzhalter 5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9565491" y="1484313"/>
            <a:ext cx="1819270" cy="44846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>
            <a:lvl1pPr marL="0" indent="0" algn="ctr">
              <a:buNone/>
              <a:defRPr sz="1600" cap="none">
                <a:solidFill>
                  <a:schemeClr val="accent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49534835" name="Text Placeholder 3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9565491" y="233521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499613050" name="Text Placeholder 32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65491" y="3811588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2064493475" name="Text Placeholder 3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65491" y="5287963"/>
            <a:ext cx="1819270" cy="1065212"/>
          </a:xfrm>
        </p:spPr>
        <p:txBody>
          <a:bodyPr/>
          <a:lstStyle>
            <a:lvl1pPr marL="285750" indent="-28575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3 contents with subheadline 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55988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719352434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86231944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6B37C8C-F68A-4E06-9922-6EEE86F126B4}" type="datetime1">
              <a:rPr lang="de-DE"/>
              <a:t>06.07.2026</a:t>
            </a:fld>
            <a:endParaRPr lang="en-CA"/>
          </a:p>
        </p:txBody>
      </p:sp>
      <p:sp>
        <p:nvSpPr>
          <p:cNvPr id="1161012690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554655586" name="Text Placeholder 2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thing to remember</a:t>
            </a:r>
          </a:p>
        </p:txBody>
      </p:sp>
      <p:sp>
        <p:nvSpPr>
          <p:cNvPr id="506756619" name="Text Placeholder 2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about 6-7 lines of content </a:t>
            </a:r>
            <a:endParaRPr/>
          </a:p>
        </p:txBody>
      </p:sp>
      <p:sp>
        <p:nvSpPr>
          <p:cNvPr id="643310503" name="Text Placeholder 2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Second thing to remember</a:t>
            </a:r>
          </a:p>
        </p:txBody>
      </p:sp>
      <p:sp>
        <p:nvSpPr>
          <p:cNvPr id="17463494" name="Text Placeholder 29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about 6-7 lines of content </a:t>
            </a:r>
            <a:endParaRPr/>
          </a:p>
        </p:txBody>
      </p:sp>
      <p:sp>
        <p:nvSpPr>
          <p:cNvPr id="676839855" name="Text Placeholder 2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de-DE"/>
              <a:t>Third thing to remember</a:t>
            </a:r>
          </a:p>
        </p:txBody>
      </p:sp>
      <p:sp>
        <p:nvSpPr>
          <p:cNvPr id="404341136" name="Text Placeholder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de-DE"/>
              <a:t>Insert about 6-7 lines of content 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1/3 image left 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344648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550250486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53318297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866408211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141582836" name="Textfeld 33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783218262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53574428" name="Text Placeholder 25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1539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thing to remember</a:t>
            </a:r>
          </a:p>
        </p:txBody>
      </p:sp>
      <p:sp>
        <p:nvSpPr>
          <p:cNvPr id="1214062236" name="Text Placeholder 2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1596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about 6-7 lines of content </a:t>
            </a:r>
            <a:endParaRPr/>
          </a:p>
        </p:txBody>
      </p:sp>
      <p:sp>
        <p:nvSpPr>
          <p:cNvPr id="710217841" name="Text Placeholder 25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4599214" y="2138170"/>
            <a:ext cx="2993571" cy="246221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Second thing to remember</a:t>
            </a:r>
          </a:p>
        </p:txBody>
      </p:sp>
      <p:sp>
        <p:nvSpPr>
          <p:cNvPr id="13823786" name="Text Placeholder 29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4599781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about 6-7 lines of content </a:t>
            </a:r>
            <a:endParaRPr/>
          </a:p>
        </p:txBody>
      </p:sp>
      <p:sp>
        <p:nvSpPr>
          <p:cNvPr id="121496931" name="Text Placeholder 25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8482466" y="2138170"/>
            <a:ext cx="2993571" cy="246221"/>
          </a:xfrm>
        </p:spPr>
        <p:txBody>
          <a:bodyPr anchor="ctr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Third thing to remember</a:t>
            </a:r>
          </a:p>
        </p:txBody>
      </p:sp>
      <p:sp>
        <p:nvSpPr>
          <p:cNvPr id="682798591" name="Text Placeholder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483033" y="2576321"/>
            <a:ext cx="2992437" cy="15224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Insert about 6-7 lines of content 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Closing slide_arrow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6086150" name="Gruppieren 11"/>
          <p:cNvGrpSpPr/>
          <p:nvPr userDrawn="1"/>
        </p:nvGrpSpPr>
        <p:grpSpPr bwMode="auto">
          <a:xfrm>
            <a:off x="302079" y="0"/>
            <a:ext cx="11587842" cy="6854780"/>
            <a:chOff x="2376487" y="1228725"/>
            <a:chExt cx="7439024" cy="4400550"/>
          </a:xfrm>
        </p:grpSpPr>
        <p:sp>
          <p:nvSpPr>
            <p:cNvPr id="9" name="Freihandform: Form 8"/>
            <p:cNvSpPr/>
            <p:nvPr/>
          </p:nvSpPr>
          <p:spPr bwMode="auto">
            <a:xfrm>
              <a:off x="23764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0" name="Freihandform: Form 9"/>
            <p:cNvSpPr/>
            <p:nvPr/>
          </p:nvSpPr>
          <p:spPr bwMode="auto">
            <a:xfrm>
              <a:off x="48148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  <p:sp>
          <p:nvSpPr>
            <p:cNvPr id="11" name="Freihandform: Form 10"/>
            <p:cNvSpPr/>
            <p:nvPr/>
          </p:nvSpPr>
          <p:spPr bwMode="auto">
            <a:xfrm>
              <a:off x="7253287" y="1228725"/>
              <a:ext cx="2562225" cy="4400550"/>
            </a:xfrm>
            <a:custGeom>
              <a:avLst/>
              <a:gdLst>
                <a:gd name="connsiteX0" fmla="*/ 0 w 2562225"/>
                <a:gd name="connsiteY0" fmla="*/ 4400550 h 4400550"/>
                <a:gd name="connsiteX1" fmla="*/ 1066800 w 2562225"/>
                <a:gd name="connsiteY1" fmla="*/ 4400550 h 4400550"/>
                <a:gd name="connsiteX2" fmla="*/ 2562225 w 2562225"/>
                <a:gd name="connsiteY2" fmla="*/ 2200275 h 4400550"/>
                <a:gd name="connsiteX3" fmla="*/ 1066800 w 2562225"/>
                <a:gd name="connsiteY3" fmla="*/ 0 h 4400550"/>
                <a:gd name="connsiteX4" fmla="*/ 0 w 2562225"/>
                <a:gd name="connsiteY4" fmla="*/ 0 h 4400550"/>
                <a:gd name="connsiteX5" fmla="*/ 1343025 w 2562225"/>
                <a:gd name="connsiteY5" fmla="*/ 2200275 h 4400550"/>
                <a:gd name="connsiteX6" fmla="*/ 0 w 2562225"/>
                <a:gd name="connsiteY6" fmla="*/ 4400550 h 440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62225" h="4400550" extrusionOk="0">
                  <a:moveTo>
                    <a:pt x="0" y="4400550"/>
                  </a:moveTo>
                  <a:lnTo>
                    <a:pt x="1066800" y="4400550"/>
                  </a:lnTo>
                  <a:lnTo>
                    <a:pt x="2562225" y="2200275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1343025" y="2200275"/>
                  </a:lnTo>
                  <a:lnTo>
                    <a:pt x="0" y="440055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lnSpc>
                  <a:spcPct val="80000"/>
                </a:lnSpc>
                <a:defRPr/>
              </a:pPr>
              <a:endParaRPr lang="de-DE" sz="1400" b="1">
                <a:solidFill>
                  <a:schemeClr val="bg1"/>
                </a:solidFill>
              </a:endParaRPr>
            </a:p>
          </p:txBody>
        </p:sp>
      </p:grpSp>
      <p:sp>
        <p:nvSpPr>
          <p:cNvPr id="1315312300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Closing</a:t>
            </a:r>
            <a:endParaRPr/>
          </a:p>
        </p:txBody>
      </p:sp>
      <p:sp>
        <p:nvSpPr>
          <p:cNvPr id="1974427169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88262914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87592898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2070163"/>
            <a:ext cx="5538787" cy="2111312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Enabling you to shape a better tomorrow</a:t>
            </a:r>
            <a:endParaRPr lang="en-CA"/>
          </a:p>
        </p:txBody>
      </p:sp>
      <p:sp>
        <p:nvSpPr>
          <p:cNvPr id="1526844721" name="Rectangle 7"/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MHP Management- und IT-Beratung GmbH</a:t>
            </a:r>
            <a:b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Film- und Medienzentrum l Königsallee 49 l D-71638 Ludwigsburg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Telefon +49 (0)7141 7856-0 l Fax +49 (0)7141 7856-199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E-Mail info@mhp.com l Internet www.mhp.com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869974" name="Rechteck 43"/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95000"/>
                </a:schemeClr>
              </a:gs>
              <a:gs pos="100000">
                <a:srgbClr val="3264FF">
                  <a:alpha val="90000"/>
                </a:srgb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92792544" name="Textplatzhalter 2"/>
          <p:cNvSpPr>
            <a:spLocks noGrp="1"/>
          </p:cNvSpPr>
          <p:nvPr>
            <p:ph type="body" idx="1" hasCustomPrompt="1"/>
          </p:nvPr>
        </p:nvSpPr>
        <p:spPr bwMode="auto">
          <a:xfrm>
            <a:off x="407988" y="1196975"/>
            <a:ext cx="845390" cy="40518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lIns="72000" tIns="36000" rIns="72000" bIns="36000" anchor="ctr">
            <a:norm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Closing</a:t>
            </a:r>
            <a:endParaRPr/>
          </a:p>
        </p:txBody>
      </p:sp>
      <p:sp>
        <p:nvSpPr>
          <p:cNvPr id="1637164894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1916157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68240706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2070163"/>
            <a:ext cx="6776583" cy="2082737"/>
          </a:xfrm>
        </p:spPr>
        <p:txBody>
          <a:bodyPr vert="horz" anchor="t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We create digital futures with sustainable impact for the world.</a:t>
            </a:r>
            <a:endParaRPr lang="en-CA"/>
          </a:p>
        </p:txBody>
      </p:sp>
      <p:sp>
        <p:nvSpPr>
          <p:cNvPr id="1436827793" name="Rectangle 7"/>
          <p:cNvSpPr>
            <a:spLocks noChangeArrowheads="1"/>
          </p:cNvSpPr>
          <p:nvPr userDrawn="1"/>
        </p:nvSpPr>
        <p:spPr bwMode="gray">
          <a:xfrm>
            <a:off x="406452" y="4545128"/>
            <a:ext cx="11377507" cy="158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/>
          <a:lstStyle/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  <a:t>MHP Management- und IT-Beratung GmbH</a:t>
            </a:r>
            <a:br>
              <a:rPr lang="en-US" sz="1400" b="1">
                <a:solidFill>
                  <a:schemeClr val="bg1"/>
                </a:solidFill>
                <a:latin typeface="+mn-lt"/>
                <a:cs typeface="Segoe UI"/>
              </a:rPr>
            </a:br>
            <a:br>
              <a:rPr lang="en-US" sz="1400">
                <a:solidFill>
                  <a:schemeClr val="bg1"/>
                </a:solidFill>
                <a:latin typeface="+mn-lt"/>
                <a:cs typeface="Segoe UI"/>
              </a:rPr>
            </a:b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Film- und Medienzentrum l Königsallee 49 l D-71638 Ludwigsburg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Telefon +49 (0)7141 7856-0 l Fax +49 (0)7141 7856-199</a:t>
            </a:r>
            <a:endParaRPr/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000099"/>
              </a:buClr>
              <a:tabLst>
                <a:tab pos="3690213" algn="l"/>
                <a:tab pos="4705869" algn="l"/>
              </a:tabLst>
              <a:defRPr/>
            </a:pPr>
            <a:r>
              <a:rPr lang="en-US" sz="1400">
                <a:solidFill>
                  <a:schemeClr val="bg1"/>
                </a:solidFill>
                <a:latin typeface="+mn-lt"/>
                <a:cs typeface="Segoe UI"/>
              </a:rPr>
              <a:t>E-Mail info@mhp.com l Internet www.mhp.com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Mockup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33220" name="Rechteck 3"/>
          <p:cNvSpPr/>
          <p:nvPr userDrawn="1"/>
        </p:nvSpPr>
        <p:spPr bwMode="ltGray">
          <a:xfrm>
            <a:off x="1309630" y="0"/>
            <a:ext cx="108823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en-CA"/>
          </a:p>
        </p:txBody>
      </p:sp>
      <p:sp>
        <p:nvSpPr>
          <p:cNvPr id="537616023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1599538" y="219691"/>
            <a:ext cx="8859262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0639217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599538" y="404813"/>
            <a:ext cx="8859262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65813756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06.07.2026</a:t>
            </a:fld>
            <a:endParaRPr lang="en-CA"/>
          </a:p>
        </p:txBody>
      </p:sp>
      <p:sp>
        <p:nvSpPr>
          <p:cNvPr id="291256653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105389417" name="Textfeld 32"/>
          <p:cNvSpPr txBox="1"/>
          <p:nvPr userDrawn="1"/>
        </p:nvSpPr>
        <p:spPr bwMode="auto">
          <a:xfrm>
            <a:off x="1599538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202473200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9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2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5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776311410" name="Text Placeholder 60"/>
          <p:cNvSpPr>
            <a:spLocks noGrp="1"/>
          </p:cNvSpPr>
          <p:nvPr>
            <p:ph type="body" sz="quarter" idx="32"/>
          </p:nvPr>
        </p:nvSpPr>
        <p:spPr bwMode="auto">
          <a:xfrm>
            <a:off x="2537101" y="1484313"/>
            <a:ext cx="5644874" cy="228295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6700572" name="Picture Placeholder 68"/>
          <p:cNvSpPr>
            <a:spLocks noGrp="1"/>
          </p:cNvSpPr>
          <p:nvPr>
            <p:ph type="pic" sz="quarter" idx="34"/>
          </p:nvPr>
        </p:nvSpPr>
        <p:spPr bwMode="auto">
          <a:xfrm>
            <a:off x="262073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28992118" name="Textplatzhalter 52"/>
          <p:cNvSpPr>
            <a:spLocks noGrp="1"/>
          </p:cNvSpPr>
          <p:nvPr>
            <p:ph type="body" sz="quarter" idx="20"/>
          </p:nvPr>
        </p:nvSpPr>
        <p:spPr bwMode="auto">
          <a:xfrm>
            <a:off x="2537102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1616213207" name="Text Placeholder 60"/>
          <p:cNvSpPr>
            <a:spLocks noGrp="1"/>
          </p:cNvSpPr>
          <p:nvPr>
            <p:ph type="body" sz="quarter" idx="38"/>
          </p:nvPr>
        </p:nvSpPr>
        <p:spPr bwMode="auto">
          <a:xfrm>
            <a:off x="2537101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sp>
        <p:nvSpPr>
          <p:cNvPr id="560515350" name="Picture Placeholder 68"/>
          <p:cNvSpPr>
            <a:spLocks noGrp="1"/>
          </p:cNvSpPr>
          <p:nvPr>
            <p:ph type="pic" sz="quarter" idx="35"/>
          </p:nvPr>
        </p:nvSpPr>
        <p:spPr bwMode="auto">
          <a:xfrm>
            <a:off x="5792546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673235575" name="Textplatzhalter 52"/>
          <p:cNvSpPr>
            <a:spLocks noGrp="1"/>
          </p:cNvSpPr>
          <p:nvPr>
            <p:ph type="body" sz="quarter" idx="28"/>
          </p:nvPr>
        </p:nvSpPr>
        <p:spPr bwMode="auto">
          <a:xfrm>
            <a:off x="5696088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368658944" name="Text Placeholder 60"/>
          <p:cNvSpPr>
            <a:spLocks noGrp="1"/>
          </p:cNvSpPr>
          <p:nvPr>
            <p:ph type="body" sz="quarter" idx="39"/>
          </p:nvPr>
        </p:nvSpPr>
        <p:spPr bwMode="auto">
          <a:xfrm>
            <a:off x="5696087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pic>
        <p:nvPicPr>
          <p:cNvPr id="1208071173" name="Grafik 58"/>
          <p:cNvPicPr>
            <a:picLocks noChangeAspect="1"/>
          </p:cNvPicPr>
          <p:nvPr userDrawn="1"/>
        </p:nvPicPr>
        <p:blipFill rotWithShape="1">
          <a:blip r:embed="rId2"/>
          <a:srcRect l="9746" t="10016" r="9733" b="12093"/>
          <a:stretch/>
        </p:blipFill>
        <p:spPr bwMode="auto">
          <a:xfrm>
            <a:off x="2162175" y="2085974"/>
            <a:ext cx="2749240" cy="3012657"/>
          </a:xfrm>
          <a:prstGeom prst="rect">
            <a:avLst/>
          </a:prstGeom>
        </p:spPr>
      </p:pic>
      <p:pic>
        <p:nvPicPr>
          <p:cNvPr id="166328983" name="Grafik 58"/>
          <p:cNvPicPr>
            <a:picLocks noChangeAspect="1"/>
          </p:cNvPicPr>
          <p:nvPr userDrawn="1"/>
        </p:nvPicPr>
        <p:blipFill rotWithShape="1">
          <a:blip r:embed="rId2"/>
          <a:srcRect l="12499" t="10016" r="12236" b="13019"/>
          <a:stretch/>
        </p:blipFill>
        <p:spPr bwMode="auto">
          <a:xfrm>
            <a:off x="5427993" y="2085974"/>
            <a:ext cx="2569778" cy="2976880"/>
          </a:xfrm>
          <a:prstGeom prst="rect">
            <a:avLst/>
          </a:prstGeom>
        </p:spPr>
      </p:pic>
      <p:sp>
        <p:nvSpPr>
          <p:cNvPr id="544079357" name="Picture Placeholder 68"/>
          <p:cNvSpPr>
            <a:spLocks noGrp="1"/>
          </p:cNvSpPr>
          <p:nvPr>
            <p:ph type="pic" sz="quarter" idx="36"/>
          </p:nvPr>
        </p:nvSpPr>
        <p:spPr bwMode="auto">
          <a:xfrm>
            <a:off x="8938770" y="2326356"/>
            <a:ext cx="1838325" cy="2483769"/>
          </a:xfrm>
          <a:prstGeom prst="roundRect">
            <a:avLst>
              <a:gd name="adj" fmla="val 4232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848608624" name="Textplatzhalter 52"/>
          <p:cNvSpPr>
            <a:spLocks noGrp="1"/>
          </p:cNvSpPr>
          <p:nvPr>
            <p:ph type="body" sz="quarter" idx="37"/>
          </p:nvPr>
        </p:nvSpPr>
        <p:spPr bwMode="auto">
          <a:xfrm>
            <a:off x="8854066" y="5293012"/>
            <a:ext cx="1550286" cy="4051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square" lIns="72000" tIns="36000" rIns="72000" bIns="36000" anchor="ctr">
            <a:spAutoFit/>
          </a:bodyPr>
          <a:lstStyle>
            <a:lvl1pPr marL="0" indent="0" algn="l">
              <a:buNone/>
              <a:defRPr sz="14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endParaRPr lang="en-CA"/>
          </a:p>
        </p:txBody>
      </p:sp>
      <p:sp>
        <p:nvSpPr>
          <p:cNvPr id="254809676" name="Text Placeholder 60"/>
          <p:cNvSpPr>
            <a:spLocks noGrp="1"/>
          </p:cNvSpPr>
          <p:nvPr>
            <p:ph type="body" sz="quarter" idx="40"/>
          </p:nvPr>
        </p:nvSpPr>
        <p:spPr bwMode="auto">
          <a:xfrm>
            <a:off x="8857280" y="5798959"/>
            <a:ext cx="2011087" cy="228295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>
              <a:defRPr/>
            </a:pPr>
            <a:r>
              <a:rPr lang="en-US"/>
              <a:t>Click to edit</a:t>
            </a:r>
            <a:endParaRPr/>
          </a:p>
        </p:txBody>
      </p:sp>
      <p:pic>
        <p:nvPicPr>
          <p:cNvPr id="152837403" name="Grafik 58"/>
          <p:cNvPicPr>
            <a:picLocks noChangeAspect="1"/>
          </p:cNvPicPr>
          <p:nvPr userDrawn="1"/>
        </p:nvPicPr>
        <p:blipFill rotWithShape="1">
          <a:blip r:embed="rId2"/>
          <a:srcRect l="12811" t="9091" r="6230" b="13019"/>
          <a:stretch/>
        </p:blipFill>
        <p:spPr bwMode="auto">
          <a:xfrm>
            <a:off x="8584850" y="2050196"/>
            <a:ext cx="2764146" cy="30126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06962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0303394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7153204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141137460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pic>
        <p:nvPicPr>
          <p:cNvPr id="1805454413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1424436443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589001622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2104572556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855262058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6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277820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247175097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810364166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5832476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354625485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8369300" y="1587245"/>
            <a:ext cx="2162283" cy="4684974"/>
          </a:xfrm>
          <a:prstGeom prst="roundRect">
            <a:avLst>
              <a:gd name="adj" fmla="val 9527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pic>
        <p:nvPicPr>
          <p:cNvPr id="1830846899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7683935" y="1425008"/>
            <a:ext cx="3574615" cy="5625797"/>
          </a:xfrm>
          <a:prstGeom prst="rect">
            <a:avLst/>
          </a:prstGeom>
        </p:spPr>
      </p:pic>
      <p:sp>
        <p:nvSpPr>
          <p:cNvPr id="176662756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73515124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296943750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grpSp>
        <p:nvGrpSpPr>
          <p:cNvPr id="1235182675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Rectangle 10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Rectangle 16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22709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80685009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674873276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718272241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627552164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74931613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31829015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pic>
        <p:nvPicPr>
          <p:cNvPr id="1760373041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1946553709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862866039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26316798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cxnSp>
        <p:nvCxnSpPr>
          <p:cNvPr id="1396193005" name="Straight Connector 15"/>
          <p:cNvCxnSpPr/>
          <p:nvPr userDrawn="1"/>
        </p:nvCxnSpPr>
        <p:spPr bwMode="auto"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71180909" name="Straight Connector 16"/>
          <p:cNvCxnSpPr/>
          <p:nvPr userDrawn="1"/>
        </p:nvCxnSpPr>
        <p:spPr bwMode="auto"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7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369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05795164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847518745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pic>
        <p:nvPicPr>
          <p:cNvPr id="1277482748" name="Picture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4740677" y="1365373"/>
            <a:ext cx="7259979" cy="5463134"/>
          </a:xfrm>
          <a:prstGeom prst="rect">
            <a:avLst/>
          </a:prstGeom>
        </p:spPr>
      </p:pic>
      <p:sp>
        <p:nvSpPr>
          <p:cNvPr id="827236091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225899136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325434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813608758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407987" y="5024373"/>
            <a:ext cx="3887788" cy="1017910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681262690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5380389" y="1660574"/>
            <a:ext cx="6005761" cy="4517976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31490989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54868694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cxnSp>
        <p:nvCxnSpPr>
          <p:cNvPr id="186606244" name="Straight Connector 15"/>
          <p:cNvCxnSpPr/>
          <p:nvPr userDrawn="1"/>
        </p:nvCxnSpPr>
        <p:spPr bwMode="auto">
          <a:xfrm>
            <a:off x="415222" y="287828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1364808" name="Straight Connector 16"/>
          <p:cNvCxnSpPr/>
          <p:nvPr userDrawn="1"/>
        </p:nvCxnSpPr>
        <p:spPr bwMode="auto">
          <a:xfrm>
            <a:off x="415222" y="4648313"/>
            <a:ext cx="3903080" cy="0"/>
          </a:xfrm>
          <a:prstGeom prst="line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4205748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20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Rectangle 20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Rectangle 21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8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849181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47867963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684903139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63484826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3249173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122964833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346867599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accent1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627054348" name="Picture Placeholder 2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 extrusionOk="0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Picture</a:t>
            </a:r>
            <a:endParaRPr/>
          </a:p>
        </p:txBody>
      </p:sp>
      <p:pic>
        <p:nvPicPr>
          <p:cNvPr id="924773658" name="Grafik 1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934692" y="1371870"/>
            <a:ext cx="5776048" cy="5204824"/>
          </a:xfrm>
          <a:prstGeom prst="rect">
            <a:avLst/>
          </a:prstGeom>
        </p:spPr>
      </p:pic>
      <p:pic>
        <p:nvPicPr>
          <p:cNvPr id="756033550" name="Pictur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1670169671" name="Picture Placeholder 14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 extrusionOk="0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 Picture</a:t>
            </a:r>
            <a:endParaRPr/>
          </a:p>
        </p:txBody>
      </p:sp>
      <p:grpSp>
        <p:nvGrpSpPr>
          <p:cNvPr id="983878909" name="Gruppieren 14"/>
          <p:cNvGrpSpPr/>
          <p:nvPr userDrawn="1"/>
        </p:nvGrpSpPr>
        <p:grpSpPr bwMode="black">
          <a:xfrm>
            <a:off x="10982324" y="6270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" name="Rectangle 5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8" name="Rectangle 7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1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3691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23533859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773983193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987" y="1484312"/>
            <a:ext cx="3600451" cy="489743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744422228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942739919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539056245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174473007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992956947" name="Grafik 1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5934692" y="1371870"/>
            <a:ext cx="5776048" cy="5204824"/>
          </a:xfrm>
          <a:prstGeom prst="rect">
            <a:avLst/>
          </a:prstGeom>
        </p:spPr>
      </p:pic>
      <p:sp>
        <p:nvSpPr>
          <p:cNvPr id="766202732" name="Picture Placeholder 2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27869" y="1569050"/>
            <a:ext cx="5389694" cy="3031703"/>
          </a:xfrm>
          <a:custGeom>
            <a:avLst/>
            <a:gdLst>
              <a:gd name="connsiteX0" fmla="*/ 0 w 5389694"/>
              <a:gd name="connsiteY0" fmla="*/ 0 h 3031703"/>
              <a:gd name="connsiteX1" fmla="*/ 5389694 w 5389694"/>
              <a:gd name="connsiteY1" fmla="*/ 0 h 3031703"/>
              <a:gd name="connsiteX2" fmla="*/ 5389694 w 5389694"/>
              <a:gd name="connsiteY2" fmla="*/ 3031703 h 3031703"/>
              <a:gd name="connsiteX3" fmla="*/ 1352550 w 5389694"/>
              <a:gd name="connsiteY3" fmla="*/ 3031703 h 3031703"/>
              <a:gd name="connsiteX4" fmla="*/ 303411 w 5389694"/>
              <a:gd name="connsiteY4" fmla="*/ 3031703 h 3031703"/>
              <a:gd name="connsiteX5" fmla="*/ 303411 w 5389694"/>
              <a:gd name="connsiteY5" fmla="*/ 2452577 h 3031703"/>
              <a:gd name="connsiteX6" fmla="*/ 305990 w 5389694"/>
              <a:gd name="connsiteY6" fmla="*/ 2452577 h 3031703"/>
              <a:gd name="connsiteX7" fmla="*/ 313728 w 5389694"/>
              <a:gd name="connsiteY7" fmla="*/ 2447419 h 3031703"/>
              <a:gd name="connsiteX8" fmla="*/ 313728 w 5389694"/>
              <a:gd name="connsiteY8" fmla="*/ 2073418 h 3031703"/>
              <a:gd name="connsiteX9" fmla="*/ 305990 w 5389694"/>
              <a:gd name="connsiteY9" fmla="*/ 2068259 h 3031703"/>
              <a:gd name="connsiteX10" fmla="*/ 303411 w 5389694"/>
              <a:gd name="connsiteY10" fmla="*/ 2068259 h 3031703"/>
              <a:gd name="connsiteX11" fmla="*/ 303411 w 5389694"/>
              <a:gd name="connsiteY11" fmla="*/ 1511128 h 3031703"/>
              <a:gd name="connsiteX12" fmla="*/ 226032 w 5389694"/>
              <a:gd name="connsiteY12" fmla="*/ 1315100 h 3031703"/>
              <a:gd name="connsiteX13" fmla="*/ 37742 w 5389694"/>
              <a:gd name="connsiteY13" fmla="*/ 1245458 h 3031703"/>
              <a:gd name="connsiteX14" fmla="*/ 0 w 5389694"/>
              <a:gd name="connsiteY14" fmla="*/ 1245458 h 3031703"/>
              <a:gd name="connsiteX15" fmla="*/ 0 w 5389694"/>
              <a:gd name="connsiteY15" fmla="*/ 1056853 h 303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389694" h="3031703" extrusionOk="0">
                <a:moveTo>
                  <a:pt x="0" y="0"/>
                </a:moveTo>
                <a:lnTo>
                  <a:pt x="5389694" y="0"/>
                </a:lnTo>
                <a:lnTo>
                  <a:pt x="5389694" y="3031703"/>
                </a:lnTo>
                <a:lnTo>
                  <a:pt x="1352550" y="3031703"/>
                </a:lnTo>
                <a:lnTo>
                  <a:pt x="303411" y="3031703"/>
                </a:lnTo>
                <a:lnTo>
                  <a:pt x="303411" y="2452577"/>
                </a:lnTo>
                <a:lnTo>
                  <a:pt x="305990" y="2452577"/>
                </a:lnTo>
                <a:lnTo>
                  <a:pt x="313728" y="2447419"/>
                </a:lnTo>
                <a:lnTo>
                  <a:pt x="313728" y="2073418"/>
                </a:lnTo>
                <a:lnTo>
                  <a:pt x="305990" y="2068259"/>
                </a:lnTo>
                <a:lnTo>
                  <a:pt x="303411" y="2068259"/>
                </a:lnTo>
                <a:lnTo>
                  <a:pt x="303411" y="1511128"/>
                </a:lnTo>
                <a:cubicBezTo>
                  <a:pt x="303411" y="1511128"/>
                  <a:pt x="302336" y="1385924"/>
                  <a:pt x="226032" y="1315100"/>
                </a:cubicBezTo>
                <a:cubicBezTo>
                  <a:pt x="150909" y="1245351"/>
                  <a:pt x="37742" y="1245458"/>
                  <a:pt x="37742" y="1245458"/>
                </a:cubicBezTo>
                <a:lnTo>
                  <a:pt x="0" y="1245458"/>
                </a:lnTo>
                <a:lnTo>
                  <a:pt x="0" y="105685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Picture </a:t>
            </a:r>
            <a:endParaRPr/>
          </a:p>
        </p:txBody>
      </p:sp>
      <p:pic>
        <p:nvPicPr>
          <p:cNvPr id="395980855" name="Picture 2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4251759" y="2754636"/>
            <a:ext cx="2620583" cy="4124324"/>
          </a:xfrm>
          <a:prstGeom prst="rect">
            <a:avLst/>
          </a:prstGeom>
        </p:spPr>
      </p:pic>
      <p:sp>
        <p:nvSpPr>
          <p:cNvPr id="564771654" name="Picture Placeholder 14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760119" y="2900918"/>
            <a:ext cx="1578769" cy="3404161"/>
          </a:xfrm>
          <a:custGeom>
            <a:avLst/>
            <a:gdLst>
              <a:gd name="connsiteX0" fmla="*/ 219387 w 2231231"/>
              <a:gd name="connsiteY0" fmla="*/ 40 h 4833612"/>
              <a:gd name="connsiteX1" fmla="*/ 223489 w 2231231"/>
              <a:gd name="connsiteY1" fmla="*/ 207 h 4833612"/>
              <a:gd name="connsiteX2" fmla="*/ 520254 w 2231231"/>
              <a:gd name="connsiteY2" fmla="*/ 207 h 4833612"/>
              <a:gd name="connsiteX3" fmla="*/ 545900 w 2231231"/>
              <a:gd name="connsiteY3" fmla="*/ 11198 h 4833612"/>
              <a:gd name="connsiteX4" fmla="*/ 553228 w 2231231"/>
              <a:gd name="connsiteY4" fmla="*/ 29517 h 4833612"/>
              <a:gd name="connsiteX5" fmla="*/ 553228 w 2231231"/>
              <a:gd name="connsiteY5" fmla="*/ 58827 h 4833612"/>
              <a:gd name="connsiteX6" fmla="*/ 589866 w 2231231"/>
              <a:gd name="connsiteY6" fmla="*/ 128439 h 4833612"/>
              <a:gd name="connsiteX7" fmla="*/ 659477 w 2231231"/>
              <a:gd name="connsiteY7" fmla="*/ 161412 h 4833612"/>
              <a:gd name="connsiteX8" fmla="*/ 1571754 w 2231231"/>
              <a:gd name="connsiteY8" fmla="*/ 161412 h 4833612"/>
              <a:gd name="connsiteX9" fmla="*/ 1637702 w 2231231"/>
              <a:gd name="connsiteY9" fmla="*/ 121111 h 4833612"/>
              <a:gd name="connsiteX10" fmla="*/ 1667012 w 2231231"/>
              <a:gd name="connsiteY10" fmla="*/ 25853 h 4833612"/>
              <a:gd name="connsiteX11" fmla="*/ 1678003 w 2231231"/>
              <a:gd name="connsiteY11" fmla="*/ 7534 h 4833612"/>
              <a:gd name="connsiteX12" fmla="*/ 1699986 w 2231231"/>
              <a:gd name="connsiteY12" fmla="*/ 207 h 4833612"/>
              <a:gd name="connsiteX13" fmla="*/ 1985759 w 2231231"/>
              <a:gd name="connsiteY13" fmla="*/ 207 h 4833612"/>
              <a:gd name="connsiteX14" fmla="*/ 2168947 w 2231231"/>
              <a:gd name="connsiteY14" fmla="*/ 69818 h 4833612"/>
              <a:gd name="connsiteX15" fmla="*/ 2231231 w 2231231"/>
              <a:gd name="connsiteY15" fmla="*/ 227360 h 4833612"/>
              <a:gd name="connsiteX16" fmla="*/ 2231231 w 2231231"/>
              <a:gd name="connsiteY16" fmla="*/ 4612883 h 4833612"/>
              <a:gd name="connsiteX17" fmla="*/ 2183602 w 2231231"/>
              <a:gd name="connsiteY17" fmla="*/ 4759434 h 4833612"/>
              <a:gd name="connsiteX18" fmla="*/ 2044379 w 2231231"/>
              <a:gd name="connsiteY18" fmla="*/ 4832709 h 4833612"/>
              <a:gd name="connsiteX19" fmla="*/ 1674339 w 2231231"/>
              <a:gd name="connsiteY19" fmla="*/ 4832709 h 4833612"/>
              <a:gd name="connsiteX20" fmla="*/ 227153 w 2231231"/>
              <a:gd name="connsiteY20" fmla="*/ 4832709 h 4833612"/>
              <a:gd name="connsiteX21" fmla="*/ 51293 w 2231231"/>
              <a:gd name="connsiteY21" fmla="*/ 4766761 h 4833612"/>
              <a:gd name="connsiteX22" fmla="*/ 0 w 2231231"/>
              <a:gd name="connsiteY22" fmla="*/ 4612883 h 4833612"/>
              <a:gd name="connsiteX23" fmla="*/ 0 w 2231231"/>
              <a:gd name="connsiteY23" fmla="*/ 209041 h 4833612"/>
              <a:gd name="connsiteX24" fmla="*/ 65948 w 2231231"/>
              <a:gd name="connsiteY24" fmla="*/ 58827 h 4833612"/>
              <a:gd name="connsiteX25" fmla="*/ 219387 w 2231231"/>
              <a:gd name="connsiteY25" fmla="*/ 40 h 483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231231" h="4833612" extrusionOk="0">
                <a:moveTo>
                  <a:pt x="219387" y="40"/>
                </a:moveTo>
                <a:cubicBezTo>
                  <a:pt x="222044" y="100"/>
                  <a:pt x="223489" y="207"/>
                  <a:pt x="223489" y="207"/>
                </a:cubicBezTo>
                <a:lnTo>
                  <a:pt x="520254" y="207"/>
                </a:lnTo>
                <a:cubicBezTo>
                  <a:pt x="520254" y="207"/>
                  <a:pt x="532925" y="-1777"/>
                  <a:pt x="545900" y="11198"/>
                </a:cubicBezTo>
                <a:cubicBezTo>
                  <a:pt x="553228" y="18526"/>
                  <a:pt x="553228" y="29517"/>
                  <a:pt x="553228" y="29517"/>
                </a:cubicBezTo>
                <a:lnTo>
                  <a:pt x="553228" y="58827"/>
                </a:lnTo>
                <a:cubicBezTo>
                  <a:pt x="553228" y="58827"/>
                  <a:pt x="559487" y="102029"/>
                  <a:pt x="589866" y="128439"/>
                </a:cubicBezTo>
                <a:cubicBezTo>
                  <a:pt x="625893" y="159733"/>
                  <a:pt x="659477" y="161412"/>
                  <a:pt x="659477" y="161412"/>
                </a:cubicBezTo>
                <a:lnTo>
                  <a:pt x="1571754" y="161412"/>
                </a:lnTo>
                <a:cubicBezTo>
                  <a:pt x="1571754" y="161412"/>
                  <a:pt x="1610071" y="156069"/>
                  <a:pt x="1637702" y="121111"/>
                </a:cubicBezTo>
                <a:cubicBezTo>
                  <a:pt x="1668691" y="82031"/>
                  <a:pt x="1667012" y="25853"/>
                  <a:pt x="1667012" y="25853"/>
                </a:cubicBezTo>
                <a:cubicBezTo>
                  <a:pt x="1667012" y="25853"/>
                  <a:pt x="1670523" y="14251"/>
                  <a:pt x="1678003" y="7534"/>
                </a:cubicBezTo>
                <a:cubicBezTo>
                  <a:pt x="1687315" y="-710"/>
                  <a:pt x="1699986" y="207"/>
                  <a:pt x="1699986" y="207"/>
                </a:cubicBezTo>
                <a:lnTo>
                  <a:pt x="1985759" y="207"/>
                </a:lnTo>
                <a:cubicBezTo>
                  <a:pt x="1985759" y="207"/>
                  <a:pt x="2103458" y="-1014"/>
                  <a:pt x="2168947" y="69818"/>
                </a:cubicBezTo>
                <a:cubicBezTo>
                  <a:pt x="2231231" y="137292"/>
                  <a:pt x="2231231" y="227360"/>
                  <a:pt x="2231231" y="227360"/>
                </a:cubicBezTo>
                <a:lnTo>
                  <a:pt x="2231231" y="4612883"/>
                </a:lnTo>
                <a:cubicBezTo>
                  <a:pt x="2231231" y="4612883"/>
                  <a:pt x="2228484" y="4699286"/>
                  <a:pt x="2183602" y="4759434"/>
                </a:cubicBezTo>
                <a:cubicBezTo>
                  <a:pt x="2128341" y="4833472"/>
                  <a:pt x="2044379" y="4832709"/>
                  <a:pt x="2044379" y="4832709"/>
                </a:cubicBezTo>
                <a:lnTo>
                  <a:pt x="1674339" y="4832709"/>
                </a:lnTo>
                <a:lnTo>
                  <a:pt x="227153" y="4832709"/>
                </a:lnTo>
                <a:cubicBezTo>
                  <a:pt x="227153" y="4832709"/>
                  <a:pt x="125789" y="4846449"/>
                  <a:pt x="51293" y="4766761"/>
                </a:cubicBezTo>
                <a:cubicBezTo>
                  <a:pt x="3359" y="4715469"/>
                  <a:pt x="0" y="4612883"/>
                  <a:pt x="0" y="4612883"/>
                </a:cubicBezTo>
                <a:lnTo>
                  <a:pt x="0" y="209041"/>
                </a:lnTo>
                <a:cubicBezTo>
                  <a:pt x="0" y="209041"/>
                  <a:pt x="4581" y="120653"/>
                  <a:pt x="65948" y="58827"/>
                </a:cubicBezTo>
                <a:cubicBezTo>
                  <a:pt x="122851" y="1524"/>
                  <a:pt x="200791" y="-380"/>
                  <a:pt x="219387" y="4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bIns="720000" anchor="ctr">
            <a:noAutofit/>
          </a:bodyPr>
          <a:lstStyle>
            <a:lvl1pPr marL="0" indent="0" algn="ctr">
              <a:buNone/>
              <a:defRPr sz="1000" b="1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 Picture 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049235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75010273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369908855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29475031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78458087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02325973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139212422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810565725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217436" y="951235"/>
            <a:ext cx="9757128" cy="56005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9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889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05974447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018173084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2713389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166226123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1082065252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815611782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580475237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1217436" y="951235"/>
            <a:ext cx="9757128" cy="5600592"/>
          </a:xfrm>
          <a:prstGeom prst="rect">
            <a:avLst/>
          </a:prstGeom>
        </p:spPr>
      </p:pic>
      <p:grpSp>
        <p:nvGrpSpPr>
          <p:cNvPr id="417245763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1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7" name="Rectangle 16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0_Closing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500309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tx1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6890712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903247442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tx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905418475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293928278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sp>
        <p:nvSpPr>
          <p:cNvPr id="217875590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613504675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1328668719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667693362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grpSp>
        <p:nvGrpSpPr>
          <p:cNvPr id="1122916357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1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8" name="Rectangle 17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19" name="Rectangle 18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2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5_Closing slide_imag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777082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7" y="219691"/>
            <a:ext cx="10050811" cy="153888"/>
          </a:xfrm>
        </p:spPr>
        <p:txBody>
          <a:bodyPr anchor="b">
            <a:spAutoFit/>
          </a:bodyPr>
          <a:lstStyle>
            <a:lvl1pPr marL="0" indent="0">
              <a:buNone/>
              <a:defRPr sz="1000" cap="all">
                <a:solidFill>
                  <a:schemeClr val="accent3"/>
                </a:solidFill>
              </a:defRPr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2144293641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10050812" cy="369332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857843743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tx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176117738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8" y="2103683"/>
            <a:ext cx="2820988" cy="4278067"/>
          </a:xfrm>
        </p:spPr>
        <p:txBody>
          <a:bodyPr/>
          <a:lstStyle>
            <a:lvl1pPr marL="252000" indent="-252000">
              <a:buClr>
                <a:schemeClr val="bg1"/>
              </a:buClr>
              <a:buFont typeface="Arial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sp>
        <p:nvSpPr>
          <p:cNvPr id="1506142138" name="Textfeld 58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bg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bg1"/>
              </a:solidFill>
            </a:endParaRPr>
          </a:p>
        </p:txBody>
      </p:sp>
      <p:grpSp>
        <p:nvGrpSpPr>
          <p:cNvPr id="1147650804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7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4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5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8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9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933619039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90E1999-4726-4600-8B88-4A7F5C00CB35}" type="datetime1">
              <a:rPr lang="de-DE"/>
              <a:t>06.07.2026</a:t>
            </a:fld>
            <a:endParaRPr lang="en-CA"/>
          </a:p>
        </p:txBody>
      </p:sp>
      <p:sp>
        <p:nvSpPr>
          <p:cNvPr id="1580361394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pic>
        <p:nvPicPr>
          <p:cNvPr id="859017580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789061" y="951235"/>
            <a:ext cx="9757128" cy="5600592"/>
          </a:xfrm>
          <a:prstGeom prst="rect">
            <a:avLst/>
          </a:prstGeom>
        </p:spPr>
      </p:pic>
      <p:sp>
        <p:nvSpPr>
          <p:cNvPr id="356668216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285014" y="1679108"/>
            <a:ext cx="6786211" cy="4227657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2 contents white/blue">
    <p:bg>
      <p:bgPr>
        <a:gradFill>
          <a:gsLst>
            <a:gs pos="0">
              <a:schemeClr val="accent1"/>
            </a:gs>
            <a:gs pos="100000">
              <a:srgbClr val="3A43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025044" name="Rechteck 37"/>
          <p:cNvSpPr/>
          <p:nvPr userDrawn="1"/>
        </p:nvSpPr>
        <p:spPr bwMode="white"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53582314" name="Textplatzhalter 7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07988" y="219691"/>
            <a:ext cx="5399999" cy="153888"/>
          </a:xfrm>
        </p:spPr>
        <p:txBody>
          <a:bodyPr wrap="square" anchor="b">
            <a:spAutoFit/>
          </a:bodyPr>
          <a:lstStyle>
            <a:lvl1pPr marL="0" indent="0">
              <a:buNone/>
              <a:defRPr sz="1000" cap="all"/>
            </a:lvl1pPr>
            <a:lvl2pPr marL="252000" indent="0">
              <a:buNone/>
              <a:defRPr sz="1200"/>
            </a:lvl2pPr>
            <a:lvl3pPr marL="504000" indent="0">
              <a:buNone/>
              <a:defRPr sz="1200"/>
            </a:lvl3pPr>
            <a:lvl4pPr marL="756000" indent="0">
              <a:buNone/>
              <a:defRPr sz="1200"/>
            </a:lvl4pPr>
            <a:lvl5pPr marL="1008000" indent="0">
              <a:buNone/>
              <a:defRPr sz="1200"/>
            </a:lvl5pPr>
          </a:lstStyle>
          <a:p>
            <a:pPr lvl="0">
              <a:defRPr/>
            </a:pPr>
            <a:r>
              <a:rPr lang="en-CA"/>
              <a:t>Header</a:t>
            </a:r>
            <a:endParaRPr/>
          </a:p>
        </p:txBody>
      </p:sp>
      <p:sp>
        <p:nvSpPr>
          <p:cNvPr id="168204498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07988" y="404813"/>
            <a:ext cx="5399999" cy="369332"/>
          </a:xfrm>
        </p:spPr>
        <p:txBody>
          <a:bodyPr vert="horz"/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1629193940" name="Datumsplatzhalter 4"/>
          <p:cNvSpPr>
            <a:spLocks noGrp="1"/>
          </p:cNvSpPr>
          <p:nvPr>
            <p:ph type="dt" sz="half" idx="10"/>
          </p:nvPr>
        </p:nvSpPr>
        <p:spPr bwMode="auto">
          <a:xfrm>
            <a:off x="10483633" y="6597650"/>
            <a:ext cx="901128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64BB44E-8903-4313-BBED-09991CD8D6D8}" type="datetime1">
              <a:rPr lang="de-DE"/>
              <a:t>06.07.2026</a:t>
            </a:fld>
            <a:endParaRPr lang="en-CA"/>
          </a:p>
        </p:txBody>
      </p:sp>
      <p:sp>
        <p:nvSpPr>
          <p:cNvPr id="417499360" name="Foliennummernplatzhalter 6"/>
          <p:cNvSpPr>
            <a:spLocks noGrp="1"/>
          </p:cNvSpPr>
          <p:nvPr>
            <p:ph type="sldNum" sz="quarter" idx="12"/>
          </p:nvPr>
        </p:nvSpPr>
        <p:spPr bwMode="auto">
          <a:xfrm>
            <a:off x="11392500" y="6597650"/>
            <a:ext cx="391512" cy="153888"/>
          </a:xfrm>
          <a:prstGeom prst="rect">
            <a:avLst/>
          </a:prstGeo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3DEAD0B-53D4-4473-89A4-0C9AC72707FF}" type="slidenum">
              <a:rPr lang="en-CA"/>
              <a:t>‹Nr.›</a:t>
            </a:fld>
            <a:endParaRPr lang="en-CA"/>
          </a:p>
        </p:txBody>
      </p:sp>
      <p:sp>
        <p:nvSpPr>
          <p:cNvPr id="1997234861" name="Textfeld 32"/>
          <p:cNvSpPr txBox="1"/>
          <p:nvPr userDrawn="1"/>
        </p:nvSpPr>
        <p:spPr bwMode="auto">
          <a:xfrm>
            <a:off x="407987" y="6597650"/>
            <a:ext cx="51800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Segoe UI"/>
              </a:rPr>
              <a:t>© MHP Management- und IT-Beratung GmbH</a:t>
            </a:r>
            <a:endParaRPr lang="en-CA" sz="1000">
              <a:solidFill>
                <a:schemeClr val="tx1"/>
              </a:solidFill>
            </a:endParaRPr>
          </a:p>
        </p:txBody>
      </p:sp>
      <p:grpSp>
        <p:nvGrpSpPr>
          <p:cNvPr id="631178942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bg1"/>
          </a:solidFill>
        </p:grpSpPr>
        <p:sp>
          <p:nvSpPr>
            <p:cNvPr id="8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6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37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0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1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2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3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4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5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6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  <p:sp>
        <p:nvSpPr>
          <p:cNvPr id="1810066206" name="Picture Placeholder 19"/>
          <p:cNvSpPr>
            <a:spLocks noGrp="1"/>
          </p:cNvSpPr>
          <p:nvPr>
            <p:ph type="pic" sz="quarter" idx="14"/>
          </p:nvPr>
        </p:nvSpPr>
        <p:spPr bwMode="auto">
          <a:xfrm>
            <a:off x="4738688" y="1692275"/>
            <a:ext cx="6643687" cy="4203700"/>
          </a:xfrm>
          <a:prstGeom prst="roundRect">
            <a:avLst>
              <a:gd name="adj" fmla="val 1712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831388271" name="Textplatzhalter 5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414341" y="1478883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897847747" name="Inhaltsplatzhalter 2"/>
          <p:cNvSpPr>
            <a:spLocks noGrp="1"/>
          </p:cNvSpPr>
          <p:nvPr>
            <p:ph idx="15" hasCustomPrompt="1"/>
          </p:nvPr>
        </p:nvSpPr>
        <p:spPr bwMode="auto">
          <a:xfrm>
            <a:off x="407987" y="2103683"/>
            <a:ext cx="3600451" cy="165710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  <p:pic>
        <p:nvPicPr>
          <p:cNvPr id="1435019020" name="Grafik 1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3317818" y="1034241"/>
            <a:ext cx="9504595" cy="5455638"/>
          </a:xfrm>
          <a:prstGeom prst="rect">
            <a:avLst/>
          </a:prstGeom>
        </p:spPr>
      </p:pic>
      <p:sp>
        <p:nvSpPr>
          <p:cNvPr id="687050243" name="Textplatzhalter 52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414341" y="4100785"/>
            <a:ext cx="1452558" cy="4484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none" lIns="72000" tIns="36000" rIns="72000" bIns="36000" anchor="ctr">
            <a:spAutoFit/>
          </a:bodyPr>
          <a:lstStyle>
            <a:lvl1pPr marL="0" indent="0" algn="l">
              <a:buNone/>
              <a:defRPr sz="1600" cap="none">
                <a:solidFill>
                  <a:schemeClr val="bg1"/>
                </a:solidFill>
              </a:defRPr>
            </a:lvl1pPr>
            <a:lvl2pPr marL="252000" indent="0">
              <a:buNone/>
              <a:defRPr sz="1800" cap="all">
                <a:solidFill>
                  <a:schemeClr val="accent1"/>
                </a:solidFill>
              </a:defRPr>
            </a:lvl2pPr>
            <a:lvl3pPr marL="504000" indent="0">
              <a:buNone/>
              <a:defRPr sz="1800" cap="all">
                <a:solidFill>
                  <a:schemeClr val="accent1"/>
                </a:solidFill>
              </a:defRPr>
            </a:lvl3pPr>
            <a:lvl4pPr marL="756000" indent="0">
              <a:buNone/>
              <a:defRPr sz="1800" cap="all">
                <a:solidFill>
                  <a:schemeClr val="accent1"/>
                </a:solidFill>
              </a:defRPr>
            </a:lvl4pPr>
            <a:lvl5pPr marL="1008000" indent="0">
              <a:buNone/>
              <a:defRPr sz="1800" cap="all">
                <a:solidFill>
                  <a:schemeClr val="accent1"/>
                </a:solidFill>
              </a:defRPr>
            </a:lvl5pPr>
          </a:lstStyle>
          <a:p>
            <a:pPr lvl="0">
              <a:defRPr/>
            </a:pPr>
            <a:r>
              <a:rPr lang="en-CA"/>
              <a:t>Lorem Ipsum</a:t>
            </a:r>
            <a:endParaRPr/>
          </a:p>
        </p:txBody>
      </p:sp>
      <p:sp>
        <p:nvSpPr>
          <p:cNvPr id="576423700" name="Inhaltsplatzhalter 2"/>
          <p:cNvSpPr>
            <a:spLocks noGrp="1"/>
          </p:cNvSpPr>
          <p:nvPr>
            <p:ph idx="21" hasCustomPrompt="1"/>
          </p:nvPr>
        </p:nvSpPr>
        <p:spPr bwMode="auto">
          <a:xfrm>
            <a:off x="407987" y="4727851"/>
            <a:ext cx="3600451" cy="1657105"/>
          </a:xfrm>
        </p:spPr>
        <p:txBody>
          <a:bodyPr/>
          <a:lstStyle>
            <a:lvl1pPr marL="252000" indent="-252000">
              <a:buFont typeface="Arial"/>
              <a:buChar char="•"/>
              <a:defRPr/>
            </a:lvl1pPr>
          </a:lstStyle>
          <a:p>
            <a:pPr lvl="0">
              <a:defRPr/>
            </a:pPr>
            <a:r>
              <a:rPr lang="de-DE"/>
              <a:t>First level, Segoe UI, 14pt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088350873" name="think-cell data - do not delete"/>
          <p:cNvGraphicFramePr>
            <a:graphicFrameLocks noChangeAspect="1"/>
          </p:cNvGraphicFramePr>
          <p:nvPr/>
        </p:nvGraphicFramePr>
        <p:xfrm>
          <a:off x="1587" y="1587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leObj" r:id="rId57" imgW="0" imgH="0" progId="TCLayout.ActiveDocument.1">
                  <p:embed/>
                </p:oleObj>
              </mc:Choice>
              <mc:Fallback>
                <p:oleObj name="oleObj" r:id="rId57" imgW="0" imgH="0" progId="TCLayout.ActiveDocument.1">
                  <p:embed/>
                  <p:pic>
                    <p:nvPicPr>
                      <p:cNvPr id="1088350873" name="think-cell data - do not delete"/>
                      <p:cNvPicPr/>
                      <p:nvPr/>
                    </p:nvPicPr>
                    <p:blipFill rotWithShape="1">
                      <a:blip r:embed="rId58"/>
                      <a:stretch/>
                    </p:blipFill>
                    <p:spPr bwMode="auto">
                      <a:xfrm>
                        <a:off x="1587" y="1587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748990" name="Titelplatzhalter 1"/>
          <p:cNvSpPr>
            <a:spLocks noGrp="1"/>
          </p:cNvSpPr>
          <p:nvPr>
            <p:ph type="title"/>
          </p:nvPr>
        </p:nvSpPr>
        <p:spPr bwMode="auto">
          <a:xfrm>
            <a:off x="407988" y="404813"/>
            <a:ext cx="10050812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defRPr/>
            </a:pPr>
            <a:r>
              <a:rPr lang="de-DE"/>
              <a:t>Slide Title, Segoe UI, 24pt</a:t>
            </a:r>
            <a:endParaRPr lang="en-CA"/>
          </a:p>
        </p:txBody>
      </p:sp>
      <p:sp>
        <p:nvSpPr>
          <p:cNvPr id="47817486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07987" y="1484312"/>
            <a:ext cx="11376025" cy="48974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>
              <a:defRPr/>
            </a:pPr>
            <a:r>
              <a:rPr lang="de-DE"/>
              <a:t>First level, Segoe UI, 14pt</a:t>
            </a:r>
            <a:endParaRPr/>
          </a:p>
          <a:p>
            <a:pPr lvl="1">
              <a:defRPr/>
            </a:pPr>
            <a:r>
              <a:rPr lang="de-DE"/>
              <a:t>Second level, Segoe UI, 14pt</a:t>
            </a:r>
            <a:endParaRPr/>
          </a:p>
          <a:p>
            <a:pPr lvl="2">
              <a:defRPr/>
            </a:pPr>
            <a:r>
              <a:rPr lang="de-DE"/>
              <a:t>Third level, Segoe UI, 14pt</a:t>
            </a:r>
            <a:endParaRPr/>
          </a:p>
          <a:p>
            <a:pPr lvl="3">
              <a:defRPr/>
            </a:pPr>
            <a:r>
              <a:rPr lang="de-DE"/>
              <a:t>Fourth level, Segoe UI, 14pt</a:t>
            </a:r>
            <a:endParaRPr/>
          </a:p>
          <a:p>
            <a:pPr lvl="4">
              <a:defRPr/>
            </a:pPr>
            <a:r>
              <a:rPr lang="de-DE"/>
              <a:t>Fifth level, Segoe UI, 14pt</a:t>
            </a:r>
            <a:endParaRPr lang="en-CA"/>
          </a:p>
        </p:txBody>
      </p:sp>
      <p:grpSp>
        <p:nvGrpSpPr>
          <p:cNvPr id="1441849751" name="Gruppieren 14"/>
          <p:cNvGrpSpPr/>
          <p:nvPr userDrawn="1"/>
        </p:nvGrpSpPr>
        <p:grpSpPr bwMode="black">
          <a:xfrm>
            <a:off x="10829924" y="474663"/>
            <a:ext cx="951157" cy="379427"/>
            <a:chOff x="-64593788" y="4924426"/>
            <a:chExt cx="63238063" cy="25223786"/>
          </a:xfrm>
          <a:solidFill>
            <a:schemeClr val="accent1"/>
          </a:solidFill>
        </p:grpSpPr>
        <p:sp>
          <p:nvSpPr>
            <p:cNvPr id="46" name="Freeform 7"/>
            <p:cNvSpPr/>
            <p:nvPr userDrawn="1"/>
          </p:nvSpPr>
          <p:spPr bwMode="black">
            <a:xfrm>
              <a:off x="-57942163" y="4926013"/>
              <a:ext cx="3529013" cy="5961062"/>
            </a:xfrm>
            <a:custGeom>
              <a:avLst/>
              <a:gdLst>
                <a:gd name="T0" fmla="*/ 0 w 2223"/>
                <a:gd name="T1" fmla="*/ 3755 h 3755"/>
                <a:gd name="T2" fmla="*/ 1606 w 2223"/>
                <a:gd name="T3" fmla="*/ 3755 h 3755"/>
                <a:gd name="T4" fmla="*/ 2223 w 2223"/>
                <a:gd name="T5" fmla="*/ 0 h 3755"/>
                <a:gd name="T6" fmla="*/ 624 w 2223"/>
                <a:gd name="T7" fmla="*/ 0 h 3755"/>
                <a:gd name="T8" fmla="*/ 0 w 2223"/>
                <a:gd name="T9" fmla="*/ 3755 h 3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3755" extrusionOk="0">
                  <a:moveTo>
                    <a:pt x="0" y="3755"/>
                  </a:moveTo>
                  <a:lnTo>
                    <a:pt x="1606" y="3755"/>
                  </a:lnTo>
                  <a:lnTo>
                    <a:pt x="2223" y="0"/>
                  </a:lnTo>
                  <a:lnTo>
                    <a:pt x="624" y="0"/>
                  </a:lnTo>
                  <a:lnTo>
                    <a:pt x="0" y="375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7" name="Rectangle 8"/>
            <p:cNvSpPr>
              <a:spLocks noChangeArrowheads="1"/>
            </p:cNvSpPr>
            <p:nvPr userDrawn="1"/>
          </p:nvSpPr>
          <p:spPr bwMode="black">
            <a:xfrm>
              <a:off x="-64587438" y="4926013"/>
              <a:ext cx="2549525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8" name="Rectangle 9"/>
            <p:cNvSpPr>
              <a:spLocks noChangeArrowheads="1"/>
            </p:cNvSpPr>
            <p:nvPr userDrawn="1"/>
          </p:nvSpPr>
          <p:spPr bwMode="black">
            <a:xfrm>
              <a:off x="-51869975" y="4926013"/>
              <a:ext cx="2547938" cy="153193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49" name="Freeform 10"/>
            <p:cNvSpPr/>
            <p:nvPr userDrawn="1"/>
          </p:nvSpPr>
          <p:spPr bwMode="black">
            <a:xfrm>
              <a:off x="-59501088" y="13439775"/>
              <a:ext cx="3679825" cy="6805612"/>
            </a:xfrm>
            <a:custGeom>
              <a:avLst/>
              <a:gdLst>
                <a:gd name="T0" fmla="*/ 1606 w 2318"/>
                <a:gd name="T1" fmla="*/ 4287 h 4287"/>
                <a:gd name="T2" fmla="*/ 2318 w 2318"/>
                <a:gd name="T3" fmla="*/ 0 h 4287"/>
                <a:gd name="T4" fmla="*/ 712 w 2318"/>
                <a:gd name="T5" fmla="*/ 0 h 4287"/>
                <a:gd name="T6" fmla="*/ 0 w 2318"/>
                <a:gd name="T7" fmla="*/ 4287 h 4287"/>
                <a:gd name="T8" fmla="*/ 1606 w 2318"/>
                <a:gd name="T9" fmla="*/ 4287 h 4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8" h="4287" extrusionOk="0">
                  <a:moveTo>
                    <a:pt x="1606" y="4287"/>
                  </a:moveTo>
                  <a:lnTo>
                    <a:pt x="2318" y="0"/>
                  </a:lnTo>
                  <a:lnTo>
                    <a:pt x="712" y="0"/>
                  </a:lnTo>
                  <a:lnTo>
                    <a:pt x="0" y="4287"/>
                  </a:lnTo>
                  <a:lnTo>
                    <a:pt x="1606" y="42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0" name="Freeform 11"/>
            <p:cNvSpPr>
              <a:spLocks noEditPoints="1"/>
            </p:cNvSpPr>
            <p:nvPr userDrawn="1"/>
          </p:nvSpPr>
          <p:spPr bwMode="black">
            <a:xfrm>
              <a:off x="-64593788" y="25911175"/>
              <a:ext cx="3689350" cy="4178300"/>
            </a:xfrm>
            <a:custGeom>
              <a:avLst/>
              <a:gdLst>
                <a:gd name="T0" fmla="*/ 2324 w 2324"/>
                <a:gd name="T1" fmla="*/ 2632 h 2632"/>
                <a:gd name="T2" fmla="*/ 1989 w 2324"/>
                <a:gd name="T3" fmla="*/ 2632 h 2632"/>
                <a:gd name="T4" fmla="*/ 1741 w 2324"/>
                <a:gd name="T5" fmla="*/ 1955 h 2632"/>
                <a:gd name="T6" fmla="*/ 556 w 2324"/>
                <a:gd name="T7" fmla="*/ 1955 h 2632"/>
                <a:gd name="T8" fmla="*/ 309 w 2324"/>
                <a:gd name="T9" fmla="*/ 2632 h 2632"/>
                <a:gd name="T10" fmla="*/ 0 w 2324"/>
                <a:gd name="T11" fmla="*/ 2632 h 2632"/>
                <a:gd name="T12" fmla="*/ 974 w 2324"/>
                <a:gd name="T13" fmla="*/ 0 h 2632"/>
                <a:gd name="T14" fmla="*/ 1354 w 2324"/>
                <a:gd name="T15" fmla="*/ 0 h 2632"/>
                <a:gd name="T16" fmla="*/ 2324 w 2324"/>
                <a:gd name="T17" fmla="*/ 2632 h 2632"/>
                <a:gd name="T18" fmla="*/ 639 w 2324"/>
                <a:gd name="T19" fmla="*/ 1684 h 2632"/>
                <a:gd name="T20" fmla="*/ 1654 w 2324"/>
                <a:gd name="T21" fmla="*/ 1684 h 2632"/>
                <a:gd name="T22" fmla="*/ 1147 w 2324"/>
                <a:gd name="T23" fmla="*/ 331 h 2632"/>
                <a:gd name="T24" fmla="*/ 639 w 2324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4" h="2632" extrusionOk="0">
                  <a:moveTo>
                    <a:pt x="2324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9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4" y="0"/>
                  </a:lnTo>
                  <a:lnTo>
                    <a:pt x="2324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1" name="Freeform 12"/>
            <p:cNvSpPr>
              <a:spLocks noEditPoints="1"/>
            </p:cNvSpPr>
            <p:nvPr userDrawn="1"/>
          </p:nvSpPr>
          <p:spPr bwMode="black">
            <a:xfrm>
              <a:off x="-58231088" y="25911175"/>
              <a:ext cx="2908300" cy="4178300"/>
            </a:xfrm>
            <a:custGeom>
              <a:avLst/>
              <a:gdLst>
                <a:gd name="T0" fmla="*/ 0 w 1696"/>
                <a:gd name="T1" fmla="*/ 0 h 2438"/>
                <a:gd name="T2" fmla="*/ 916 w 1696"/>
                <a:gd name="T3" fmla="*/ 0 h 2438"/>
                <a:gd name="T4" fmla="*/ 1696 w 1696"/>
                <a:gd name="T5" fmla="*/ 756 h 2438"/>
                <a:gd name="T6" fmla="*/ 916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9 w 1696"/>
                <a:gd name="T19" fmla="*/ 1264 h 2438"/>
                <a:gd name="T20" fmla="*/ 1400 w 1696"/>
                <a:gd name="T21" fmla="*/ 756 h 2438"/>
                <a:gd name="T22" fmla="*/ 909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6" y="0"/>
                    <a:pt x="916" y="0"/>
                    <a:pt x="916" y="0"/>
                  </a:cubicBezTo>
                  <a:cubicBezTo>
                    <a:pt x="1390" y="0"/>
                    <a:pt x="1696" y="234"/>
                    <a:pt x="1696" y="756"/>
                  </a:cubicBezTo>
                  <a:cubicBezTo>
                    <a:pt x="1696" y="1282"/>
                    <a:pt x="1390" y="1515"/>
                    <a:pt x="91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9" y="1264"/>
                    <a:pt x="909" y="1264"/>
                    <a:pt x="909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9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2" name="Freeform 13"/>
            <p:cNvSpPr>
              <a:spLocks noEditPoints="1"/>
            </p:cNvSpPr>
            <p:nvPr userDrawn="1"/>
          </p:nvSpPr>
          <p:spPr bwMode="black">
            <a:xfrm>
              <a:off x="-54684613" y="25850850"/>
              <a:ext cx="3235325" cy="4297362"/>
            </a:xfrm>
            <a:custGeom>
              <a:avLst/>
              <a:gdLst>
                <a:gd name="T0" fmla="*/ 1888 w 1888"/>
                <a:gd name="T1" fmla="*/ 1634 h 2507"/>
                <a:gd name="T2" fmla="*/ 941 w 1888"/>
                <a:gd name="T3" fmla="*/ 2507 h 2507"/>
                <a:gd name="T4" fmla="*/ 0 w 1888"/>
                <a:gd name="T5" fmla="*/ 1634 h 2507"/>
                <a:gd name="T6" fmla="*/ 0 w 1888"/>
                <a:gd name="T7" fmla="*/ 875 h 2507"/>
                <a:gd name="T8" fmla="*/ 948 w 1888"/>
                <a:gd name="T9" fmla="*/ 0 h 2507"/>
                <a:gd name="T10" fmla="*/ 1888 w 1888"/>
                <a:gd name="T11" fmla="*/ 875 h 2507"/>
                <a:gd name="T12" fmla="*/ 1888 w 1888"/>
                <a:gd name="T13" fmla="*/ 1634 h 2507"/>
                <a:gd name="T14" fmla="*/ 1599 w 1888"/>
                <a:gd name="T15" fmla="*/ 875 h 2507"/>
                <a:gd name="T16" fmla="*/ 948 w 1888"/>
                <a:gd name="T17" fmla="*/ 251 h 2507"/>
                <a:gd name="T18" fmla="*/ 289 w 1888"/>
                <a:gd name="T19" fmla="*/ 875 h 2507"/>
                <a:gd name="T20" fmla="*/ 289 w 1888"/>
                <a:gd name="T21" fmla="*/ 1634 h 2507"/>
                <a:gd name="T22" fmla="*/ 941 w 1888"/>
                <a:gd name="T23" fmla="*/ 2257 h 2507"/>
                <a:gd name="T24" fmla="*/ 1599 w 1888"/>
                <a:gd name="T25" fmla="*/ 1634 h 2507"/>
                <a:gd name="T26" fmla="*/ 1599 w 1888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8" h="2507" extrusionOk="0">
                  <a:moveTo>
                    <a:pt x="1888" y="1634"/>
                  </a:moveTo>
                  <a:cubicBezTo>
                    <a:pt x="1888" y="2194"/>
                    <a:pt x="1529" y="2507"/>
                    <a:pt x="941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8" y="0"/>
                  </a:cubicBezTo>
                  <a:cubicBezTo>
                    <a:pt x="1529" y="0"/>
                    <a:pt x="1888" y="310"/>
                    <a:pt x="1888" y="875"/>
                  </a:cubicBezTo>
                  <a:lnTo>
                    <a:pt x="1888" y="1634"/>
                  </a:lnTo>
                  <a:close/>
                  <a:moveTo>
                    <a:pt x="1599" y="875"/>
                  </a:moveTo>
                  <a:cubicBezTo>
                    <a:pt x="1599" y="478"/>
                    <a:pt x="1355" y="251"/>
                    <a:pt x="948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1" y="2257"/>
                  </a:cubicBezTo>
                  <a:cubicBezTo>
                    <a:pt x="1355" y="2257"/>
                    <a:pt x="1599" y="2031"/>
                    <a:pt x="1599" y="1634"/>
                  </a:cubicBezTo>
                  <a:lnTo>
                    <a:pt x="1599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black">
            <a:xfrm>
              <a:off x="-50457100" y="25911175"/>
              <a:ext cx="3024187" cy="4178300"/>
            </a:xfrm>
            <a:custGeom>
              <a:avLst/>
              <a:gdLst>
                <a:gd name="T0" fmla="*/ 0 w 1765"/>
                <a:gd name="T1" fmla="*/ 0 h 2438"/>
                <a:gd name="T2" fmla="*/ 968 w 1765"/>
                <a:gd name="T3" fmla="*/ 0 h 2438"/>
                <a:gd name="T4" fmla="*/ 1747 w 1765"/>
                <a:gd name="T5" fmla="*/ 756 h 2438"/>
                <a:gd name="T6" fmla="*/ 1291 w 1765"/>
                <a:gd name="T7" fmla="*/ 1470 h 2438"/>
                <a:gd name="T8" fmla="*/ 1765 w 1765"/>
                <a:gd name="T9" fmla="*/ 2438 h 2438"/>
                <a:gd name="T10" fmla="*/ 1431 w 1765"/>
                <a:gd name="T11" fmla="*/ 2438 h 2438"/>
                <a:gd name="T12" fmla="*/ 996 w 1765"/>
                <a:gd name="T13" fmla="*/ 1515 h 2438"/>
                <a:gd name="T14" fmla="*/ 289 w 1765"/>
                <a:gd name="T15" fmla="*/ 1515 h 2438"/>
                <a:gd name="T16" fmla="*/ 289 w 1765"/>
                <a:gd name="T17" fmla="*/ 2438 h 2438"/>
                <a:gd name="T18" fmla="*/ 0 w 1765"/>
                <a:gd name="T19" fmla="*/ 2438 h 2438"/>
                <a:gd name="T20" fmla="*/ 0 w 1765"/>
                <a:gd name="T21" fmla="*/ 0 h 2438"/>
                <a:gd name="T22" fmla="*/ 289 w 1765"/>
                <a:gd name="T23" fmla="*/ 1264 h 2438"/>
                <a:gd name="T24" fmla="*/ 960 w 1765"/>
                <a:gd name="T25" fmla="*/ 1264 h 2438"/>
                <a:gd name="T26" fmla="*/ 1451 w 1765"/>
                <a:gd name="T27" fmla="*/ 756 h 2438"/>
                <a:gd name="T28" fmla="*/ 960 w 1765"/>
                <a:gd name="T29" fmla="*/ 251 h 2438"/>
                <a:gd name="T30" fmla="*/ 289 w 1765"/>
                <a:gd name="T31" fmla="*/ 251 h 2438"/>
                <a:gd name="T32" fmla="*/ 289 w 1765"/>
                <a:gd name="T33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65" h="2438" extrusionOk="0">
                  <a:moveTo>
                    <a:pt x="0" y="0"/>
                  </a:moveTo>
                  <a:cubicBezTo>
                    <a:pt x="968" y="0"/>
                    <a:pt x="968" y="0"/>
                    <a:pt x="968" y="0"/>
                  </a:cubicBezTo>
                  <a:cubicBezTo>
                    <a:pt x="1441" y="0"/>
                    <a:pt x="1747" y="234"/>
                    <a:pt x="1747" y="756"/>
                  </a:cubicBezTo>
                  <a:cubicBezTo>
                    <a:pt x="1747" y="1149"/>
                    <a:pt x="1577" y="1379"/>
                    <a:pt x="1291" y="1470"/>
                  </a:cubicBezTo>
                  <a:cubicBezTo>
                    <a:pt x="1765" y="2438"/>
                    <a:pt x="1765" y="2438"/>
                    <a:pt x="1765" y="2438"/>
                  </a:cubicBezTo>
                  <a:cubicBezTo>
                    <a:pt x="1431" y="2438"/>
                    <a:pt x="1431" y="2438"/>
                    <a:pt x="1431" y="2438"/>
                  </a:cubicBezTo>
                  <a:cubicBezTo>
                    <a:pt x="996" y="1515"/>
                    <a:pt x="996" y="1515"/>
                    <a:pt x="996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60" y="1264"/>
                    <a:pt x="960" y="1264"/>
                    <a:pt x="960" y="1264"/>
                  </a:cubicBezTo>
                  <a:cubicBezTo>
                    <a:pt x="1260" y="1264"/>
                    <a:pt x="1451" y="1114"/>
                    <a:pt x="1451" y="756"/>
                  </a:cubicBezTo>
                  <a:cubicBezTo>
                    <a:pt x="1451" y="401"/>
                    <a:pt x="1257" y="251"/>
                    <a:pt x="960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4" name="Freeform 15"/>
            <p:cNvSpPr/>
            <p:nvPr userDrawn="1"/>
          </p:nvSpPr>
          <p:spPr bwMode="black">
            <a:xfrm>
              <a:off x="-46589950" y="25850850"/>
              <a:ext cx="3025774" cy="4297362"/>
            </a:xfrm>
            <a:custGeom>
              <a:avLst/>
              <a:gdLst>
                <a:gd name="T0" fmla="*/ 1090 w 1765"/>
                <a:gd name="T1" fmla="*/ 1421 h 2507"/>
                <a:gd name="T2" fmla="*/ 626 w 1765"/>
                <a:gd name="T3" fmla="*/ 1334 h 2507"/>
                <a:gd name="T4" fmla="*/ 20 w 1765"/>
                <a:gd name="T5" fmla="*/ 687 h 2507"/>
                <a:gd name="T6" fmla="*/ 884 w 1765"/>
                <a:gd name="T7" fmla="*/ 0 h 2507"/>
                <a:gd name="T8" fmla="*/ 1748 w 1765"/>
                <a:gd name="T9" fmla="*/ 735 h 2507"/>
                <a:gd name="T10" fmla="*/ 1748 w 1765"/>
                <a:gd name="T11" fmla="*/ 767 h 2507"/>
                <a:gd name="T12" fmla="*/ 1462 w 1765"/>
                <a:gd name="T13" fmla="*/ 767 h 2507"/>
                <a:gd name="T14" fmla="*/ 1462 w 1765"/>
                <a:gd name="T15" fmla="*/ 735 h 2507"/>
                <a:gd name="T16" fmla="*/ 884 w 1765"/>
                <a:gd name="T17" fmla="*/ 251 h 2507"/>
                <a:gd name="T18" fmla="*/ 317 w 1765"/>
                <a:gd name="T19" fmla="*/ 669 h 2507"/>
                <a:gd name="T20" fmla="*/ 696 w 1765"/>
                <a:gd name="T21" fmla="*/ 1069 h 2507"/>
                <a:gd name="T22" fmla="*/ 1156 w 1765"/>
                <a:gd name="T23" fmla="*/ 1157 h 2507"/>
                <a:gd name="T24" fmla="*/ 1765 w 1765"/>
                <a:gd name="T25" fmla="*/ 1801 h 2507"/>
                <a:gd name="T26" fmla="*/ 881 w 1765"/>
                <a:gd name="T27" fmla="*/ 2507 h 2507"/>
                <a:gd name="T28" fmla="*/ 0 w 1765"/>
                <a:gd name="T29" fmla="*/ 1773 h 2507"/>
                <a:gd name="T30" fmla="*/ 0 w 1765"/>
                <a:gd name="T31" fmla="*/ 1742 h 2507"/>
                <a:gd name="T32" fmla="*/ 289 w 1765"/>
                <a:gd name="T33" fmla="*/ 1742 h 2507"/>
                <a:gd name="T34" fmla="*/ 289 w 1765"/>
                <a:gd name="T35" fmla="*/ 1773 h 2507"/>
                <a:gd name="T36" fmla="*/ 881 w 1765"/>
                <a:gd name="T37" fmla="*/ 2257 h 2507"/>
                <a:gd name="T38" fmla="*/ 1469 w 1765"/>
                <a:gd name="T39" fmla="*/ 1818 h 2507"/>
                <a:gd name="T40" fmla="*/ 1090 w 1765"/>
                <a:gd name="T41" fmla="*/ 1421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5" h="2507" extrusionOk="0">
                  <a:moveTo>
                    <a:pt x="1090" y="1421"/>
                  </a:moveTo>
                  <a:cubicBezTo>
                    <a:pt x="626" y="1334"/>
                    <a:pt x="626" y="1334"/>
                    <a:pt x="626" y="1334"/>
                  </a:cubicBezTo>
                  <a:cubicBezTo>
                    <a:pt x="247" y="1261"/>
                    <a:pt x="20" y="1052"/>
                    <a:pt x="20" y="687"/>
                  </a:cubicBezTo>
                  <a:cubicBezTo>
                    <a:pt x="20" y="237"/>
                    <a:pt x="334" y="0"/>
                    <a:pt x="884" y="0"/>
                  </a:cubicBezTo>
                  <a:cubicBezTo>
                    <a:pt x="1434" y="0"/>
                    <a:pt x="1748" y="244"/>
                    <a:pt x="1748" y="735"/>
                  </a:cubicBezTo>
                  <a:cubicBezTo>
                    <a:pt x="1748" y="767"/>
                    <a:pt x="1748" y="767"/>
                    <a:pt x="1748" y="767"/>
                  </a:cubicBezTo>
                  <a:cubicBezTo>
                    <a:pt x="1462" y="767"/>
                    <a:pt x="1462" y="767"/>
                    <a:pt x="1462" y="767"/>
                  </a:cubicBezTo>
                  <a:cubicBezTo>
                    <a:pt x="1462" y="735"/>
                    <a:pt x="1462" y="735"/>
                    <a:pt x="1462" y="735"/>
                  </a:cubicBezTo>
                  <a:cubicBezTo>
                    <a:pt x="1462" y="415"/>
                    <a:pt x="1260" y="251"/>
                    <a:pt x="884" y="251"/>
                  </a:cubicBezTo>
                  <a:cubicBezTo>
                    <a:pt x="508" y="251"/>
                    <a:pt x="317" y="394"/>
                    <a:pt x="317" y="669"/>
                  </a:cubicBezTo>
                  <a:cubicBezTo>
                    <a:pt x="317" y="895"/>
                    <a:pt x="463" y="1024"/>
                    <a:pt x="696" y="1069"/>
                  </a:cubicBezTo>
                  <a:cubicBezTo>
                    <a:pt x="1156" y="1157"/>
                    <a:pt x="1156" y="1157"/>
                    <a:pt x="1156" y="1157"/>
                  </a:cubicBezTo>
                  <a:cubicBezTo>
                    <a:pt x="1546" y="1230"/>
                    <a:pt x="1765" y="1435"/>
                    <a:pt x="1765" y="1801"/>
                  </a:cubicBezTo>
                  <a:cubicBezTo>
                    <a:pt x="1765" y="2271"/>
                    <a:pt x="1434" y="2507"/>
                    <a:pt x="881" y="2507"/>
                  </a:cubicBezTo>
                  <a:cubicBezTo>
                    <a:pt x="331" y="2507"/>
                    <a:pt x="0" y="2261"/>
                    <a:pt x="0" y="1773"/>
                  </a:cubicBezTo>
                  <a:cubicBezTo>
                    <a:pt x="0" y="1742"/>
                    <a:pt x="0" y="1742"/>
                    <a:pt x="0" y="1742"/>
                  </a:cubicBezTo>
                  <a:cubicBezTo>
                    <a:pt x="289" y="1742"/>
                    <a:pt x="289" y="1742"/>
                    <a:pt x="289" y="1742"/>
                  </a:cubicBezTo>
                  <a:cubicBezTo>
                    <a:pt x="289" y="1773"/>
                    <a:pt x="289" y="1773"/>
                    <a:pt x="289" y="1773"/>
                  </a:cubicBezTo>
                  <a:cubicBezTo>
                    <a:pt x="289" y="2093"/>
                    <a:pt x="505" y="2257"/>
                    <a:pt x="881" y="2257"/>
                  </a:cubicBezTo>
                  <a:cubicBezTo>
                    <a:pt x="1260" y="2257"/>
                    <a:pt x="1469" y="2114"/>
                    <a:pt x="1469" y="1818"/>
                  </a:cubicBezTo>
                  <a:cubicBezTo>
                    <a:pt x="1469" y="1592"/>
                    <a:pt x="1323" y="1466"/>
                    <a:pt x="1090" y="1421"/>
                  </a:cubicBez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5" name="Freeform 16"/>
            <p:cNvSpPr/>
            <p:nvPr userDrawn="1"/>
          </p:nvSpPr>
          <p:spPr bwMode="black">
            <a:xfrm>
              <a:off x="-42698988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7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9 w 1852"/>
                <a:gd name="T23" fmla="*/ 875 h 2507"/>
                <a:gd name="T24" fmla="*/ 289 w 1852"/>
                <a:gd name="T25" fmla="*/ 1634 h 2507"/>
                <a:gd name="T26" fmla="*/ 937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7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2" y="2257"/>
                    <a:pt x="937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6" name="Freeform 17"/>
            <p:cNvSpPr/>
            <p:nvPr userDrawn="1"/>
          </p:nvSpPr>
          <p:spPr bwMode="black">
            <a:xfrm>
              <a:off x="-38561963" y="25911175"/>
              <a:ext cx="3114675" cy="4178300"/>
            </a:xfrm>
            <a:custGeom>
              <a:avLst/>
              <a:gdLst>
                <a:gd name="T0" fmla="*/ 1650 w 1962"/>
                <a:gd name="T1" fmla="*/ 1448 h 2632"/>
                <a:gd name="T2" fmla="*/ 312 w 1962"/>
                <a:gd name="T3" fmla="*/ 1448 h 2632"/>
                <a:gd name="T4" fmla="*/ 312 w 1962"/>
                <a:gd name="T5" fmla="*/ 2632 h 2632"/>
                <a:gd name="T6" fmla="*/ 0 w 1962"/>
                <a:gd name="T7" fmla="*/ 2632 h 2632"/>
                <a:gd name="T8" fmla="*/ 0 w 1962"/>
                <a:gd name="T9" fmla="*/ 0 h 2632"/>
                <a:gd name="T10" fmla="*/ 312 w 1962"/>
                <a:gd name="T11" fmla="*/ 0 h 2632"/>
                <a:gd name="T12" fmla="*/ 312 w 1962"/>
                <a:gd name="T13" fmla="*/ 1177 h 2632"/>
                <a:gd name="T14" fmla="*/ 1650 w 1962"/>
                <a:gd name="T15" fmla="*/ 1177 h 2632"/>
                <a:gd name="T16" fmla="*/ 1650 w 1962"/>
                <a:gd name="T17" fmla="*/ 0 h 2632"/>
                <a:gd name="T18" fmla="*/ 1962 w 1962"/>
                <a:gd name="T19" fmla="*/ 0 h 2632"/>
                <a:gd name="T20" fmla="*/ 1962 w 1962"/>
                <a:gd name="T21" fmla="*/ 2632 h 2632"/>
                <a:gd name="T22" fmla="*/ 1650 w 1962"/>
                <a:gd name="T23" fmla="*/ 2632 h 2632"/>
                <a:gd name="T24" fmla="*/ 1650 w 1962"/>
                <a:gd name="T25" fmla="*/ 144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2" h="2632" extrusionOk="0">
                  <a:moveTo>
                    <a:pt x="1650" y="1448"/>
                  </a:moveTo>
                  <a:lnTo>
                    <a:pt x="312" y="1448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12" y="0"/>
                  </a:lnTo>
                  <a:lnTo>
                    <a:pt x="312" y="1177"/>
                  </a:lnTo>
                  <a:lnTo>
                    <a:pt x="1650" y="1177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50" y="2632"/>
                  </a:lnTo>
                  <a:lnTo>
                    <a:pt x="1650" y="144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7" name="Freeform 18"/>
            <p:cNvSpPr/>
            <p:nvPr userDrawn="1"/>
          </p:nvSpPr>
          <p:spPr bwMode="black">
            <a:xfrm>
              <a:off x="-34396363" y="25911175"/>
              <a:ext cx="2697163" cy="4178300"/>
            </a:xfrm>
            <a:custGeom>
              <a:avLst/>
              <a:gdLst>
                <a:gd name="T0" fmla="*/ 0 w 1699"/>
                <a:gd name="T1" fmla="*/ 0 h 2632"/>
                <a:gd name="T2" fmla="*/ 1699 w 1699"/>
                <a:gd name="T3" fmla="*/ 0 h 2632"/>
                <a:gd name="T4" fmla="*/ 1699 w 1699"/>
                <a:gd name="T5" fmla="*/ 271 h 2632"/>
                <a:gd name="T6" fmla="*/ 312 w 1699"/>
                <a:gd name="T7" fmla="*/ 271 h 2632"/>
                <a:gd name="T8" fmla="*/ 312 w 1699"/>
                <a:gd name="T9" fmla="*/ 1177 h 2632"/>
                <a:gd name="T10" fmla="*/ 1511 w 1699"/>
                <a:gd name="T11" fmla="*/ 1177 h 2632"/>
                <a:gd name="T12" fmla="*/ 1511 w 1699"/>
                <a:gd name="T13" fmla="*/ 1448 h 2632"/>
                <a:gd name="T14" fmla="*/ 312 w 1699"/>
                <a:gd name="T15" fmla="*/ 1448 h 2632"/>
                <a:gd name="T16" fmla="*/ 312 w 1699"/>
                <a:gd name="T17" fmla="*/ 2361 h 2632"/>
                <a:gd name="T18" fmla="*/ 1699 w 1699"/>
                <a:gd name="T19" fmla="*/ 2361 h 2632"/>
                <a:gd name="T20" fmla="*/ 1699 w 1699"/>
                <a:gd name="T21" fmla="*/ 2632 h 2632"/>
                <a:gd name="T22" fmla="*/ 0 w 1699"/>
                <a:gd name="T23" fmla="*/ 2632 h 2632"/>
                <a:gd name="T24" fmla="*/ 0 w 1699"/>
                <a:gd name="T25" fmla="*/ 0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9" h="2632" extrusionOk="0">
                  <a:moveTo>
                    <a:pt x="0" y="0"/>
                  </a:moveTo>
                  <a:lnTo>
                    <a:pt x="1699" y="0"/>
                  </a:lnTo>
                  <a:lnTo>
                    <a:pt x="1699" y="271"/>
                  </a:lnTo>
                  <a:lnTo>
                    <a:pt x="312" y="271"/>
                  </a:lnTo>
                  <a:lnTo>
                    <a:pt x="312" y="1177"/>
                  </a:lnTo>
                  <a:lnTo>
                    <a:pt x="1511" y="1177"/>
                  </a:lnTo>
                  <a:lnTo>
                    <a:pt x="1511" y="1448"/>
                  </a:lnTo>
                  <a:lnTo>
                    <a:pt x="312" y="1448"/>
                  </a:lnTo>
                  <a:lnTo>
                    <a:pt x="312" y="2361"/>
                  </a:lnTo>
                  <a:lnTo>
                    <a:pt x="1699" y="2361"/>
                  </a:lnTo>
                  <a:lnTo>
                    <a:pt x="1699" y="2632"/>
                  </a:lnTo>
                  <a:lnTo>
                    <a:pt x="0" y="2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8" name="Freeform 19"/>
            <p:cNvSpPr/>
            <p:nvPr userDrawn="1"/>
          </p:nvSpPr>
          <p:spPr bwMode="black">
            <a:xfrm>
              <a:off x="-28759150" y="25850850"/>
              <a:ext cx="3175000" cy="4297362"/>
            </a:xfrm>
            <a:custGeom>
              <a:avLst/>
              <a:gdLst>
                <a:gd name="T0" fmla="*/ 1852 w 1852"/>
                <a:gd name="T1" fmla="*/ 1689 h 2507"/>
                <a:gd name="T2" fmla="*/ 1852 w 1852"/>
                <a:gd name="T3" fmla="*/ 1700 h 2507"/>
                <a:gd name="T4" fmla="*/ 936 w 1852"/>
                <a:gd name="T5" fmla="*/ 2507 h 2507"/>
                <a:gd name="T6" fmla="*/ 0 w 1852"/>
                <a:gd name="T7" fmla="*/ 1634 h 2507"/>
                <a:gd name="T8" fmla="*/ 0 w 1852"/>
                <a:gd name="T9" fmla="*/ 875 h 2507"/>
                <a:gd name="T10" fmla="*/ 940 w 1852"/>
                <a:gd name="T11" fmla="*/ 0 h 2507"/>
                <a:gd name="T12" fmla="*/ 1852 w 1852"/>
                <a:gd name="T13" fmla="*/ 805 h 2507"/>
                <a:gd name="T14" fmla="*/ 1852 w 1852"/>
                <a:gd name="T15" fmla="*/ 819 h 2507"/>
                <a:gd name="T16" fmla="*/ 1563 w 1852"/>
                <a:gd name="T17" fmla="*/ 819 h 2507"/>
                <a:gd name="T18" fmla="*/ 1563 w 1852"/>
                <a:gd name="T19" fmla="*/ 805 h 2507"/>
                <a:gd name="T20" fmla="*/ 940 w 1852"/>
                <a:gd name="T21" fmla="*/ 251 h 2507"/>
                <a:gd name="T22" fmla="*/ 288 w 1852"/>
                <a:gd name="T23" fmla="*/ 875 h 2507"/>
                <a:gd name="T24" fmla="*/ 288 w 1852"/>
                <a:gd name="T25" fmla="*/ 1634 h 2507"/>
                <a:gd name="T26" fmla="*/ 936 w 1852"/>
                <a:gd name="T27" fmla="*/ 2257 h 2507"/>
                <a:gd name="T28" fmla="*/ 1563 w 1852"/>
                <a:gd name="T29" fmla="*/ 1700 h 2507"/>
                <a:gd name="T30" fmla="*/ 1563 w 1852"/>
                <a:gd name="T31" fmla="*/ 1689 h 2507"/>
                <a:gd name="T32" fmla="*/ 1852 w 1852"/>
                <a:gd name="T33" fmla="*/ 1689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52" h="2507" extrusionOk="0">
                  <a:moveTo>
                    <a:pt x="1852" y="1689"/>
                  </a:moveTo>
                  <a:cubicBezTo>
                    <a:pt x="1852" y="1700"/>
                    <a:pt x="1852" y="1700"/>
                    <a:pt x="1852" y="1700"/>
                  </a:cubicBezTo>
                  <a:cubicBezTo>
                    <a:pt x="1852" y="2215"/>
                    <a:pt x="1501" y="2507"/>
                    <a:pt x="936" y="2507"/>
                  </a:cubicBezTo>
                  <a:cubicBezTo>
                    <a:pt x="358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8" y="0"/>
                    <a:pt x="940" y="0"/>
                  </a:cubicBezTo>
                  <a:cubicBezTo>
                    <a:pt x="1501" y="0"/>
                    <a:pt x="1852" y="290"/>
                    <a:pt x="1852" y="805"/>
                  </a:cubicBezTo>
                  <a:cubicBezTo>
                    <a:pt x="1852" y="819"/>
                    <a:pt x="1852" y="819"/>
                    <a:pt x="1852" y="819"/>
                  </a:cubicBezTo>
                  <a:cubicBezTo>
                    <a:pt x="1563" y="819"/>
                    <a:pt x="1563" y="819"/>
                    <a:pt x="1563" y="819"/>
                  </a:cubicBezTo>
                  <a:cubicBezTo>
                    <a:pt x="1563" y="805"/>
                    <a:pt x="1563" y="805"/>
                    <a:pt x="1563" y="805"/>
                  </a:cubicBezTo>
                  <a:cubicBezTo>
                    <a:pt x="1563" y="457"/>
                    <a:pt x="1326" y="251"/>
                    <a:pt x="940" y="251"/>
                  </a:cubicBezTo>
                  <a:cubicBezTo>
                    <a:pt x="532" y="251"/>
                    <a:pt x="288" y="478"/>
                    <a:pt x="288" y="875"/>
                  </a:cubicBezTo>
                  <a:cubicBezTo>
                    <a:pt x="288" y="1634"/>
                    <a:pt x="288" y="1634"/>
                    <a:pt x="288" y="1634"/>
                  </a:cubicBezTo>
                  <a:cubicBezTo>
                    <a:pt x="288" y="2031"/>
                    <a:pt x="532" y="2257"/>
                    <a:pt x="936" y="2257"/>
                  </a:cubicBezTo>
                  <a:cubicBezTo>
                    <a:pt x="1326" y="2257"/>
                    <a:pt x="1563" y="2051"/>
                    <a:pt x="1563" y="1700"/>
                  </a:cubicBezTo>
                  <a:cubicBezTo>
                    <a:pt x="1563" y="1689"/>
                    <a:pt x="1563" y="1689"/>
                    <a:pt x="1563" y="1689"/>
                  </a:cubicBezTo>
                  <a:lnTo>
                    <a:pt x="1852" y="1689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59" name="Freeform 20"/>
            <p:cNvSpPr>
              <a:spLocks noEditPoints="1"/>
            </p:cNvSpPr>
            <p:nvPr userDrawn="1"/>
          </p:nvSpPr>
          <p:spPr bwMode="black">
            <a:xfrm>
              <a:off x="-24807863" y="25850850"/>
              <a:ext cx="3235325" cy="4297362"/>
            </a:xfrm>
            <a:custGeom>
              <a:avLst/>
              <a:gdLst>
                <a:gd name="T0" fmla="*/ 1887 w 1887"/>
                <a:gd name="T1" fmla="*/ 1634 h 2507"/>
                <a:gd name="T2" fmla="*/ 940 w 1887"/>
                <a:gd name="T3" fmla="*/ 2507 h 2507"/>
                <a:gd name="T4" fmla="*/ 0 w 1887"/>
                <a:gd name="T5" fmla="*/ 1634 h 2507"/>
                <a:gd name="T6" fmla="*/ 0 w 1887"/>
                <a:gd name="T7" fmla="*/ 875 h 2507"/>
                <a:gd name="T8" fmla="*/ 947 w 1887"/>
                <a:gd name="T9" fmla="*/ 0 h 2507"/>
                <a:gd name="T10" fmla="*/ 1887 w 1887"/>
                <a:gd name="T11" fmla="*/ 875 h 2507"/>
                <a:gd name="T12" fmla="*/ 1887 w 1887"/>
                <a:gd name="T13" fmla="*/ 1634 h 2507"/>
                <a:gd name="T14" fmla="*/ 1598 w 1887"/>
                <a:gd name="T15" fmla="*/ 875 h 2507"/>
                <a:gd name="T16" fmla="*/ 947 w 1887"/>
                <a:gd name="T17" fmla="*/ 251 h 2507"/>
                <a:gd name="T18" fmla="*/ 289 w 1887"/>
                <a:gd name="T19" fmla="*/ 875 h 2507"/>
                <a:gd name="T20" fmla="*/ 289 w 1887"/>
                <a:gd name="T21" fmla="*/ 1634 h 2507"/>
                <a:gd name="T22" fmla="*/ 940 w 1887"/>
                <a:gd name="T23" fmla="*/ 2257 h 2507"/>
                <a:gd name="T24" fmla="*/ 1598 w 1887"/>
                <a:gd name="T25" fmla="*/ 1634 h 2507"/>
                <a:gd name="T26" fmla="*/ 1598 w 1887"/>
                <a:gd name="T27" fmla="*/ 875 h 2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87" h="2507" extrusionOk="0">
                  <a:moveTo>
                    <a:pt x="1887" y="1634"/>
                  </a:moveTo>
                  <a:cubicBezTo>
                    <a:pt x="1887" y="2194"/>
                    <a:pt x="1529" y="2507"/>
                    <a:pt x="940" y="2507"/>
                  </a:cubicBezTo>
                  <a:cubicBezTo>
                    <a:pt x="359" y="2507"/>
                    <a:pt x="0" y="2194"/>
                    <a:pt x="0" y="1634"/>
                  </a:cubicBezTo>
                  <a:cubicBezTo>
                    <a:pt x="0" y="875"/>
                    <a:pt x="0" y="875"/>
                    <a:pt x="0" y="875"/>
                  </a:cubicBezTo>
                  <a:cubicBezTo>
                    <a:pt x="0" y="310"/>
                    <a:pt x="359" y="0"/>
                    <a:pt x="947" y="0"/>
                  </a:cubicBezTo>
                  <a:cubicBezTo>
                    <a:pt x="1529" y="0"/>
                    <a:pt x="1887" y="310"/>
                    <a:pt x="1887" y="875"/>
                  </a:cubicBezTo>
                  <a:lnTo>
                    <a:pt x="1887" y="1634"/>
                  </a:lnTo>
                  <a:close/>
                  <a:moveTo>
                    <a:pt x="1598" y="875"/>
                  </a:moveTo>
                  <a:cubicBezTo>
                    <a:pt x="1598" y="478"/>
                    <a:pt x="1355" y="251"/>
                    <a:pt x="947" y="251"/>
                  </a:cubicBezTo>
                  <a:cubicBezTo>
                    <a:pt x="533" y="251"/>
                    <a:pt x="289" y="478"/>
                    <a:pt x="289" y="875"/>
                  </a:cubicBezTo>
                  <a:cubicBezTo>
                    <a:pt x="289" y="1634"/>
                    <a:pt x="289" y="1634"/>
                    <a:pt x="289" y="1634"/>
                  </a:cubicBezTo>
                  <a:cubicBezTo>
                    <a:pt x="289" y="2031"/>
                    <a:pt x="533" y="2257"/>
                    <a:pt x="940" y="2257"/>
                  </a:cubicBezTo>
                  <a:cubicBezTo>
                    <a:pt x="1355" y="2257"/>
                    <a:pt x="1598" y="2031"/>
                    <a:pt x="1598" y="1634"/>
                  </a:cubicBezTo>
                  <a:lnTo>
                    <a:pt x="1598" y="875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0" name="Freeform 21"/>
            <p:cNvSpPr/>
            <p:nvPr userDrawn="1"/>
          </p:nvSpPr>
          <p:spPr bwMode="black">
            <a:xfrm>
              <a:off x="-20581938" y="25911175"/>
              <a:ext cx="3594100" cy="4178300"/>
            </a:xfrm>
            <a:custGeom>
              <a:avLst/>
              <a:gdLst>
                <a:gd name="T0" fmla="*/ 1956 w 2264"/>
                <a:gd name="T1" fmla="*/ 613 h 2632"/>
                <a:gd name="T2" fmla="*/ 1132 w 2264"/>
                <a:gd name="T3" fmla="*/ 2151 h 2632"/>
                <a:gd name="T4" fmla="*/ 312 w 2264"/>
                <a:gd name="T5" fmla="*/ 613 h 2632"/>
                <a:gd name="T6" fmla="*/ 312 w 2264"/>
                <a:gd name="T7" fmla="*/ 2632 h 2632"/>
                <a:gd name="T8" fmla="*/ 0 w 2264"/>
                <a:gd name="T9" fmla="*/ 2632 h 2632"/>
                <a:gd name="T10" fmla="*/ 0 w 2264"/>
                <a:gd name="T11" fmla="*/ 0 h 2632"/>
                <a:gd name="T12" fmla="*/ 302 w 2264"/>
                <a:gd name="T13" fmla="*/ 0 h 2632"/>
                <a:gd name="T14" fmla="*/ 1132 w 2264"/>
                <a:gd name="T15" fmla="*/ 1557 h 2632"/>
                <a:gd name="T16" fmla="*/ 1963 w 2264"/>
                <a:gd name="T17" fmla="*/ 0 h 2632"/>
                <a:gd name="T18" fmla="*/ 2264 w 2264"/>
                <a:gd name="T19" fmla="*/ 0 h 2632"/>
                <a:gd name="T20" fmla="*/ 2264 w 2264"/>
                <a:gd name="T21" fmla="*/ 2632 h 2632"/>
                <a:gd name="T22" fmla="*/ 1956 w 2264"/>
                <a:gd name="T23" fmla="*/ 2632 h 2632"/>
                <a:gd name="T24" fmla="*/ 1956 w 2264"/>
                <a:gd name="T25" fmla="*/ 613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4" h="2632" extrusionOk="0">
                  <a:moveTo>
                    <a:pt x="1956" y="613"/>
                  </a:moveTo>
                  <a:lnTo>
                    <a:pt x="1132" y="2151"/>
                  </a:lnTo>
                  <a:lnTo>
                    <a:pt x="312" y="613"/>
                  </a:ln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302" y="0"/>
                  </a:lnTo>
                  <a:lnTo>
                    <a:pt x="1132" y="1557"/>
                  </a:lnTo>
                  <a:lnTo>
                    <a:pt x="1963" y="0"/>
                  </a:lnTo>
                  <a:lnTo>
                    <a:pt x="2264" y="0"/>
                  </a:lnTo>
                  <a:lnTo>
                    <a:pt x="2264" y="2632"/>
                  </a:lnTo>
                  <a:lnTo>
                    <a:pt x="1956" y="2632"/>
                  </a:lnTo>
                  <a:lnTo>
                    <a:pt x="1956" y="613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1" name="Freeform 22"/>
            <p:cNvSpPr>
              <a:spLocks noEditPoints="1"/>
            </p:cNvSpPr>
            <p:nvPr userDrawn="1"/>
          </p:nvSpPr>
          <p:spPr bwMode="black">
            <a:xfrm>
              <a:off x="-15936913" y="25911175"/>
              <a:ext cx="2906713" cy="4178300"/>
            </a:xfrm>
            <a:custGeom>
              <a:avLst/>
              <a:gdLst>
                <a:gd name="T0" fmla="*/ 0 w 1696"/>
                <a:gd name="T1" fmla="*/ 0 h 2438"/>
                <a:gd name="T2" fmla="*/ 915 w 1696"/>
                <a:gd name="T3" fmla="*/ 0 h 2438"/>
                <a:gd name="T4" fmla="*/ 1696 w 1696"/>
                <a:gd name="T5" fmla="*/ 756 h 2438"/>
                <a:gd name="T6" fmla="*/ 915 w 1696"/>
                <a:gd name="T7" fmla="*/ 1515 h 2438"/>
                <a:gd name="T8" fmla="*/ 289 w 1696"/>
                <a:gd name="T9" fmla="*/ 1515 h 2438"/>
                <a:gd name="T10" fmla="*/ 289 w 1696"/>
                <a:gd name="T11" fmla="*/ 2438 h 2438"/>
                <a:gd name="T12" fmla="*/ 0 w 1696"/>
                <a:gd name="T13" fmla="*/ 2438 h 2438"/>
                <a:gd name="T14" fmla="*/ 0 w 1696"/>
                <a:gd name="T15" fmla="*/ 0 h 2438"/>
                <a:gd name="T16" fmla="*/ 289 w 1696"/>
                <a:gd name="T17" fmla="*/ 1264 h 2438"/>
                <a:gd name="T18" fmla="*/ 908 w 1696"/>
                <a:gd name="T19" fmla="*/ 1264 h 2438"/>
                <a:gd name="T20" fmla="*/ 1400 w 1696"/>
                <a:gd name="T21" fmla="*/ 756 h 2438"/>
                <a:gd name="T22" fmla="*/ 908 w 1696"/>
                <a:gd name="T23" fmla="*/ 251 h 2438"/>
                <a:gd name="T24" fmla="*/ 289 w 1696"/>
                <a:gd name="T25" fmla="*/ 251 h 2438"/>
                <a:gd name="T26" fmla="*/ 289 w 1696"/>
                <a:gd name="T27" fmla="*/ 1264 h 2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96" h="2438" extrusionOk="0">
                  <a:moveTo>
                    <a:pt x="0" y="0"/>
                  </a:moveTo>
                  <a:cubicBezTo>
                    <a:pt x="915" y="0"/>
                    <a:pt x="915" y="0"/>
                    <a:pt x="915" y="0"/>
                  </a:cubicBezTo>
                  <a:cubicBezTo>
                    <a:pt x="1389" y="0"/>
                    <a:pt x="1696" y="234"/>
                    <a:pt x="1696" y="756"/>
                  </a:cubicBezTo>
                  <a:cubicBezTo>
                    <a:pt x="1696" y="1282"/>
                    <a:pt x="1389" y="1515"/>
                    <a:pt x="915" y="1515"/>
                  </a:cubicBezTo>
                  <a:cubicBezTo>
                    <a:pt x="289" y="1515"/>
                    <a:pt x="289" y="1515"/>
                    <a:pt x="289" y="1515"/>
                  </a:cubicBezTo>
                  <a:cubicBezTo>
                    <a:pt x="289" y="2438"/>
                    <a:pt x="289" y="2438"/>
                    <a:pt x="289" y="2438"/>
                  </a:cubicBezTo>
                  <a:cubicBezTo>
                    <a:pt x="0" y="2438"/>
                    <a:pt x="0" y="2438"/>
                    <a:pt x="0" y="2438"/>
                  </a:cubicBezTo>
                  <a:lnTo>
                    <a:pt x="0" y="0"/>
                  </a:lnTo>
                  <a:close/>
                  <a:moveTo>
                    <a:pt x="289" y="1264"/>
                  </a:moveTo>
                  <a:cubicBezTo>
                    <a:pt x="908" y="1264"/>
                    <a:pt x="908" y="1264"/>
                    <a:pt x="908" y="1264"/>
                  </a:cubicBezTo>
                  <a:cubicBezTo>
                    <a:pt x="1208" y="1264"/>
                    <a:pt x="1400" y="1114"/>
                    <a:pt x="1400" y="756"/>
                  </a:cubicBezTo>
                  <a:cubicBezTo>
                    <a:pt x="1400" y="401"/>
                    <a:pt x="1205" y="251"/>
                    <a:pt x="908" y="251"/>
                  </a:cubicBezTo>
                  <a:cubicBezTo>
                    <a:pt x="289" y="251"/>
                    <a:pt x="289" y="251"/>
                    <a:pt x="289" y="251"/>
                  </a:cubicBezTo>
                  <a:lnTo>
                    <a:pt x="289" y="126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2" name="Freeform 23"/>
            <p:cNvSpPr>
              <a:spLocks noEditPoints="1"/>
            </p:cNvSpPr>
            <p:nvPr userDrawn="1"/>
          </p:nvSpPr>
          <p:spPr bwMode="black">
            <a:xfrm>
              <a:off x="-13077825" y="25911175"/>
              <a:ext cx="3687762" cy="4178300"/>
            </a:xfrm>
            <a:custGeom>
              <a:avLst/>
              <a:gdLst>
                <a:gd name="T0" fmla="*/ 2323 w 2323"/>
                <a:gd name="T1" fmla="*/ 2632 h 2632"/>
                <a:gd name="T2" fmla="*/ 1989 w 2323"/>
                <a:gd name="T3" fmla="*/ 2632 h 2632"/>
                <a:gd name="T4" fmla="*/ 1741 w 2323"/>
                <a:gd name="T5" fmla="*/ 1955 h 2632"/>
                <a:gd name="T6" fmla="*/ 556 w 2323"/>
                <a:gd name="T7" fmla="*/ 1955 h 2632"/>
                <a:gd name="T8" fmla="*/ 308 w 2323"/>
                <a:gd name="T9" fmla="*/ 2632 h 2632"/>
                <a:gd name="T10" fmla="*/ 0 w 2323"/>
                <a:gd name="T11" fmla="*/ 2632 h 2632"/>
                <a:gd name="T12" fmla="*/ 974 w 2323"/>
                <a:gd name="T13" fmla="*/ 0 h 2632"/>
                <a:gd name="T14" fmla="*/ 1353 w 2323"/>
                <a:gd name="T15" fmla="*/ 0 h 2632"/>
                <a:gd name="T16" fmla="*/ 2323 w 2323"/>
                <a:gd name="T17" fmla="*/ 2632 h 2632"/>
                <a:gd name="T18" fmla="*/ 639 w 2323"/>
                <a:gd name="T19" fmla="*/ 1684 h 2632"/>
                <a:gd name="T20" fmla="*/ 1654 w 2323"/>
                <a:gd name="T21" fmla="*/ 1684 h 2632"/>
                <a:gd name="T22" fmla="*/ 1147 w 2323"/>
                <a:gd name="T23" fmla="*/ 331 h 2632"/>
                <a:gd name="T24" fmla="*/ 639 w 2323"/>
                <a:gd name="T25" fmla="*/ 1684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23" h="2632" extrusionOk="0">
                  <a:moveTo>
                    <a:pt x="2323" y="2632"/>
                  </a:moveTo>
                  <a:lnTo>
                    <a:pt x="1989" y="2632"/>
                  </a:lnTo>
                  <a:lnTo>
                    <a:pt x="1741" y="1955"/>
                  </a:lnTo>
                  <a:lnTo>
                    <a:pt x="556" y="1955"/>
                  </a:lnTo>
                  <a:lnTo>
                    <a:pt x="308" y="2632"/>
                  </a:lnTo>
                  <a:lnTo>
                    <a:pt x="0" y="2632"/>
                  </a:lnTo>
                  <a:lnTo>
                    <a:pt x="974" y="0"/>
                  </a:lnTo>
                  <a:lnTo>
                    <a:pt x="1353" y="0"/>
                  </a:lnTo>
                  <a:lnTo>
                    <a:pt x="2323" y="2632"/>
                  </a:lnTo>
                  <a:close/>
                  <a:moveTo>
                    <a:pt x="639" y="1684"/>
                  </a:moveTo>
                  <a:lnTo>
                    <a:pt x="1654" y="1684"/>
                  </a:lnTo>
                  <a:lnTo>
                    <a:pt x="1147" y="331"/>
                  </a:lnTo>
                  <a:lnTo>
                    <a:pt x="639" y="168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3" name="Freeform 24"/>
            <p:cNvSpPr/>
            <p:nvPr userDrawn="1"/>
          </p:nvSpPr>
          <p:spPr bwMode="black">
            <a:xfrm>
              <a:off x="-8726488" y="25911175"/>
              <a:ext cx="3114675" cy="4178300"/>
            </a:xfrm>
            <a:custGeom>
              <a:avLst/>
              <a:gdLst>
                <a:gd name="T0" fmla="*/ 312 w 1962"/>
                <a:gd name="T1" fmla="*/ 568 h 2632"/>
                <a:gd name="T2" fmla="*/ 312 w 1962"/>
                <a:gd name="T3" fmla="*/ 2632 h 2632"/>
                <a:gd name="T4" fmla="*/ 0 w 1962"/>
                <a:gd name="T5" fmla="*/ 2632 h 2632"/>
                <a:gd name="T6" fmla="*/ 0 w 1962"/>
                <a:gd name="T7" fmla="*/ 0 h 2632"/>
                <a:gd name="T8" fmla="*/ 292 w 1962"/>
                <a:gd name="T9" fmla="*/ 0 h 2632"/>
                <a:gd name="T10" fmla="*/ 1650 w 1962"/>
                <a:gd name="T11" fmla="*/ 2060 h 2632"/>
                <a:gd name="T12" fmla="*/ 1650 w 1962"/>
                <a:gd name="T13" fmla="*/ 0 h 2632"/>
                <a:gd name="T14" fmla="*/ 1962 w 1962"/>
                <a:gd name="T15" fmla="*/ 0 h 2632"/>
                <a:gd name="T16" fmla="*/ 1962 w 1962"/>
                <a:gd name="T17" fmla="*/ 2632 h 2632"/>
                <a:gd name="T18" fmla="*/ 1669 w 1962"/>
                <a:gd name="T19" fmla="*/ 2632 h 2632"/>
                <a:gd name="T20" fmla="*/ 312 w 1962"/>
                <a:gd name="T21" fmla="*/ 568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62" h="2632" extrusionOk="0">
                  <a:moveTo>
                    <a:pt x="312" y="568"/>
                  </a:moveTo>
                  <a:lnTo>
                    <a:pt x="312" y="2632"/>
                  </a:lnTo>
                  <a:lnTo>
                    <a:pt x="0" y="2632"/>
                  </a:lnTo>
                  <a:lnTo>
                    <a:pt x="0" y="0"/>
                  </a:lnTo>
                  <a:lnTo>
                    <a:pt x="292" y="0"/>
                  </a:lnTo>
                  <a:lnTo>
                    <a:pt x="1650" y="2060"/>
                  </a:lnTo>
                  <a:lnTo>
                    <a:pt x="1650" y="0"/>
                  </a:lnTo>
                  <a:lnTo>
                    <a:pt x="1962" y="0"/>
                  </a:lnTo>
                  <a:lnTo>
                    <a:pt x="1962" y="2632"/>
                  </a:lnTo>
                  <a:lnTo>
                    <a:pt x="1669" y="2632"/>
                  </a:lnTo>
                  <a:lnTo>
                    <a:pt x="312" y="56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4" name="Freeform 25"/>
            <p:cNvSpPr/>
            <p:nvPr userDrawn="1"/>
          </p:nvSpPr>
          <p:spPr bwMode="black">
            <a:xfrm>
              <a:off x="-4956175" y="25911175"/>
              <a:ext cx="3600450" cy="4178300"/>
            </a:xfrm>
            <a:custGeom>
              <a:avLst/>
              <a:gdLst>
                <a:gd name="T0" fmla="*/ 1291 w 2268"/>
                <a:gd name="T1" fmla="*/ 2632 h 2632"/>
                <a:gd name="T2" fmla="*/ 982 w 2268"/>
                <a:gd name="T3" fmla="*/ 2632 h 2632"/>
                <a:gd name="T4" fmla="*/ 982 w 2268"/>
                <a:gd name="T5" fmla="*/ 1625 h 2632"/>
                <a:gd name="T6" fmla="*/ 0 w 2268"/>
                <a:gd name="T7" fmla="*/ 0 h 2632"/>
                <a:gd name="T8" fmla="*/ 373 w 2268"/>
                <a:gd name="T9" fmla="*/ 0 h 2632"/>
                <a:gd name="T10" fmla="*/ 1140 w 2268"/>
                <a:gd name="T11" fmla="*/ 1313 h 2632"/>
                <a:gd name="T12" fmla="*/ 1914 w 2268"/>
                <a:gd name="T13" fmla="*/ 0 h 2632"/>
                <a:gd name="T14" fmla="*/ 2268 w 2268"/>
                <a:gd name="T15" fmla="*/ 0 h 2632"/>
                <a:gd name="T16" fmla="*/ 1291 w 2268"/>
                <a:gd name="T17" fmla="*/ 1625 h 2632"/>
                <a:gd name="T18" fmla="*/ 1291 w 2268"/>
                <a:gd name="T19" fmla="*/ 2632 h 2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68" h="2632" extrusionOk="0">
                  <a:moveTo>
                    <a:pt x="1291" y="2632"/>
                  </a:moveTo>
                  <a:lnTo>
                    <a:pt x="982" y="2632"/>
                  </a:lnTo>
                  <a:lnTo>
                    <a:pt x="982" y="1625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1140" y="1313"/>
                  </a:lnTo>
                  <a:lnTo>
                    <a:pt x="1914" y="0"/>
                  </a:lnTo>
                  <a:lnTo>
                    <a:pt x="2268" y="0"/>
                  </a:lnTo>
                  <a:lnTo>
                    <a:pt x="1291" y="1625"/>
                  </a:lnTo>
                  <a:lnTo>
                    <a:pt x="1291" y="2632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5" name="Freeform 26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  <a:gd name="T24" fmla="*/ 1642 w 7445"/>
                <a:gd name="T25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  <a:lnTo>
                    <a:pt x="1642" y="56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6" name="Freeform 27"/>
            <p:cNvSpPr/>
            <p:nvPr userDrawn="1"/>
          </p:nvSpPr>
          <p:spPr bwMode="black">
            <a:xfrm>
              <a:off x="-27190700" y="4924426"/>
              <a:ext cx="11818938" cy="15319375"/>
            </a:xfrm>
            <a:custGeom>
              <a:avLst/>
              <a:gdLst>
                <a:gd name="T0" fmla="*/ 1642 w 7445"/>
                <a:gd name="T1" fmla="*/ 5653 h 9650"/>
                <a:gd name="T2" fmla="*/ 1642 w 7445"/>
                <a:gd name="T3" fmla="*/ 9650 h 9650"/>
                <a:gd name="T4" fmla="*/ 0 w 7445"/>
                <a:gd name="T5" fmla="*/ 9650 h 9650"/>
                <a:gd name="T6" fmla="*/ 0 w 7445"/>
                <a:gd name="T7" fmla="*/ 0 h 9650"/>
                <a:gd name="T8" fmla="*/ 1642 w 7445"/>
                <a:gd name="T9" fmla="*/ 0 h 9650"/>
                <a:gd name="T10" fmla="*/ 1642 w 7445"/>
                <a:gd name="T11" fmla="*/ 4233 h 9650"/>
                <a:gd name="T12" fmla="*/ 5805 w 7445"/>
                <a:gd name="T13" fmla="*/ 4233 h 9650"/>
                <a:gd name="T14" fmla="*/ 5805 w 7445"/>
                <a:gd name="T15" fmla="*/ 0 h 9650"/>
                <a:gd name="T16" fmla="*/ 7445 w 7445"/>
                <a:gd name="T17" fmla="*/ 0 h 9650"/>
                <a:gd name="T18" fmla="*/ 7445 w 7445"/>
                <a:gd name="T19" fmla="*/ 9650 h 9650"/>
                <a:gd name="T20" fmla="*/ 5805 w 7445"/>
                <a:gd name="T21" fmla="*/ 9650 h 9650"/>
                <a:gd name="T22" fmla="*/ 5805 w 7445"/>
                <a:gd name="T23" fmla="*/ 5653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445" h="9650" extrusionOk="0">
                  <a:moveTo>
                    <a:pt x="1642" y="5653"/>
                  </a:moveTo>
                  <a:lnTo>
                    <a:pt x="1642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642" y="0"/>
                  </a:lnTo>
                  <a:lnTo>
                    <a:pt x="1642" y="4233"/>
                  </a:lnTo>
                  <a:lnTo>
                    <a:pt x="5805" y="4233"/>
                  </a:lnTo>
                  <a:lnTo>
                    <a:pt x="5805" y="0"/>
                  </a:lnTo>
                  <a:lnTo>
                    <a:pt x="7445" y="0"/>
                  </a:lnTo>
                  <a:lnTo>
                    <a:pt x="7445" y="9650"/>
                  </a:lnTo>
                  <a:lnTo>
                    <a:pt x="5805" y="9650"/>
                  </a:lnTo>
                  <a:lnTo>
                    <a:pt x="5805" y="5653"/>
                  </a:lnTo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7" name="Freeform 28"/>
            <p:cNvSpPr>
              <a:spLocks noEditPoints="1"/>
            </p:cNvSpPr>
            <p:nvPr userDrawn="1"/>
          </p:nvSpPr>
          <p:spPr bwMode="black">
            <a:xfrm>
              <a:off x="-12458700" y="4924426"/>
              <a:ext cx="11096625" cy="15319375"/>
            </a:xfrm>
            <a:custGeom>
              <a:avLst/>
              <a:gdLst>
                <a:gd name="T0" fmla="*/ 0 w 6473"/>
                <a:gd name="T1" fmla="*/ 0 h 8936"/>
                <a:gd name="T2" fmla="*/ 3523 w 6473"/>
                <a:gd name="T3" fmla="*/ 0 h 8936"/>
                <a:gd name="T4" fmla="*/ 6473 w 6473"/>
                <a:gd name="T5" fmla="*/ 2633 h 8936"/>
                <a:gd name="T6" fmla="*/ 3523 w 6473"/>
                <a:gd name="T7" fmla="*/ 5239 h 8936"/>
                <a:gd name="T8" fmla="*/ 1519 w 6473"/>
                <a:gd name="T9" fmla="*/ 5239 h 8936"/>
                <a:gd name="T10" fmla="*/ 1519 w 6473"/>
                <a:gd name="T11" fmla="*/ 8936 h 8936"/>
                <a:gd name="T12" fmla="*/ 0 w 6473"/>
                <a:gd name="T13" fmla="*/ 8936 h 8936"/>
                <a:gd name="T14" fmla="*/ 0 w 6473"/>
                <a:gd name="T15" fmla="*/ 0 h 8936"/>
                <a:gd name="T16" fmla="*/ 1519 w 6473"/>
                <a:gd name="T17" fmla="*/ 3924 h 8936"/>
                <a:gd name="T18" fmla="*/ 3472 w 6473"/>
                <a:gd name="T19" fmla="*/ 3924 h 8936"/>
                <a:gd name="T20" fmla="*/ 4915 w 6473"/>
                <a:gd name="T21" fmla="*/ 2633 h 8936"/>
                <a:gd name="T22" fmla="*/ 3472 w 6473"/>
                <a:gd name="T23" fmla="*/ 1341 h 8936"/>
                <a:gd name="T24" fmla="*/ 1519 w 6473"/>
                <a:gd name="T25" fmla="*/ 1338 h 8936"/>
                <a:gd name="T26" fmla="*/ 1519 w 6473"/>
                <a:gd name="T27" fmla="*/ 3924 h 8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73" h="8936" extrusionOk="0">
                  <a:moveTo>
                    <a:pt x="0" y="0"/>
                  </a:moveTo>
                  <a:cubicBezTo>
                    <a:pt x="3523" y="0"/>
                    <a:pt x="3523" y="0"/>
                    <a:pt x="3523" y="0"/>
                  </a:cubicBezTo>
                  <a:cubicBezTo>
                    <a:pt x="5311" y="0"/>
                    <a:pt x="6473" y="702"/>
                    <a:pt x="6473" y="2633"/>
                  </a:cubicBezTo>
                  <a:cubicBezTo>
                    <a:pt x="6473" y="4418"/>
                    <a:pt x="5324" y="5239"/>
                    <a:pt x="3523" y="5239"/>
                  </a:cubicBezTo>
                  <a:cubicBezTo>
                    <a:pt x="1519" y="5239"/>
                    <a:pt x="1519" y="5239"/>
                    <a:pt x="1519" y="5239"/>
                  </a:cubicBezTo>
                  <a:cubicBezTo>
                    <a:pt x="1519" y="8936"/>
                    <a:pt x="1519" y="8936"/>
                    <a:pt x="1519" y="8936"/>
                  </a:cubicBezTo>
                  <a:cubicBezTo>
                    <a:pt x="0" y="8936"/>
                    <a:pt x="0" y="8936"/>
                    <a:pt x="0" y="8936"/>
                  </a:cubicBezTo>
                  <a:lnTo>
                    <a:pt x="0" y="0"/>
                  </a:lnTo>
                  <a:close/>
                  <a:moveTo>
                    <a:pt x="1519" y="3924"/>
                  </a:moveTo>
                  <a:cubicBezTo>
                    <a:pt x="3472" y="3924"/>
                    <a:pt x="3472" y="3924"/>
                    <a:pt x="3472" y="3924"/>
                  </a:cubicBezTo>
                  <a:cubicBezTo>
                    <a:pt x="4513" y="3924"/>
                    <a:pt x="4915" y="3505"/>
                    <a:pt x="4915" y="2633"/>
                  </a:cubicBezTo>
                  <a:cubicBezTo>
                    <a:pt x="4915" y="1688"/>
                    <a:pt x="4495" y="1341"/>
                    <a:pt x="3472" y="1341"/>
                  </a:cubicBezTo>
                  <a:cubicBezTo>
                    <a:pt x="1519" y="1338"/>
                    <a:pt x="1519" y="1338"/>
                    <a:pt x="1519" y="1338"/>
                  </a:cubicBezTo>
                  <a:lnTo>
                    <a:pt x="1519" y="3924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  <p:sp>
          <p:nvSpPr>
            <p:cNvPr id="68" name="Freeform 29"/>
            <p:cNvSpPr/>
            <p:nvPr userDrawn="1"/>
          </p:nvSpPr>
          <p:spPr bwMode="black">
            <a:xfrm>
              <a:off x="-43651488" y="4924426"/>
              <a:ext cx="13568363" cy="15319375"/>
            </a:xfrm>
            <a:custGeom>
              <a:avLst/>
              <a:gdLst>
                <a:gd name="T0" fmla="*/ 6906 w 8547"/>
                <a:gd name="T1" fmla="*/ 3038 h 9650"/>
                <a:gd name="T2" fmla="*/ 4274 w 8547"/>
                <a:gd name="T3" fmla="*/ 7232 h 9650"/>
                <a:gd name="T4" fmla="*/ 1640 w 8547"/>
                <a:gd name="T5" fmla="*/ 3038 h 9650"/>
                <a:gd name="T6" fmla="*/ 1640 w 8547"/>
                <a:gd name="T7" fmla="*/ 9650 h 9650"/>
                <a:gd name="T8" fmla="*/ 0 w 8547"/>
                <a:gd name="T9" fmla="*/ 9650 h 9650"/>
                <a:gd name="T10" fmla="*/ 0 w 8547"/>
                <a:gd name="T11" fmla="*/ 0 h 9650"/>
                <a:gd name="T12" fmla="*/ 1510 w 8547"/>
                <a:gd name="T13" fmla="*/ 0 h 9650"/>
                <a:gd name="T14" fmla="*/ 4273 w 8547"/>
                <a:gd name="T15" fmla="*/ 4397 h 9650"/>
                <a:gd name="T16" fmla="*/ 7027 w 8547"/>
                <a:gd name="T17" fmla="*/ 0 h 9650"/>
                <a:gd name="T18" fmla="*/ 8547 w 8547"/>
                <a:gd name="T19" fmla="*/ 0 h 9650"/>
                <a:gd name="T20" fmla="*/ 8547 w 8547"/>
                <a:gd name="T21" fmla="*/ 9650 h 9650"/>
                <a:gd name="T22" fmla="*/ 6906 w 8547"/>
                <a:gd name="T23" fmla="*/ 9650 h 9650"/>
                <a:gd name="T24" fmla="*/ 6906 w 8547"/>
                <a:gd name="T25" fmla="*/ 3038 h 9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47" h="9650" extrusionOk="0">
                  <a:moveTo>
                    <a:pt x="6906" y="3038"/>
                  </a:moveTo>
                  <a:lnTo>
                    <a:pt x="4274" y="7232"/>
                  </a:lnTo>
                  <a:lnTo>
                    <a:pt x="1640" y="3038"/>
                  </a:lnTo>
                  <a:lnTo>
                    <a:pt x="1640" y="9650"/>
                  </a:lnTo>
                  <a:lnTo>
                    <a:pt x="0" y="9650"/>
                  </a:lnTo>
                  <a:lnTo>
                    <a:pt x="0" y="0"/>
                  </a:lnTo>
                  <a:lnTo>
                    <a:pt x="1510" y="0"/>
                  </a:lnTo>
                  <a:lnTo>
                    <a:pt x="4273" y="4397"/>
                  </a:lnTo>
                  <a:lnTo>
                    <a:pt x="7027" y="0"/>
                  </a:lnTo>
                  <a:lnTo>
                    <a:pt x="8547" y="0"/>
                  </a:lnTo>
                  <a:lnTo>
                    <a:pt x="8547" y="9650"/>
                  </a:lnTo>
                  <a:lnTo>
                    <a:pt x="6906" y="9650"/>
                  </a:lnTo>
                  <a:lnTo>
                    <a:pt x="6906" y="3038"/>
                  </a:ln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de-DE" sz="240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</p:sldLayoutIdLst>
  <p:hf hdr="0" ftr="0"/>
  <p:txStyles>
    <p:titleStyle>
      <a:lvl1pPr algn="l" defTabSz="914400" rtl="0">
        <a:lnSpc>
          <a:spcPct val="100000"/>
        </a:lnSpc>
        <a:spcBef>
          <a:spcPts val="0"/>
        </a:spcBef>
        <a:buNone/>
        <a:defRPr sz="24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252000" algn="l" defTabSz="914400" rtl="0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Symbol"/>
        <a:buChar char="-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770135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M1: IAM/PAM</a:t>
            </a:r>
            <a:endParaRPr/>
          </a:p>
        </p:txBody>
      </p:sp>
      <p:sp>
        <p:nvSpPr>
          <p:cNvPr id="223297110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Zugriffskontrolle, privilegierte Accounts</a:t>
            </a:r>
            <a:endParaRPr lang="en-US"/>
          </a:p>
        </p:txBody>
      </p:sp>
      <p:sp>
        <p:nvSpPr>
          <p:cNvPr id="775209564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Wer darf was im Unternehmen? Diese Maßnahme stellt sicher, dass nur berechtigte Personen Zugang zu sensiblen Systemen haben - wie ein digitaler Türsteher.</a:t>
            </a:r>
            <a:endParaRPr/>
          </a:p>
        </p:txBody>
      </p:sp>
      <p:sp>
        <p:nvSpPr>
          <p:cNvPr id="1991829876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Zentrale Benutzerverwaltung, Admins brauchen zwei Faktoren zum Einloggen</a:t>
            </a:r>
            <a:endParaRPr lang="en-US" sz="2400"/>
          </a:p>
        </p:txBody>
      </p:sp>
      <p:sp>
        <p:nvSpPr>
          <p:cNvPr id="175694513" name="Rechteck 12"/>
          <p:cNvSpPr/>
          <p:nvPr/>
        </p:nvSpPr>
        <p:spPr bwMode="gray">
          <a:xfrm>
            <a:off x="375443" y="1100988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822820343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+1  |  </a:t>
            </a:r>
            <a:r>
              <a:rPr lang="de-DE" sz="2400" b="1"/>
              <a:t>A</a:t>
            </a:r>
            <a:r>
              <a:rPr lang="de-DE" sz="2400"/>
              <a:t> +0</a:t>
            </a:r>
            <a:endParaRPr/>
          </a:p>
        </p:txBody>
      </p:sp>
      <p:sp>
        <p:nvSpPr>
          <p:cNvPr id="978932898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20258983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30k€  |  </a:t>
            </a:r>
            <a:r>
              <a:rPr lang="de-DE" sz="2400" b="1"/>
              <a:t>OPEX</a:t>
            </a:r>
            <a:r>
              <a:rPr lang="de-DE" sz="2400"/>
              <a:t>: 4k€/Welle</a:t>
            </a:r>
            <a:endParaRPr/>
          </a:p>
        </p:txBody>
      </p:sp>
      <p:sp>
        <p:nvSpPr>
          <p:cNvPr id="1120101812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617137760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698771991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52121FF-27C7-B48C-380C-8CB324C1C800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97649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 dirty="0"/>
              <a:t>M1: IAM/PAM</a:t>
            </a:r>
            <a:endParaRPr dirty="0"/>
          </a:p>
        </p:txBody>
      </p:sp>
      <p:sp>
        <p:nvSpPr>
          <p:cNvPr id="170884585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Zugriffskontrolle, privilegierte Accounts</a:t>
            </a:r>
            <a:endParaRPr lang="en-US"/>
          </a:p>
        </p:txBody>
      </p:sp>
      <p:sp>
        <p:nvSpPr>
          <p:cNvPr id="211302735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 dirty="0"/>
              <a:t>Wer darf was im Unternehmen? Diese Maßnahme stellt sicher, dass nur berechtigte Personen Zugang zu sensiblen Systemen haben - wie ein digitaler Türsteher.</a:t>
            </a:r>
            <a:endParaRPr dirty="0"/>
          </a:p>
        </p:txBody>
      </p:sp>
      <p:sp>
        <p:nvSpPr>
          <p:cNvPr id="1634598813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Spezielle Verwaltung für Admin-Konten, klare Rollen wer was darf.</a:t>
            </a:r>
            <a:endParaRPr lang="en-US" sz="2400"/>
          </a:p>
        </p:txBody>
      </p:sp>
      <p:sp>
        <p:nvSpPr>
          <p:cNvPr id="1431687574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487595506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+4  |  </a:t>
            </a:r>
            <a:r>
              <a:rPr lang="de-DE" sz="2400" b="1"/>
              <a:t>I</a:t>
            </a:r>
            <a:r>
              <a:rPr lang="de-DE" sz="2400"/>
              <a:t> +3  |  </a:t>
            </a:r>
            <a:r>
              <a:rPr lang="de-DE" sz="2400" b="1"/>
              <a:t>A</a:t>
            </a:r>
            <a:r>
              <a:rPr lang="de-DE" sz="2400"/>
              <a:t> +0</a:t>
            </a:r>
            <a:endParaRPr/>
          </a:p>
        </p:txBody>
      </p:sp>
      <p:sp>
        <p:nvSpPr>
          <p:cNvPr id="839617859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445879619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41064015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60k€  |  </a:t>
            </a:r>
            <a:r>
              <a:rPr lang="de-DE" sz="2400" b="1"/>
              <a:t>OPEX</a:t>
            </a:r>
            <a:r>
              <a:rPr lang="de-DE" sz="2400"/>
              <a:t>: 10k€/Welle</a:t>
            </a:r>
            <a:endParaRPr/>
          </a:p>
        </p:txBody>
      </p:sp>
      <p:sp>
        <p:nvSpPr>
          <p:cNvPr id="341345134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804728131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827384221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A03FD91-B9B4-8D42-06AC-2CBFEE132EAB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347857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M1: IAM/PAM</a:t>
            </a:r>
            <a:endParaRPr/>
          </a:p>
        </p:txBody>
      </p:sp>
      <p:sp>
        <p:nvSpPr>
          <p:cNvPr id="454598957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Zugriffskontrolle, privilegierte Accounts</a:t>
            </a:r>
            <a:endParaRPr lang="en-US"/>
          </a:p>
        </p:txBody>
      </p:sp>
      <p:sp>
        <p:nvSpPr>
          <p:cNvPr id="1086161937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Wer darf was im Unternehmen? Diese Maßnahme stellt sicher, dass nur berechtigte Personen Zugang zu sensiblen Systemen haben - wie ein digitaler Türsteher.</a:t>
            </a:r>
            <a:endParaRPr/>
          </a:p>
        </p:txBody>
      </p:sp>
      <p:sp>
        <p:nvSpPr>
          <p:cNvPr id="2004243851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Zugriff nur bei Bedarf, alle Admin-Aktionen werden aufgezeichnet.</a:t>
            </a:r>
            <a:endParaRPr lang="en-US" sz="2400"/>
          </a:p>
        </p:txBody>
      </p:sp>
      <p:sp>
        <p:nvSpPr>
          <p:cNvPr id="215150940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819751902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+6  |  </a:t>
            </a:r>
            <a:r>
              <a:rPr lang="de-DE" sz="2400" b="1"/>
              <a:t>I</a:t>
            </a:r>
            <a:r>
              <a:rPr lang="de-DE" sz="2400"/>
              <a:t> +5  |  </a:t>
            </a:r>
            <a:r>
              <a:rPr lang="de-DE" sz="2400" b="1"/>
              <a:t>A</a:t>
            </a:r>
            <a:r>
              <a:rPr lang="de-DE" sz="2400"/>
              <a:t> +1</a:t>
            </a:r>
            <a:endParaRPr/>
          </a:p>
        </p:txBody>
      </p:sp>
      <p:sp>
        <p:nvSpPr>
          <p:cNvPr id="272727985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026862834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96210139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100k€  |  </a:t>
            </a:r>
            <a:r>
              <a:rPr lang="de-DE" sz="2400" b="1"/>
              <a:t>OPEX</a:t>
            </a:r>
            <a:r>
              <a:rPr lang="de-DE" sz="2400"/>
              <a:t>: 20k€/Welle</a:t>
            </a:r>
            <a:endParaRPr/>
          </a:p>
        </p:txBody>
      </p:sp>
      <p:sp>
        <p:nvSpPr>
          <p:cNvPr id="1537141445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182122099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>
                <a:solidFill>
                  <a:srgbClr val="C00000"/>
                </a:solidFill>
              </a:rPr>
              <a:t>M2 min. L2</a:t>
            </a:r>
            <a:endParaRPr/>
          </a:p>
        </p:txBody>
      </p:sp>
      <p:sp>
        <p:nvSpPr>
          <p:cNvPr id="2084406249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03D0531-A133-4644-7341-83E69C78988E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045031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M2: Logging &amp; SIEM/MDR</a:t>
            </a:r>
            <a:endParaRPr lang="en-US" sz="4000"/>
          </a:p>
        </p:txBody>
      </p:sp>
      <p:sp>
        <p:nvSpPr>
          <p:cNvPr id="637575277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Sichtbarkeit schaffen, Angriffe erkennen</a:t>
            </a:r>
            <a:endParaRPr lang="en-US"/>
          </a:p>
        </p:txBody>
      </p:sp>
      <p:sp>
        <p:nvSpPr>
          <p:cNvPr id="168606917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Wie ein Überwachungssystem für die IT: Alle wichtigen Ereignisse werden protokolliert und ausgewertet, um verdächtige Aktivitäten frühzeitig zu erkennen.</a:t>
            </a:r>
            <a:endParaRPr/>
          </a:p>
        </p:txBody>
      </p:sp>
      <p:sp>
        <p:nvSpPr>
          <p:cNvPr id="576578404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Protokolle werden gesammelt und 30 Tage aufbewahrt.</a:t>
            </a:r>
            <a:endParaRPr lang="en-US" sz="2400"/>
          </a:p>
        </p:txBody>
      </p:sp>
      <p:sp>
        <p:nvSpPr>
          <p:cNvPr id="441476250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80007246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+1  |  </a:t>
            </a:r>
            <a:r>
              <a:rPr lang="de-DE" sz="2400" b="1"/>
              <a:t>I</a:t>
            </a:r>
            <a:r>
              <a:rPr lang="de-DE" sz="2400"/>
              <a:t> +3  |  </a:t>
            </a:r>
            <a:r>
              <a:rPr lang="de-DE" sz="2400" b="1"/>
              <a:t>A</a:t>
            </a:r>
            <a:r>
              <a:rPr lang="de-DE" sz="2400"/>
              <a:t> +0</a:t>
            </a:r>
            <a:endParaRPr/>
          </a:p>
        </p:txBody>
      </p:sp>
      <p:sp>
        <p:nvSpPr>
          <p:cNvPr id="356295491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876552572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20k€  |  </a:t>
            </a:r>
            <a:r>
              <a:rPr lang="de-DE" sz="2400" b="1"/>
              <a:t>OPEX</a:t>
            </a:r>
            <a:r>
              <a:rPr lang="de-DE" sz="2400"/>
              <a:t>: 2k€/Welle</a:t>
            </a:r>
            <a:endParaRPr/>
          </a:p>
        </p:txBody>
      </p:sp>
      <p:sp>
        <p:nvSpPr>
          <p:cNvPr id="616037670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608817128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2050545456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AD6F37C4-39AE-AA42-0C42-A48AB7E6D2B5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071154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M2: Logging &amp; SIEM/MDR</a:t>
            </a:r>
            <a:endParaRPr lang="en-US" sz="4000"/>
          </a:p>
        </p:txBody>
      </p:sp>
      <p:sp>
        <p:nvSpPr>
          <p:cNvPr id="503217509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Sichtbarkeit schaffen, Angriffe erkennen</a:t>
            </a:r>
            <a:endParaRPr lang="en-US"/>
          </a:p>
        </p:txBody>
      </p:sp>
      <p:sp>
        <p:nvSpPr>
          <p:cNvPr id="1251661759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Wie ein Überwachungssystem für die IT: Alle wichtigen Ereignisse werden protokolliert und ausgewertet, um verdächtige Aktivitäten frühzeitig zu erkennen.</a:t>
            </a:r>
            <a:endParaRPr/>
          </a:p>
        </p:txBody>
      </p:sp>
      <p:sp>
        <p:nvSpPr>
          <p:cNvPr id="1598447011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Automatische Alarme bei verdächtigen Mustern (z.B. viele fehlgeschlagene Logins).</a:t>
            </a:r>
            <a:endParaRPr lang="en-US" sz="2400"/>
          </a:p>
        </p:txBody>
      </p:sp>
      <p:sp>
        <p:nvSpPr>
          <p:cNvPr id="588501703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80501165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+5  |  </a:t>
            </a:r>
            <a:r>
              <a:rPr lang="de-DE" sz="2400" b="1"/>
              <a:t>A</a:t>
            </a:r>
            <a:r>
              <a:rPr lang="de-DE" sz="2400"/>
              <a:t> +1</a:t>
            </a:r>
            <a:endParaRPr/>
          </a:p>
        </p:txBody>
      </p:sp>
      <p:sp>
        <p:nvSpPr>
          <p:cNvPr id="568714873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405333965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515678513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50k€  |  </a:t>
            </a:r>
            <a:r>
              <a:rPr lang="de-DE" sz="2400" b="1"/>
              <a:t>OPEX</a:t>
            </a:r>
            <a:r>
              <a:rPr lang="de-DE" sz="2400"/>
              <a:t>: 8k€/Welle</a:t>
            </a:r>
            <a:endParaRPr/>
          </a:p>
        </p:txBody>
      </p:sp>
      <p:sp>
        <p:nvSpPr>
          <p:cNvPr id="1509111081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788597394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683767032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D11984CB-B240-06C6-2927-628B1D213AF9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899619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M2: Logging &amp; SIEM/MDR</a:t>
            </a:r>
            <a:endParaRPr lang="en-US" sz="4000"/>
          </a:p>
        </p:txBody>
      </p:sp>
      <p:sp>
        <p:nvSpPr>
          <p:cNvPr id="1364795194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Sichtbarkeit schaffen, Angriffe erkennen</a:t>
            </a:r>
            <a:endParaRPr lang="en-US"/>
          </a:p>
        </p:txBody>
      </p:sp>
      <p:sp>
        <p:nvSpPr>
          <p:cNvPr id="2011332904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Wie ein Überwachungssystem für die IT: Alle wichtigen Ereignisse werden protokolliert und ausgewertet, um verdächtige Aktivitäten frühzeitig zu erkennen.</a:t>
            </a:r>
            <a:endParaRPr/>
          </a:p>
        </p:txBody>
      </p:sp>
      <p:sp>
        <p:nvSpPr>
          <p:cNvPr id="672466096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Externe Sicherheitsexperten überwachen rund um die Uhr.</a:t>
            </a:r>
            <a:endParaRPr lang="en-US" sz="2400"/>
          </a:p>
        </p:txBody>
      </p:sp>
      <p:sp>
        <p:nvSpPr>
          <p:cNvPr id="1630025847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738018371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+3  |  </a:t>
            </a:r>
            <a:r>
              <a:rPr lang="de-DE" sz="2400" b="1"/>
              <a:t>I</a:t>
            </a:r>
            <a:r>
              <a:rPr lang="de-DE" sz="2400"/>
              <a:t> +7  |  </a:t>
            </a:r>
            <a:r>
              <a:rPr lang="de-DE" sz="2400" b="1"/>
              <a:t>A</a:t>
            </a:r>
            <a:r>
              <a:rPr lang="de-DE" sz="2400"/>
              <a:t> +2</a:t>
            </a:r>
            <a:endParaRPr/>
          </a:p>
        </p:txBody>
      </p:sp>
      <p:sp>
        <p:nvSpPr>
          <p:cNvPr id="467023673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772231510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482174594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80k€  |  </a:t>
            </a:r>
            <a:r>
              <a:rPr lang="de-DE" sz="2400" b="1"/>
              <a:t>OPEX</a:t>
            </a:r>
            <a:r>
              <a:rPr lang="de-DE" sz="2400"/>
              <a:t>: 24k€/Welle</a:t>
            </a:r>
            <a:endParaRPr/>
          </a:p>
        </p:txBody>
      </p:sp>
      <p:sp>
        <p:nvSpPr>
          <p:cNvPr id="430140758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18852449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495595562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398BB30-DCD4-9A11-42C5-694D4DE1A160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853613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M3: EDR/XDR</a:t>
            </a:r>
            <a:endParaRPr/>
          </a:p>
        </p:txBody>
      </p:sp>
      <p:sp>
        <p:nvSpPr>
          <p:cNvPr id="972858156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Schadsoftware auf Clients/Servern erkennen</a:t>
            </a:r>
            <a:endParaRPr lang="en-US"/>
          </a:p>
        </p:txBody>
      </p:sp>
      <p:sp>
        <p:nvSpPr>
          <p:cNvPr id="167604036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Der Virenschutz für alle Computer im Unternehmen. Erkennt und stoppt Schadsoftware, bevor sie Schaden anrichten kann.</a:t>
            </a:r>
            <a:endParaRPr/>
          </a:p>
        </p:txBody>
      </p:sp>
      <p:sp>
        <p:nvSpPr>
          <p:cNvPr id="2030508051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Klassischer Virenscanner, der bekannte Schadsoftware erkennt.</a:t>
            </a:r>
            <a:endParaRPr lang="en-US" sz="2400"/>
          </a:p>
        </p:txBody>
      </p:sp>
      <p:sp>
        <p:nvSpPr>
          <p:cNvPr id="1051887511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651269354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+3  |  </a:t>
            </a:r>
            <a:r>
              <a:rPr lang="de-DE" sz="2400" b="1"/>
              <a:t>I</a:t>
            </a:r>
            <a:r>
              <a:rPr lang="de-DE" sz="2400"/>
              <a:t> +2  |  </a:t>
            </a:r>
            <a:r>
              <a:rPr lang="de-DE" sz="2400" b="1"/>
              <a:t>A</a:t>
            </a:r>
            <a:r>
              <a:rPr lang="de-DE" sz="2400"/>
              <a:t> +1</a:t>
            </a:r>
            <a:endParaRPr/>
          </a:p>
        </p:txBody>
      </p:sp>
      <p:sp>
        <p:nvSpPr>
          <p:cNvPr id="495552144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515224500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24k€  |  </a:t>
            </a:r>
            <a:r>
              <a:rPr lang="de-DE" sz="2400" b="1"/>
              <a:t>OPEX</a:t>
            </a:r>
            <a:r>
              <a:rPr lang="de-DE" sz="2400"/>
              <a:t>: 4k€/Welle</a:t>
            </a:r>
            <a:endParaRPr/>
          </a:p>
        </p:txBody>
      </p:sp>
      <p:sp>
        <p:nvSpPr>
          <p:cNvPr id="472092372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204532090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28141207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6FCA248-E3A0-7B05-C009-7F92B29F4A25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21530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M3: EDR/XDR</a:t>
            </a:r>
            <a:endParaRPr lang="en-US" sz="4000"/>
          </a:p>
        </p:txBody>
      </p:sp>
      <p:sp>
        <p:nvSpPr>
          <p:cNvPr id="686845215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Schadsoftware auf Clients/Servern erkennen</a:t>
            </a:r>
            <a:endParaRPr lang="en-US"/>
          </a:p>
        </p:txBody>
      </p:sp>
      <p:sp>
        <p:nvSpPr>
          <p:cNvPr id="528434937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Der Virenschutz für alle Computer im Unternehmen. Erkennt und stoppt Schadsoftware, bevor sie Schaden anrichten kann.</a:t>
            </a:r>
            <a:endParaRPr/>
          </a:p>
        </p:txBody>
      </p:sp>
      <p:sp>
        <p:nvSpPr>
          <p:cNvPr id="323469311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1" y="3129770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Erkennt auch unbekannte Bedrohungen anhand von verdächtigem Verhalten, isoliert befallene Rechner automatisch.</a:t>
            </a:r>
            <a:endParaRPr lang="en-US" sz="2400"/>
          </a:p>
        </p:txBody>
      </p:sp>
      <p:sp>
        <p:nvSpPr>
          <p:cNvPr id="2125963323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30667874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+5  |  </a:t>
            </a:r>
            <a:r>
              <a:rPr lang="de-DE" sz="2400" b="1"/>
              <a:t>I</a:t>
            </a:r>
            <a:r>
              <a:rPr lang="de-DE" sz="2400"/>
              <a:t> +4  |  </a:t>
            </a:r>
            <a:r>
              <a:rPr lang="de-DE" sz="2400" b="1"/>
              <a:t>A</a:t>
            </a:r>
            <a:r>
              <a:rPr lang="de-DE" sz="2400"/>
              <a:t> +2</a:t>
            </a:r>
            <a:endParaRPr/>
          </a:p>
        </p:txBody>
      </p:sp>
      <p:sp>
        <p:nvSpPr>
          <p:cNvPr id="1496548801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622055626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924072515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56k€  |  </a:t>
            </a:r>
            <a:r>
              <a:rPr lang="de-DE" sz="2400" b="1"/>
              <a:t>OPEX</a:t>
            </a:r>
            <a:r>
              <a:rPr lang="de-DE" sz="2400"/>
              <a:t>: 10k€/Welle</a:t>
            </a:r>
            <a:endParaRPr/>
          </a:p>
        </p:txBody>
      </p:sp>
      <p:sp>
        <p:nvSpPr>
          <p:cNvPr id="464834355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995033134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082854626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42556D7D-0A48-0E4B-77C7-7392ECBE66B2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905284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M3: EDR/XDR</a:t>
            </a:r>
            <a:endParaRPr lang="en-US" sz="4000"/>
          </a:p>
        </p:txBody>
      </p:sp>
      <p:sp>
        <p:nvSpPr>
          <p:cNvPr id="350084483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Schadsoftware auf Clients/Servern erkennen</a:t>
            </a:r>
            <a:endParaRPr lang="en-US"/>
          </a:p>
        </p:txBody>
      </p:sp>
      <p:sp>
        <p:nvSpPr>
          <p:cNvPr id="968246985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Der Virenschutz für alle Computer im Unternehmen. Erkennt und stoppt Schadsoftware, bevor sie Schaden anrichten kann.</a:t>
            </a:r>
            <a:endParaRPr/>
          </a:p>
        </p:txBody>
      </p:sp>
      <p:sp>
        <p:nvSpPr>
          <p:cNvPr id="1465800207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Vernetzt alle Sicherheitssysteme - erkennt komplexe Angriffe über mehrere Systeme hinweg.</a:t>
            </a:r>
            <a:endParaRPr lang="en-US" sz="2400"/>
          </a:p>
        </p:txBody>
      </p:sp>
      <p:sp>
        <p:nvSpPr>
          <p:cNvPr id="92438185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74208023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+7  |  </a:t>
            </a:r>
            <a:r>
              <a:rPr lang="de-DE" sz="2400" b="1"/>
              <a:t>I</a:t>
            </a:r>
            <a:r>
              <a:rPr lang="de-DE" sz="2400"/>
              <a:t> +6  |  </a:t>
            </a:r>
            <a:r>
              <a:rPr lang="de-DE" sz="2400" b="1"/>
              <a:t>A</a:t>
            </a:r>
            <a:r>
              <a:rPr lang="de-DE" sz="2400"/>
              <a:t> +3</a:t>
            </a:r>
            <a:endParaRPr/>
          </a:p>
        </p:txBody>
      </p:sp>
      <p:sp>
        <p:nvSpPr>
          <p:cNvPr id="1668143163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865222835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721008368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90k€  |  </a:t>
            </a:r>
            <a:r>
              <a:rPr lang="de-DE" sz="2400" b="1"/>
              <a:t>OPEX</a:t>
            </a:r>
            <a:r>
              <a:rPr lang="de-DE" sz="2400"/>
              <a:t>: 18k€/Welle</a:t>
            </a:r>
            <a:endParaRPr/>
          </a:p>
        </p:txBody>
      </p:sp>
      <p:sp>
        <p:nvSpPr>
          <p:cNvPr id="99328205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989768800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rgbClr val="C00000"/>
                </a:solidFill>
                <a:latin typeface="Segoe UI"/>
                <a:ea typeface="Segoe UI"/>
                <a:cs typeface="Segoe UI"/>
              </a:rPr>
              <a:t>M2 min. L2</a:t>
            </a:r>
            <a:endParaRPr sz="2400" b="0">
              <a:solidFill>
                <a:srgbClr val="C00000"/>
              </a:solidFill>
            </a:endParaRPr>
          </a:p>
        </p:txBody>
      </p:sp>
      <p:sp>
        <p:nvSpPr>
          <p:cNvPr id="344293675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22A1FFCF-136B-EDC3-8A72-06C4DF67D8C9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852423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M4: Backup &amp; Disaster Recovery</a:t>
            </a:r>
            <a:endParaRPr/>
          </a:p>
        </p:txBody>
      </p:sp>
      <p:sp>
        <p:nvSpPr>
          <p:cNvPr id="243143164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Daten wiederherstellen, Betrieb aufrechterhalten</a:t>
            </a:r>
            <a:endParaRPr lang="en-US"/>
          </a:p>
        </p:txBody>
      </p:sp>
      <p:sp>
        <p:nvSpPr>
          <p:cNvPr id="1291553949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Die Lebensversicherung für Unternehmensdaten. Regelmäßige Sicherungskopien ermöglichen es, nach einem Angriff oder Ausfall schnell wieder arbeitsfähig zu sein.</a:t>
            </a:r>
            <a:endParaRPr/>
          </a:p>
        </p:txBody>
      </p:sp>
      <p:sp>
        <p:nvSpPr>
          <p:cNvPr id="1918627491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Tägliche Datensicherung, aber ohne regelmäßige Tests ob die Wiederherstellung funktioniert.</a:t>
            </a:r>
            <a:endParaRPr lang="en-US" sz="2400"/>
          </a:p>
        </p:txBody>
      </p:sp>
      <p:sp>
        <p:nvSpPr>
          <p:cNvPr id="1921451079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65447289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+0  |  </a:t>
            </a:r>
            <a:r>
              <a:rPr lang="de-DE" sz="2400" b="1"/>
              <a:t>I</a:t>
            </a:r>
            <a:r>
              <a:rPr lang="de-DE" sz="2400"/>
              <a:t> +4  |  </a:t>
            </a:r>
            <a:r>
              <a:rPr lang="de-DE" sz="2400" b="1"/>
              <a:t>A</a:t>
            </a:r>
            <a:r>
              <a:rPr lang="de-DE" sz="2400"/>
              <a:t> +3</a:t>
            </a:r>
            <a:endParaRPr/>
          </a:p>
        </p:txBody>
      </p:sp>
      <p:sp>
        <p:nvSpPr>
          <p:cNvPr id="1490815581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611315871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16k€  |  </a:t>
            </a:r>
            <a:r>
              <a:rPr lang="de-DE" sz="2400" b="1"/>
              <a:t>OPEX</a:t>
            </a:r>
            <a:r>
              <a:rPr lang="de-DE" sz="2400"/>
              <a:t>: 6k€/Welle</a:t>
            </a:r>
            <a:endParaRPr/>
          </a:p>
        </p:txBody>
      </p:sp>
      <p:sp>
        <p:nvSpPr>
          <p:cNvPr id="57005342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476697364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218958391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51F28B86-DFD9-F483-100A-9210A730C36E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749334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M4: Backup &amp; Disaster Recovery</a:t>
            </a:r>
            <a:endParaRPr lang="en-US" sz="4000"/>
          </a:p>
        </p:txBody>
      </p:sp>
      <p:sp>
        <p:nvSpPr>
          <p:cNvPr id="1936855674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Daten wiederherstellen, Betrieb aufrechterhalten</a:t>
            </a:r>
            <a:endParaRPr lang="en-US"/>
          </a:p>
        </p:txBody>
      </p:sp>
      <p:sp>
        <p:nvSpPr>
          <p:cNvPr id="1435402519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Die Lebensversicherung für Unternehmensdaten. Regelmäßige Sicherungskopien ermöglichen es, nach einem Angriff oder Ausfall schnell wieder arbeitsfähig zu sein.</a:t>
            </a:r>
            <a:endParaRPr/>
          </a:p>
        </p:txBody>
      </p:sp>
      <p:sp>
        <p:nvSpPr>
          <p:cNvPr id="1827046493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Backups an mehreren Orten, monatlich wird geprüft ob Wiederherstellung klappt.</a:t>
            </a:r>
            <a:endParaRPr lang="en-US" sz="2400"/>
          </a:p>
        </p:txBody>
      </p:sp>
      <p:sp>
        <p:nvSpPr>
          <p:cNvPr id="2054927672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2125581678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+1  |  </a:t>
            </a:r>
            <a:r>
              <a:rPr lang="de-DE" sz="2400" b="1"/>
              <a:t>I</a:t>
            </a:r>
            <a:r>
              <a:rPr lang="de-DE" sz="2400"/>
              <a:t> +6  |  </a:t>
            </a:r>
            <a:r>
              <a:rPr lang="de-DE" sz="2400" b="1"/>
              <a:t>A</a:t>
            </a:r>
            <a:r>
              <a:rPr lang="de-DE" sz="2400"/>
              <a:t> +5</a:t>
            </a:r>
            <a:endParaRPr/>
          </a:p>
        </p:txBody>
      </p:sp>
      <p:sp>
        <p:nvSpPr>
          <p:cNvPr id="1334860529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623659097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729716143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40k€  |  </a:t>
            </a:r>
            <a:r>
              <a:rPr lang="de-DE" sz="2400" b="1"/>
              <a:t>OPEX</a:t>
            </a:r>
            <a:r>
              <a:rPr lang="de-DE" sz="2400"/>
              <a:t>: 12k€/Welle</a:t>
            </a:r>
            <a:endParaRPr/>
          </a:p>
        </p:txBody>
      </p:sp>
      <p:sp>
        <p:nvSpPr>
          <p:cNvPr id="1953665247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662198524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50633630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E4CE1025-C805-E05E-7E04-447FC7DE9138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076044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M4: Backup &amp; Disaster Recovery</a:t>
            </a:r>
            <a:endParaRPr lang="en-US" sz="4000"/>
          </a:p>
        </p:txBody>
      </p:sp>
      <p:sp>
        <p:nvSpPr>
          <p:cNvPr id="1922034796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Daten wiederherstellen, Betrieb aufrechterhalten</a:t>
            </a:r>
            <a:endParaRPr lang="en-US"/>
          </a:p>
        </p:txBody>
      </p:sp>
      <p:sp>
        <p:nvSpPr>
          <p:cNvPr id="92320684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Die Lebensversicherung für Unternehmensdaten. Regelmäßige Sicherungskopien ermöglichen es, nach einem Angriff oder Ausfall schnell wieder arbeitsfähig zu sein.</a:t>
            </a:r>
            <a:endParaRPr/>
          </a:p>
        </p:txBody>
      </p:sp>
      <p:sp>
        <p:nvSpPr>
          <p:cNvPr id="1363328880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652889703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+1  |  </a:t>
            </a:r>
            <a:r>
              <a:rPr lang="de-DE" sz="2400" b="1"/>
              <a:t>I</a:t>
            </a:r>
            <a:r>
              <a:rPr lang="de-DE" sz="2400"/>
              <a:t> +8  |  </a:t>
            </a:r>
            <a:r>
              <a:rPr lang="de-DE" sz="2400" b="1"/>
              <a:t>A</a:t>
            </a:r>
            <a:r>
              <a:rPr lang="de-DE" sz="2400"/>
              <a:t> +7</a:t>
            </a:r>
            <a:endParaRPr/>
          </a:p>
        </p:txBody>
      </p:sp>
      <p:sp>
        <p:nvSpPr>
          <p:cNvPr id="1779251257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6105094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812548232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80k€  |  </a:t>
            </a:r>
            <a:r>
              <a:rPr lang="de-DE" sz="2400" b="1"/>
              <a:t>OPEX</a:t>
            </a:r>
            <a:r>
              <a:rPr lang="de-DE" sz="2400"/>
              <a:t>: 20k€/Welle</a:t>
            </a:r>
            <a:endParaRPr/>
          </a:p>
        </p:txBody>
      </p:sp>
      <p:sp>
        <p:nvSpPr>
          <p:cNvPr id="345843054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522557224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551602627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1512227476" name="Text Placeholder 8"/>
          <p:cNvSpPr txBox="1"/>
          <p:nvPr/>
        </p:nvSpPr>
        <p:spPr bwMode="auto">
          <a:xfrm>
            <a:off x="608006" y="3124784"/>
            <a:ext cx="5229827" cy="22000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Backups sind unveränderbar und vom Netzwerk getrennt - selbst Hacker können sie nicht löschen. Schnelle Wiederherstellung garantiert.</a:t>
            </a:r>
            <a:endParaRPr lang="en-US" sz="2400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124E93B2-B8FF-666B-6011-8506FC0F56B5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817155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M5: OT/IT-Netz-Segmentierung</a:t>
            </a:r>
            <a:endParaRPr/>
          </a:p>
        </p:txBody>
      </p:sp>
      <p:sp>
        <p:nvSpPr>
          <p:cNvPr id="1277234825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Produktionsnetz vom Office-Netz trennen</a:t>
            </a:r>
            <a:endParaRPr lang="en-US"/>
          </a:p>
        </p:txBody>
      </p:sp>
      <p:sp>
        <p:nvSpPr>
          <p:cNvPr id="536917697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Baut digitale Brandmauern zwischen Büro und Produktion. Ein Angriff im Büro soll nicht die Fertigungsanlagen lahmlegen können.</a:t>
            </a:r>
            <a:endParaRPr/>
          </a:p>
        </p:txBody>
      </p:sp>
      <p:sp>
        <p:nvSpPr>
          <p:cNvPr id="39131735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Netzwerke sind logisch getrennt, aber ohne strenge Zugangskontrollen.</a:t>
            </a:r>
            <a:endParaRPr lang="en-US" sz="2400"/>
          </a:p>
        </p:txBody>
      </p:sp>
      <p:sp>
        <p:nvSpPr>
          <p:cNvPr id="693719240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806612863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+1  |  </a:t>
            </a:r>
            <a:r>
              <a:rPr lang="de-DE" sz="2400" b="1"/>
              <a:t>A</a:t>
            </a:r>
            <a:r>
              <a:rPr lang="de-DE" sz="2400"/>
              <a:t> +4</a:t>
            </a:r>
            <a:endParaRPr/>
          </a:p>
        </p:txBody>
      </p:sp>
      <p:sp>
        <p:nvSpPr>
          <p:cNvPr id="52962427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724350479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40k€  |  </a:t>
            </a:r>
            <a:r>
              <a:rPr lang="de-DE" sz="2400" b="1"/>
              <a:t>OPEX</a:t>
            </a:r>
            <a:r>
              <a:rPr lang="de-DE" sz="2400"/>
              <a:t>: 2k€/Welle</a:t>
            </a:r>
            <a:endParaRPr/>
          </a:p>
        </p:txBody>
      </p:sp>
      <p:sp>
        <p:nvSpPr>
          <p:cNvPr id="1252205774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331513716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026742911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A3481F59-F5E3-70A7-411E-650630290196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415791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M5: OT/IT-Netz-Segmentierung</a:t>
            </a:r>
            <a:endParaRPr lang="en-US" sz="4000"/>
          </a:p>
        </p:txBody>
      </p:sp>
      <p:sp>
        <p:nvSpPr>
          <p:cNvPr id="1897585942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Produktionsnetz vom Office-Netz trennen</a:t>
            </a:r>
            <a:endParaRPr lang="en-US"/>
          </a:p>
        </p:txBody>
      </p:sp>
      <p:sp>
        <p:nvSpPr>
          <p:cNvPr id="721519279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Baut digitale Brandmauern zwischen Büro und Produktion. Ein Angriff im Büro soll nicht die Fertigungsanlagen lahmlegen können.</a:t>
            </a:r>
            <a:endParaRPr/>
          </a:p>
        </p:txBody>
      </p:sp>
      <p:sp>
        <p:nvSpPr>
          <p:cNvPr id="1419501366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Echte Firewall zwischen Büro und Produktion - nur explizit erlaubter Datenverkehr kommt durch.</a:t>
            </a:r>
            <a:endParaRPr lang="en-US" sz="2400"/>
          </a:p>
        </p:txBody>
      </p:sp>
      <p:sp>
        <p:nvSpPr>
          <p:cNvPr id="1248596543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897844707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+3  |  </a:t>
            </a:r>
            <a:r>
              <a:rPr lang="de-DE" sz="2400" b="1"/>
              <a:t>I</a:t>
            </a:r>
            <a:r>
              <a:rPr lang="de-DE" sz="2400"/>
              <a:t> +2  |  </a:t>
            </a:r>
            <a:r>
              <a:rPr lang="de-DE" sz="2400" b="1"/>
              <a:t>A</a:t>
            </a:r>
            <a:r>
              <a:rPr lang="de-DE" sz="2400"/>
              <a:t> +6</a:t>
            </a:r>
            <a:endParaRPr/>
          </a:p>
        </p:txBody>
      </p:sp>
      <p:sp>
        <p:nvSpPr>
          <p:cNvPr id="561464533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761808423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761547735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70k€  |  </a:t>
            </a:r>
            <a:r>
              <a:rPr lang="de-DE" sz="2400" b="1"/>
              <a:t>OPEX</a:t>
            </a:r>
            <a:r>
              <a:rPr lang="de-DE" sz="2400"/>
              <a:t>: 6k€/Welle</a:t>
            </a:r>
            <a:endParaRPr/>
          </a:p>
        </p:txBody>
      </p:sp>
      <p:sp>
        <p:nvSpPr>
          <p:cNvPr id="1289452151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981254756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49020223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085120E-8421-8787-84C6-0DD8965E13DB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007630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M5: OT/IT-Netz-Segmentierung</a:t>
            </a:r>
            <a:endParaRPr lang="en-US" sz="4000"/>
          </a:p>
        </p:txBody>
      </p:sp>
      <p:sp>
        <p:nvSpPr>
          <p:cNvPr id="246552047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Produktionsnetz vom Office-Netz trennen</a:t>
            </a:r>
            <a:endParaRPr lang="en-US"/>
          </a:p>
        </p:txBody>
      </p:sp>
      <p:sp>
        <p:nvSpPr>
          <p:cNvPr id="354469051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Baut digitale Brandmauern zwischen Büro und Produktion. Ein Angriff im Büro soll nicht die Fertigungsanlagen lahmlegen können.</a:t>
            </a:r>
            <a:endParaRPr/>
          </a:p>
        </p:txBody>
      </p:sp>
      <p:sp>
        <p:nvSpPr>
          <p:cNvPr id="1076238598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341162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Jede Produktionslinie ist einzeln abgesichert, verdächtiger Datenverkehr wird automatisch blockiert.</a:t>
            </a:r>
            <a:endParaRPr lang="en-US" sz="2400"/>
          </a:p>
        </p:txBody>
      </p:sp>
      <p:sp>
        <p:nvSpPr>
          <p:cNvPr id="643873842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489622223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+4  |  </a:t>
            </a:r>
            <a:r>
              <a:rPr lang="de-DE" sz="2400" b="1"/>
              <a:t>I</a:t>
            </a:r>
            <a:r>
              <a:rPr lang="de-DE" sz="2400"/>
              <a:t> +3  |  </a:t>
            </a:r>
            <a:r>
              <a:rPr lang="de-DE" sz="2400" b="1"/>
              <a:t>A</a:t>
            </a:r>
            <a:r>
              <a:rPr lang="de-DE" sz="2400"/>
              <a:t> +8</a:t>
            </a:r>
            <a:endParaRPr/>
          </a:p>
        </p:txBody>
      </p:sp>
      <p:sp>
        <p:nvSpPr>
          <p:cNvPr id="664649161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651934713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044334140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110k€  |  </a:t>
            </a:r>
            <a:r>
              <a:rPr lang="de-DE" sz="2400" b="1"/>
              <a:t>OPEX</a:t>
            </a:r>
            <a:r>
              <a:rPr lang="de-DE" sz="2400"/>
              <a:t>: 12k€/Welle</a:t>
            </a:r>
            <a:endParaRPr/>
          </a:p>
        </p:txBody>
      </p:sp>
      <p:sp>
        <p:nvSpPr>
          <p:cNvPr id="1886625128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86709888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67400917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A7F738F1-1508-DCEA-1D25-E0D23B029A9C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582297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M6: Security Awareness &amp; Training</a:t>
            </a:r>
            <a:endParaRPr/>
          </a:p>
        </p:txBody>
      </p:sp>
      <p:sp>
        <p:nvSpPr>
          <p:cNvPr id="1328828908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Mitarbeitende sensibilisieren, Phishing abwehren</a:t>
            </a:r>
            <a:endParaRPr lang="en-US"/>
          </a:p>
        </p:txBody>
      </p:sp>
      <p:sp>
        <p:nvSpPr>
          <p:cNvPr id="2105515745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Macht Mitarbeiter zur ersten Verteidigungslinie. Geschulte Mitarbeiter erkennen Betrugsversuche und gefährliche E-Mails, bevor Schaden entsteht.</a:t>
            </a:r>
            <a:endParaRPr/>
          </a:p>
        </p:txBody>
      </p:sp>
      <p:sp>
        <p:nvSpPr>
          <p:cNvPr id="1081249470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Einmal im Jahr eine kurze Online-Schulung zum Thema IT-Sicherheit.</a:t>
            </a:r>
            <a:endParaRPr lang="en-US" sz="2400"/>
          </a:p>
        </p:txBody>
      </p:sp>
      <p:sp>
        <p:nvSpPr>
          <p:cNvPr id="230568671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83297583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+1  |  </a:t>
            </a:r>
            <a:r>
              <a:rPr lang="de-DE" sz="2400" b="1"/>
              <a:t>A</a:t>
            </a:r>
            <a:r>
              <a:rPr lang="de-DE" sz="2400"/>
              <a:t> +1</a:t>
            </a:r>
            <a:endParaRPr/>
          </a:p>
        </p:txBody>
      </p:sp>
      <p:sp>
        <p:nvSpPr>
          <p:cNvPr id="1615607346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8688229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10k€  |  </a:t>
            </a:r>
            <a:r>
              <a:rPr lang="de-DE" sz="2400" b="1"/>
              <a:t>OPEX</a:t>
            </a:r>
            <a:r>
              <a:rPr lang="de-DE" sz="2400"/>
              <a:t>: 2k€/Welle</a:t>
            </a:r>
            <a:endParaRPr/>
          </a:p>
        </p:txBody>
      </p:sp>
      <p:sp>
        <p:nvSpPr>
          <p:cNvPr id="640137988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919375632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557485355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CB05F62-7D7E-E09A-6590-7308838C09AC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773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M6: Security Awareness &amp; Training</a:t>
            </a:r>
            <a:endParaRPr lang="en-US" sz="4000"/>
          </a:p>
        </p:txBody>
      </p:sp>
      <p:sp>
        <p:nvSpPr>
          <p:cNvPr id="1926979190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Mitarbeitende sensibilisieren, Phishing abwehren</a:t>
            </a:r>
            <a:endParaRPr lang="en-US"/>
          </a:p>
        </p:txBody>
      </p:sp>
      <p:sp>
        <p:nvSpPr>
          <p:cNvPr id="489948067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Macht Mitarbeiter zur ersten Verteidigungslinie. Geschulte Mitarbeiter erkennen Betrugsversuche und gefährliche E-Mails, bevor Schaden entsteht.</a:t>
            </a:r>
            <a:endParaRPr/>
          </a:p>
        </p:txBody>
      </p:sp>
      <p:sp>
        <p:nvSpPr>
          <p:cNvPr id="1425468818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Regelmäßige Schulungen plus Test-Phishing-Mails, um die Wachsamkeit zu prüfen.</a:t>
            </a:r>
            <a:endParaRPr lang="en-US" sz="2400"/>
          </a:p>
        </p:txBody>
      </p:sp>
      <p:sp>
        <p:nvSpPr>
          <p:cNvPr id="1759277710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784635327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+3  |  </a:t>
            </a:r>
            <a:r>
              <a:rPr lang="de-DE" sz="2400" b="1"/>
              <a:t>I</a:t>
            </a:r>
            <a:r>
              <a:rPr lang="de-DE" sz="2400"/>
              <a:t> +2  |  </a:t>
            </a:r>
            <a:r>
              <a:rPr lang="de-DE" sz="2400" b="1"/>
              <a:t>A</a:t>
            </a:r>
            <a:r>
              <a:rPr lang="de-DE" sz="2400"/>
              <a:t> +2</a:t>
            </a:r>
            <a:endParaRPr/>
          </a:p>
        </p:txBody>
      </p:sp>
      <p:sp>
        <p:nvSpPr>
          <p:cNvPr id="1467914044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713596236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07097119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24k€  |  </a:t>
            </a:r>
            <a:r>
              <a:rPr lang="de-DE" sz="2400" b="1"/>
              <a:t>OPEX</a:t>
            </a:r>
            <a:r>
              <a:rPr lang="de-DE" sz="2400"/>
              <a:t>: 6k€/Welle</a:t>
            </a:r>
            <a:endParaRPr/>
          </a:p>
        </p:txBody>
      </p:sp>
      <p:sp>
        <p:nvSpPr>
          <p:cNvPr id="38171608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226705894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766467766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FEDB34C9-E7D4-73DC-D56F-188B717C3316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951295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M6: Security Awareness &amp; Training</a:t>
            </a:r>
            <a:endParaRPr lang="en-US" sz="4000"/>
          </a:p>
        </p:txBody>
      </p:sp>
      <p:sp>
        <p:nvSpPr>
          <p:cNvPr id="811404394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Mitarbeitende sensibilisieren, Phishing abwehren</a:t>
            </a:r>
            <a:endParaRPr lang="en-US"/>
          </a:p>
        </p:txBody>
      </p:sp>
      <p:sp>
        <p:nvSpPr>
          <p:cNvPr id="2071403919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Macht Mitarbeiter zur ersten Verteidigungslinie. Geschulte Mitarbeiter erkennen Betrugsversuche und gefährliche E-Mails, bevor Schaden entsteht.</a:t>
            </a:r>
            <a:endParaRPr/>
          </a:p>
        </p:txBody>
      </p:sp>
      <p:sp>
        <p:nvSpPr>
          <p:cNvPr id="1549926053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Externe Sicherheitsexperten überwachen rund um die Uhr.</a:t>
            </a:r>
            <a:endParaRPr lang="en-US" sz="2400"/>
          </a:p>
        </p:txBody>
      </p:sp>
      <p:sp>
        <p:nvSpPr>
          <p:cNvPr id="1891322290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871419886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+5  |  </a:t>
            </a:r>
            <a:r>
              <a:rPr lang="de-DE" sz="2400" b="1"/>
              <a:t>I</a:t>
            </a:r>
            <a:r>
              <a:rPr lang="de-DE" sz="2400"/>
              <a:t> +3  |  </a:t>
            </a:r>
            <a:r>
              <a:rPr lang="de-DE" sz="2400" b="1"/>
              <a:t>A</a:t>
            </a:r>
            <a:r>
              <a:rPr lang="de-DE" sz="2400"/>
              <a:t> +3</a:t>
            </a:r>
            <a:endParaRPr/>
          </a:p>
        </p:txBody>
      </p:sp>
      <p:sp>
        <p:nvSpPr>
          <p:cNvPr id="625003870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756085751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618883752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40k€  |  </a:t>
            </a:r>
            <a:r>
              <a:rPr lang="de-DE" sz="2400" b="1"/>
              <a:t>OPEX</a:t>
            </a:r>
            <a:r>
              <a:rPr lang="de-DE" sz="2400"/>
              <a:t>: 10k€/Welle</a:t>
            </a:r>
            <a:endParaRPr/>
          </a:p>
        </p:txBody>
      </p:sp>
      <p:sp>
        <p:nvSpPr>
          <p:cNvPr id="1111297702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707542028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662534746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40BE6CD-9DB9-4A9C-F8E7-BF0E012EC36F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629695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M7: Vulnerability &amp; Patch Management</a:t>
            </a:r>
            <a:endParaRPr/>
          </a:p>
        </p:txBody>
      </p:sp>
      <p:sp>
        <p:nvSpPr>
          <p:cNvPr id="334277751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Schwachstellen schließen, Angriffsfläche reduzieren</a:t>
            </a:r>
            <a:endParaRPr lang="en-US"/>
          </a:p>
        </p:txBody>
      </p:sp>
      <p:sp>
        <p:nvSpPr>
          <p:cNvPr id="1371860413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Hält alle Systeme auf dem neuesten Stand. Sicherheitslücken werden durch Updates geschlossen, bevor Angreifer sie ausnutzen können.</a:t>
            </a:r>
            <a:endParaRPr/>
          </a:p>
        </p:txBody>
      </p:sp>
      <p:sp>
        <p:nvSpPr>
          <p:cNvPr id="1724078915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Windows-Updates laufen automatisch, Produktionssysteme werden unregelmäßig aktualisiert.</a:t>
            </a:r>
            <a:endParaRPr lang="en-US" sz="2400"/>
          </a:p>
        </p:txBody>
      </p:sp>
      <p:sp>
        <p:nvSpPr>
          <p:cNvPr id="1063303168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260429589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+3  |  </a:t>
            </a:r>
            <a:r>
              <a:rPr lang="de-DE" sz="2400" b="1"/>
              <a:t>A</a:t>
            </a:r>
            <a:r>
              <a:rPr lang="de-DE" sz="2400"/>
              <a:t> +2</a:t>
            </a:r>
            <a:endParaRPr/>
          </a:p>
        </p:txBody>
      </p:sp>
      <p:sp>
        <p:nvSpPr>
          <p:cNvPr id="1361457115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779472553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20k€  |  </a:t>
            </a:r>
            <a:r>
              <a:rPr lang="de-DE" sz="2400" b="1"/>
              <a:t>OPEX</a:t>
            </a:r>
            <a:r>
              <a:rPr lang="de-DE" sz="2400"/>
              <a:t>: 4k€/Welle</a:t>
            </a:r>
            <a:endParaRPr/>
          </a:p>
        </p:txBody>
      </p:sp>
      <p:sp>
        <p:nvSpPr>
          <p:cNvPr id="902318240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42213726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278835400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D66BA60F-9212-3318-1E18-5C116FF789CA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142727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M7: Vulnerability &amp; Patch Management</a:t>
            </a:r>
            <a:endParaRPr lang="en-US" sz="4000"/>
          </a:p>
        </p:txBody>
      </p:sp>
      <p:sp>
        <p:nvSpPr>
          <p:cNvPr id="1032326515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Schwachstellen schließen, Angriffsfläche reduzieren</a:t>
            </a:r>
            <a:endParaRPr lang="en-US"/>
          </a:p>
        </p:txBody>
      </p:sp>
      <p:sp>
        <p:nvSpPr>
          <p:cNvPr id="310462924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Hält alle Systeme auf dem neuesten Stand. Sicherheitslücken werden durch Updates geschlossen, bevor Angreifer sie ausnutzen können.</a:t>
            </a:r>
            <a:endParaRPr/>
          </a:p>
        </p:txBody>
      </p:sp>
      <p:sp>
        <p:nvSpPr>
          <p:cNvPr id="2000554216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Strukturierter monatlicher Update-Prozess, regelmäßige Suche nach Schwachstellen.</a:t>
            </a:r>
            <a:endParaRPr lang="en-US" sz="2400"/>
          </a:p>
        </p:txBody>
      </p:sp>
      <p:sp>
        <p:nvSpPr>
          <p:cNvPr id="1979157552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762950810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+4  |  </a:t>
            </a:r>
            <a:r>
              <a:rPr lang="de-DE" sz="2400" b="1"/>
              <a:t>I</a:t>
            </a:r>
            <a:r>
              <a:rPr lang="de-DE" sz="2400"/>
              <a:t> +5  |  </a:t>
            </a:r>
            <a:r>
              <a:rPr lang="de-DE" sz="2400" b="1"/>
              <a:t>A</a:t>
            </a:r>
            <a:r>
              <a:rPr lang="de-DE" sz="2400"/>
              <a:t> +3</a:t>
            </a:r>
            <a:endParaRPr/>
          </a:p>
        </p:txBody>
      </p:sp>
      <p:sp>
        <p:nvSpPr>
          <p:cNvPr id="817079024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649861049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98984636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44k€  |  </a:t>
            </a:r>
            <a:r>
              <a:rPr lang="de-DE" sz="2400" b="1"/>
              <a:t>OPEX</a:t>
            </a:r>
            <a:r>
              <a:rPr lang="de-DE" sz="2400"/>
              <a:t>: 8k€/Welle</a:t>
            </a:r>
            <a:endParaRPr/>
          </a:p>
        </p:txBody>
      </p:sp>
      <p:sp>
        <p:nvSpPr>
          <p:cNvPr id="29381848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988940622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272074458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18275128-641E-42E6-EB7A-2F09DCE4133F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769873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M7: Vulnerability &amp; Patch Management</a:t>
            </a:r>
            <a:endParaRPr lang="en-US" sz="4000"/>
          </a:p>
        </p:txBody>
      </p:sp>
      <p:sp>
        <p:nvSpPr>
          <p:cNvPr id="782459736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Schwachstellen schließen, Angriffsfläche reduzieren</a:t>
            </a:r>
            <a:endParaRPr lang="en-US"/>
          </a:p>
        </p:txBody>
      </p:sp>
      <p:sp>
        <p:nvSpPr>
          <p:cNvPr id="667992814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Hält alle Systeme auf dem neuesten Stand. Sicherheitslücken werden durch Updates geschlossen, bevor Angreifer sie ausnutzen können.</a:t>
            </a:r>
            <a:endParaRPr/>
          </a:p>
        </p:txBody>
      </p:sp>
      <p:sp>
        <p:nvSpPr>
          <p:cNvPr id="1324729964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Kritische Lücken werden priorisiert geschlossen, wöchentliche automatische Schwachstellen-Scans.</a:t>
            </a:r>
            <a:endParaRPr lang="en-US" sz="2400"/>
          </a:p>
        </p:txBody>
      </p:sp>
      <p:sp>
        <p:nvSpPr>
          <p:cNvPr id="939237544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809539059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+6  |  </a:t>
            </a:r>
            <a:r>
              <a:rPr lang="de-DE" sz="2400" b="1"/>
              <a:t>I</a:t>
            </a:r>
            <a:r>
              <a:rPr lang="de-DE" sz="2400"/>
              <a:t> +7  |  </a:t>
            </a:r>
            <a:r>
              <a:rPr lang="de-DE" sz="2400" b="1"/>
              <a:t>A</a:t>
            </a:r>
            <a:r>
              <a:rPr lang="de-DE" sz="2400"/>
              <a:t> +4</a:t>
            </a:r>
            <a:endParaRPr/>
          </a:p>
        </p:txBody>
      </p:sp>
      <p:sp>
        <p:nvSpPr>
          <p:cNvPr id="69648667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447224793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62114350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76k€  |  </a:t>
            </a:r>
            <a:r>
              <a:rPr lang="de-DE" sz="2400" b="1"/>
              <a:t>OPEX</a:t>
            </a:r>
            <a:r>
              <a:rPr lang="de-DE" sz="2400"/>
              <a:t>: 14k€/Welle</a:t>
            </a:r>
            <a:endParaRPr/>
          </a:p>
        </p:txBody>
      </p:sp>
      <p:sp>
        <p:nvSpPr>
          <p:cNvPr id="22859708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806652491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>
                <a:solidFill>
                  <a:srgbClr val="C00000"/>
                </a:solidFill>
              </a:rPr>
              <a:t>M2 min. L1</a:t>
            </a:r>
            <a:endParaRPr/>
          </a:p>
        </p:txBody>
      </p:sp>
      <p:sp>
        <p:nvSpPr>
          <p:cNvPr id="1607753862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0FFCBD9-47DF-AEF7-8FA9-D19C9A72FD1F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996869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en-US" sz="4000"/>
              <a:t>M8: Supplier Security &amp; Supply Chain</a:t>
            </a:r>
            <a:endParaRPr/>
          </a:p>
        </p:txBody>
      </p:sp>
      <p:sp>
        <p:nvSpPr>
          <p:cNvPr id="1360022951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Lieferanten-Risiken managen, Abhängigkeiten absichern</a:t>
            </a:r>
            <a:endParaRPr lang="en-US"/>
          </a:p>
        </p:txBody>
      </p:sp>
      <p:sp>
        <p:nvSpPr>
          <p:cNvPr id="1495442467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Schützt vor Risiken durch Geschäftspartner. Denn auch über einen gehackten Lieferanten können Angreifer ins Unternehmen gelangen.</a:t>
            </a:r>
            <a:endParaRPr/>
          </a:p>
        </p:txBody>
      </p:sp>
      <p:sp>
        <p:nvSpPr>
          <p:cNvPr id="1152700129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Sicherheitsanforderungen stehen im Vertrag, gelegentliche Überprüfungen.</a:t>
            </a:r>
            <a:endParaRPr lang="en-US" sz="2400"/>
          </a:p>
        </p:txBody>
      </p:sp>
      <p:sp>
        <p:nvSpPr>
          <p:cNvPr id="733452977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733343055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+1  |  </a:t>
            </a:r>
            <a:r>
              <a:rPr lang="de-DE" sz="2400" b="1"/>
              <a:t>I</a:t>
            </a:r>
            <a:r>
              <a:rPr lang="de-DE" sz="2400"/>
              <a:t> +2  |  </a:t>
            </a:r>
            <a:r>
              <a:rPr lang="de-DE" sz="2400" b="1"/>
              <a:t>A</a:t>
            </a:r>
            <a:r>
              <a:rPr lang="de-DE" sz="2400"/>
              <a:t> +2</a:t>
            </a:r>
            <a:endParaRPr/>
          </a:p>
        </p:txBody>
      </p:sp>
      <p:sp>
        <p:nvSpPr>
          <p:cNvPr id="962532147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526292784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16k€  |  </a:t>
            </a:r>
            <a:r>
              <a:rPr lang="de-DE" sz="2400" b="1"/>
              <a:t>OPEX</a:t>
            </a:r>
            <a:r>
              <a:rPr lang="de-DE" sz="2400"/>
              <a:t>: 4k€/Welle</a:t>
            </a:r>
            <a:endParaRPr/>
          </a:p>
        </p:txBody>
      </p:sp>
      <p:sp>
        <p:nvSpPr>
          <p:cNvPr id="1187270514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834979468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624532255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CFE4FCBB-5CFD-F775-737D-82F54C56F7B0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069856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en-US" sz="4000"/>
              <a:t>M8: Supplier Security &amp; Supply Chain</a:t>
            </a:r>
            <a:endParaRPr/>
          </a:p>
        </p:txBody>
      </p:sp>
      <p:sp>
        <p:nvSpPr>
          <p:cNvPr id="307356688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Lieferanten-Risiken managen, Abhängigkeiten absichern</a:t>
            </a:r>
            <a:endParaRPr lang="en-US"/>
          </a:p>
        </p:txBody>
      </p:sp>
      <p:sp>
        <p:nvSpPr>
          <p:cNvPr id="141557021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Schützt vor Risiken durch Geschäftspartner. Denn auch über einen gehackten Lieferanten können Angreifer ins Unternehmen gelangen.</a:t>
            </a:r>
            <a:endParaRPr/>
          </a:p>
        </p:txBody>
      </p:sp>
      <p:sp>
        <p:nvSpPr>
          <p:cNvPr id="1941347067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Jährliche Sicherheitsbewertung aller wichtigen Lieferanten, Überwachung der Leistungsversprechen.</a:t>
            </a:r>
            <a:endParaRPr lang="en-US" sz="2400"/>
          </a:p>
        </p:txBody>
      </p:sp>
      <p:sp>
        <p:nvSpPr>
          <p:cNvPr id="1200877731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771349476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+4  |  </a:t>
            </a:r>
            <a:r>
              <a:rPr lang="de-DE" sz="2400" b="1"/>
              <a:t>A</a:t>
            </a:r>
            <a:r>
              <a:rPr lang="de-DE" sz="2400"/>
              <a:t> +4</a:t>
            </a:r>
            <a:endParaRPr/>
          </a:p>
        </p:txBody>
      </p:sp>
      <p:sp>
        <p:nvSpPr>
          <p:cNvPr id="1917009789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242047351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055548805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36k€  |  </a:t>
            </a:r>
            <a:r>
              <a:rPr lang="de-DE" sz="2400" b="1"/>
              <a:t>OPEX</a:t>
            </a:r>
            <a:r>
              <a:rPr lang="de-DE" sz="2400"/>
              <a:t>: 8k€/Welle</a:t>
            </a:r>
            <a:endParaRPr/>
          </a:p>
        </p:txBody>
      </p:sp>
      <p:sp>
        <p:nvSpPr>
          <p:cNvPr id="855291217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452532273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211417024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17AADF7-1728-806C-D015-726D3A2AFFDE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503344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en-US" sz="4000"/>
              <a:t>M8: Supplier Security &amp; Supply Chain</a:t>
            </a:r>
            <a:endParaRPr/>
          </a:p>
        </p:txBody>
      </p:sp>
      <p:sp>
        <p:nvSpPr>
          <p:cNvPr id="1877607756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Lieferanten-Risiken managen, Abhängigkeiten absichern</a:t>
            </a:r>
            <a:endParaRPr lang="en-US"/>
          </a:p>
        </p:txBody>
      </p:sp>
      <p:sp>
        <p:nvSpPr>
          <p:cNvPr id="384139179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Schützt vor Risiken durch Geschäftspartner. Denn auch über einen gehackten Lieferanten können Angreifer ins Unternehmen gelangen.</a:t>
            </a:r>
            <a:endParaRPr/>
          </a:p>
        </p:txBody>
      </p:sp>
      <p:sp>
        <p:nvSpPr>
          <p:cNvPr id="1767438395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Kontinuierliche Überwachung, Backup-Lieferanten für kritische Teile, Schutz bei Lieferanten-Insolvenz.</a:t>
            </a:r>
            <a:endParaRPr lang="en-US" sz="2400"/>
          </a:p>
        </p:txBody>
      </p:sp>
      <p:sp>
        <p:nvSpPr>
          <p:cNvPr id="2080207944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556620415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+3  |  </a:t>
            </a:r>
            <a:r>
              <a:rPr lang="de-DE" sz="2400" b="1"/>
              <a:t>I</a:t>
            </a:r>
            <a:r>
              <a:rPr lang="de-DE" sz="2400"/>
              <a:t> +6  |  </a:t>
            </a:r>
            <a:r>
              <a:rPr lang="de-DE" sz="2400" b="1"/>
              <a:t>A</a:t>
            </a:r>
            <a:r>
              <a:rPr lang="de-DE" sz="2400"/>
              <a:t> +6</a:t>
            </a:r>
            <a:endParaRPr/>
          </a:p>
        </p:txBody>
      </p:sp>
      <p:sp>
        <p:nvSpPr>
          <p:cNvPr id="52425786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2011183773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994097933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70k€  |  </a:t>
            </a:r>
            <a:r>
              <a:rPr lang="de-DE" sz="2400" b="1"/>
              <a:t>OPEX</a:t>
            </a:r>
            <a:r>
              <a:rPr lang="de-DE" sz="2400"/>
              <a:t>: 16k€/Welle</a:t>
            </a:r>
            <a:endParaRPr/>
          </a:p>
        </p:txBody>
      </p:sp>
      <p:sp>
        <p:nvSpPr>
          <p:cNvPr id="958645810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745293330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014262909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D5A774DB-80FF-023B-D878-E4F3B6A1E4F3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897939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M9: Cloud Security (CSPM)</a:t>
            </a:r>
            <a:endParaRPr/>
          </a:p>
        </p:txBody>
      </p:sp>
      <p:sp>
        <p:nvSpPr>
          <p:cNvPr id="1244992115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Cloud-Konfigurationen überwachen &amp; absichern</a:t>
            </a:r>
            <a:endParaRPr lang="en-US"/>
          </a:p>
        </p:txBody>
      </p:sp>
      <p:sp>
        <p:nvSpPr>
          <p:cNvPr id="877753633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Sichert Daten und Dienste in der Cloud ab. Prüft automatisch, ob Cloud-Systeme sicher konfiguriert sind.</a:t>
            </a:r>
            <a:endParaRPr/>
          </a:p>
        </p:txBody>
      </p:sp>
      <p:sp>
        <p:nvSpPr>
          <p:cNvPr id="618764219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Einfache Überwachung der Cloud-Backups.</a:t>
            </a:r>
            <a:endParaRPr lang="en-US" sz="2400"/>
          </a:p>
        </p:txBody>
      </p:sp>
      <p:sp>
        <p:nvSpPr>
          <p:cNvPr id="1421815241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940328630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+2  |  </a:t>
            </a:r>
            <a:r>
              <a:rPr lang="de-DE" sz="2400" b="1"/>
              <a:t>A</a:t>
            </a:r>
            <a:r>
              <a:rPr lang="de-DE" sz="2400"/>
              <a:t> +1</a:t>
            </a:r>
            <a:endParaRPr/>
          </a:p>
        </p:txBody>
      </p:sp>
      <p:sp>
        <p:nvSpPr>
          <p:cNvPr id="1865046495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300431845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18k€  |  </a:t>
            </a:r>
            <a:r>
              <a:rPr lang="de-DE" sz="2400" b="1"/>
              <a:t>OPEX</a:t>
            </a:r>
            <a:r>
              <a:rPr lang="de-DE" sz="2400"/>
              <a:t>: 3k€/Welle</a:t>
            </a:r>
            <a:endParaRPr/>
          </a:p>
        </p:txBody>
      </p:sp>
      <p:sp>
        <p:nvSpPr>
          <p:cNvPr id="833355108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425017031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93565647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A732D6D2-329E-7606-4EB7-98489C3A0CA3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068789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M9: Cloud Security (CSPM)</a:t>
            </a:r>
            <a:endParaRPr lang="en-US" sz="4000"/>
          </a:p>
        </p:txBody>
      </p:sp>
      <p:sp>
        <p:nvSpPr>
          <p:cNvPr id="920786073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Cloud-Konfigurationen überwachen &amp; absichern</a:t>
            </a:r>
            <a:endParaRPr lang="en-US"/>
          </a:p>
        </p:txBody>
      </p:sp>
      <p:sp>
        <p:nvSpPr>
          <p:cNvPr id="136706945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Sichert Daten und Dienste in der Cloud ab. Prüft automatisch, ob Cloud-Systeme sicher konfiguriert sind.</a:t>
            </a:r>
            <a:endParaRPr/>
          </a:p>
        </p:txBody>
      </p:sp>
      <p:sp>
        <p:nvSpPr>
          <p:cNvPr id="1373049830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Automatische Prüfung ob Cloud-Einstellungen den Sicherheitsrichtlinien entsprechen.</a:t>
            </a:r>
            <a:endParaRPr lang="en-US" sz="2400"/>
          </a:p>
        </p:txBody>
      </p:sp>
      <p:sp>
        <p:nvSpPr>
          <p:cNvPr id="1028382946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688508633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+3  |  </a:t>
            </a:r>
            <a:r>
              <a:rPr lang="de-DE" sz="2400" b="1"/>
              <a:t>I</a:t>
            </a:r>
            <a:r>
              <a:rPr lang="de-DE" sz="2400"/>
              <a:t> +3  |  </a:t>
            </a:r>
            <a:r>
              <a:rPr lang="de-DE" sz="2400" b="1"/>
              <a:t>A</a:t>
            </a:r>
            <a:r>
              <a:rPr lang="de-DE" sz="2400"/>
              <a:t> +2</a:t>
            </a:r>
            <a:endParaRPr/>
          </a:p>
        </p:txBody>
      </p:sp>
      <p:sp>
        <p:nvSpPr>
          <p:cNvPr id="328456954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199129897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029221713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40k€  |  </a:t>
            </a:r>
            <a:r>
              <a:rPr lang="de-DE" sz="2400" b="1"/>
              <a:t>OPEX</a:t>
            </a:r>
            <a:r>
              <a:rPr lang="de-DE" sz="2400"/>
              <a:t>: 7k€/Welle</a:t>
            </a:r>
            <a:endParaRPr/>
          </a:p>
        </p:txBody>
      </p:sp>
      <p:sp>
        <p:nvSpPr>
          <p:cNvPr id="637123386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235387650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202375321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2BE450F2-CDF3-6E62-3B1C-1E1FA9DB9554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923887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de-DE" sz="4000"/>
              <a:t>M9: Cloud Security (CSPM)</a:t>
            </a:r>
            <a:endParaRPr lang="en-US" sz="4000"/>
          </a:p>
        </p:txBody>
      </p:sp>
      <p:sp>
        <p:nvSpPr>
          <p:cNvPr id="634397083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Cloud-Konfigurationen überwachen &amp; absichern</a:t>
            </a:r>
            <a:endParaRPr lang="en-US"/>
          </a:p>
        </p:txBody>
      </p:sp>
      <p:sp>
        <p:nvSpPr>
          <p:cNvPr id="1600645476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Sichert Daten und Dienste in der Cloud ab. Prüft automatisch, ob Cloud-Systeme sicher konfiguriert sind.</a:t>
            </a:r>
            <a:endParaRPr/>
          </a:p>
        </p:txBody>
      </p:sp>
      <p:sp>
        <p:nvSpPr>
          <p:cNvPr id="1193077726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Umfassende Sicherheit über mehrere Cloud-Anbieter, automatische Prüfung aller Cloud-Konfigurationen.</a:t>
            </a:r>
            <a:endParaRPr lang="en-US" sz="2400"/>
          </a:p>
        </p:txBody>
      </p:sp>
      <p:sp>
        <p:nvSpPr>
          <p:cNvPr id="964208215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798651834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+4  |  </a:t>
            </a:r>
            <a:r>
              <a:rPr lang="de-DE" sz="2400" b="1"/>
              <a:t>I</a:t>
            </a:r>
            <a:r>
              <a:rPr lang="de-DE" sz="2400"/>
              <a:t> +4  |  </a:t>
            </a:r>
            <a:r>
              <a:rPr lang="de-DE" sz="2400" b="1"/>
              <a:t>A</a:t>
            </a:r>
            <a:r>
              <a:rPr lang="de-DE" sz="2400"/>
              <a:t> +3</a:t>
            </a:r>
            <a:endParaRPr/>
          </a:p>
        </p:txBody>
      </p:sp>
      <p:sp>
        <p:nvSpPr>
          <p:cNvPr id="1183082697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264893260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958583562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70k€  |  </a:t>
            </a:r>
            <a:r>
              <a:rPr lang="de-DE" sz="2400" b="1"/>
              <a:t>OPEX</a:t>
            </a:r>
            <a:r>
              <a:rPr lang="de-DE" sz="2400"/>
              <a:t>: 14k€/Welle</a:t>
            </a:r>
            <a:endParaRPr/>
          </a:p>
        </p:txBody>
      </p:sp>
      <p:sp>
        <p:nvSpPr>
          <p:cNvPr id="1354243621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557445850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308261110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F256C1E-A151-9706-6369-24CF4B742D3E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958941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fr-FR" sz="4000"/>
              <a:t>M10: Mobile Device Management (MDM)</a:t>
            </a:r>
            <a:endParaRPr/>
          </a:p>
        </p:txBody>
      </p:sp>
      <p:sp>
        <p:nvSpPr>
          <p:cNvPr id="809455739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Smartphones/Tablets absichern</a:t>
            </a:r>
            <a:endParaRPr lang="en-US"/>
          </a:p>
        </p:txBody>
      </p:sp>
      <p:sp>
        <p:nvSpPr>
          <p:cNvPr id="458213147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Schützt mobile Geräte der Mitarbeiter. Verhindert Datenverlust bei Diebstahl und kontrolliert welche Apps genutzt werden dürfen.</a:t>
            </a:r>
            <a:endParaRPr/>
          </a:p>
        </p:txBody>
      </p:sp>
      <p:sp>
        <p:nvSpPr>
          <p:cNvPr id="1049553768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Protokolle werden gesammelt und 30 Tage aufbewahrt.</a:t>
            </a:r>
            <a:endParaRPr lang="en-US" sz="2400"/>
          </a:p>
        </p:txBody>
      </p:sp>
      <p:sp>
        <p:nvSpPr>
          <p:cNvPr id="1616026981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571502491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+1  |  </a:t>
            </a:r>
            <a:r>
              <a:rPr lang="de-DE" sz="2400" b="1"/>
              <a:t>I</a:t>
            </a:r>
            <a:r>
              <a:rPr lang="de-DE" sz="2400"/>
              <a:t> +1  |  </a:t>
            </a:r>
            <a:r>
              <a:rPr lang="de-DE" sz="2400" b="1"/>
              <a:t>A</a:t>
            </a:r>
            <a:r>
              <a:rPr lang="de-DE" sz="2400"/>
              <a:t> +0</a:t>
            </a:r>
            <a:endParaRPr/>
          </a:p>
        </p:txBody>
      </p:sp>
      <p:sp>
        <p:nvSpPr>
          <p:cNvPr id="450945883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779697707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12k€  |  </a:t>
            </a:r>
            <a:r>
              <a:rPr lang="de-DE" sz="2400" b="1"/>
              <a:t>OPEX</a:t>
            </a:r>
            <a:r>
              <a:rPr lang="de-DE" sz="2400"/>
              <a:t>: 2k€/Welle</a:t>
            </a:r>
            <a:endParaRPr/>
          </a:p>
        </p:txBody>
      </p:sp>
      <p:sp>
        <p:nvSpPr>
          <p:cNvPr id="1060975760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994753585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637238276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C1362B02-AD8D-9C84-DF43-3C00C61F6EA4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1 (L1)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182670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fr-FR" sz="4000"/>
              <a:t>M10: Mobile Device Management (MDM)</a:t>
            </a:r>
            <a:endParaRPr lang="en-US" sz="4000"/>
          </a:p>
        </p:txBody>
      </p:sp>
      <p:sp>
        <p:nvSpPr>
          <p:cNvPr id="698444595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Smartphones/Tablets absichern</a:t>
            </a:r>
            <a:endParaRPr lang="en-US"/>
          </a:p>
        </p:txBody>
      </p:sp>
      <p:sp>
        <p:nvSpPr>
          <p:cNvPr id="2097774521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Schützt mobile Geräte der Mitarbeiter. Verhindert Datenverlust bei Diebstahl und kontrolliert welche Apps genutzt werden dürfen.</a:t>
            </a:r>
            <a:endParaRPr/>
          </a:p>
        </p:txBody>
      </p:sp>
      <p:sp>
        <p:nvSpPr>
          <p:cNvPr id="1336203497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Zentrale Verwaltung aller Mobilgeräte, nur zugelassene Apps können installiert werden.</a:t>
            </a:r>
            <a:endParaRPr lang="en-US" sz="2400"/>
          </a:p>
        </p:txBody>
      </p:sp>
      <p:sp>
        <p:nvSpPr>
          <p:cNvPr id="1571458799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093386558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+2  |  </a:t>
            </a:r>
            <a:r>
              <a:rPr lang="de-DE" sz="2400" b="1"/>
              <a:t>I</a:t>
            </a:r>
            <a:r>
              <a:rPr lang="de-DE" sz="2400"/>
              <a:t> +2  |  </a:t>
            </a:r>
            <a:r>
              <a:rPr lang="de-DE" sz="2400" b="1"/>
              <a:t>A</a:t>
            </a:r>
            <a:r>
              <a:rPr lang="de-DE" sz="2400"/>
              <a:t> +1</a:t>
            </a:r>
            <a:endParaRPr/>
          </a:p>
        </p:txBody>
      </p:sp>
      <p:sp>
        <p:nvSpPr>
          <p:cNvPr id="1881780446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953656108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2008542297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28k€  |  </a:t>
            </a:r>
            <a:r>
              <a:rPr lang="de-DE" sz="2400" b="1"/>
              <a:t>OPEX</a:t>
            </a:r>
            <a:r>
              <a:rPr lang="de-DE" sz="2400"/>
              <a:t>: 5k€/Welle</a:t>
            </a:r>
            <a:endParaRPr/>
          </a:p>
        </p:txBody>
      </p:sp>
      <p:sp>
        <p:nvSpPr>
          <p:cNvPr id="1696255907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56300155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13665736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24B4EB0-AE40-7752-64E0-20B01A5DA22F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2 (L2)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92820" name="Title 2"/>
          <p:cNvSpPr>
            <a:spLocks noGrp="1"/>
          </p:cNvSpPr>
          <p:nvPr>
            <p:ph type="title"/>
          </p:nvPr>
        </p:nvSpPr>
        <p:spPr bwMode="auto">
          <a:xfrm>
            <a:off x="432821" y="352563"/>
            <a:ext cx="10050812" cy="615553"/>
          </a:xfrm>
        </p:spPr>
        <p:txBody>
          <a:bodyPr/>
          <a:lstStyle/>
          <a:p>
            <a:pPr>
              <a:defRPr/>
            </a:pPr>
            <a:r>
              <a:rPr lang="fr-FR" sz="4000"/>
              <a:t>M10: Mobile Device Management (MDM)</a:t>
            </a:r>
            <a:endParaRPr lang="en-US" sz="4000"/>
          </a:p>
        </p:txBody>
      </p:sp>
      <p:sp>
        <p:nvSpPr>
          <p:cNvPr id="1300555842" name="Content Placeholder 26"/>
          <p:cNvSpPr>
            <a:spLocks noGrp="1"/>
          </p:cNvSpPr>
          <p:nvPr>
            <p:ph type="body" sz="quarter" idx="13"/>
          </p:nvPr>
        </p:nvSpPr>
        <p:spPr bwMode="auto">
          <a:xfrm>
            <a:off x="432821" y="219691"/>
            <a:ext cx="10025977" cy="153888"/>
          </a:xfrm>
        </p:spPr>
        <p:txBody>
          <a:bodyPr/>
          <a:lstStyle/>
          <a:p>
            <a:pPr>
              <a:defRPr/>
            </a:pPr>
            <a:r>
              <a:rPr lang="en-US"/>
              <a:t>Maßnahme - </a:t>
            </a:r>
            <a:r>
              <a:rPr lang="de-DE"/>
              <a:t>Smartphones/Tablets absichern</a:t>
            </a:r>
            <a:endParaRPr lang="en-US"/>
          </a:p>
        </p:txBody>
      </p:sp>
      <p:sp>
        <p:nvSpPr>
          <p:cNvPr id="2075704757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586772" y="1265074"/>
            <a:ext cx="8360378" cy="1166976"/>
          </a:xfrm>
        </p:spPr>
        <p:txBody>
          <a:bodyPr anchor="t"/>
          <a:lstStyle/>
          <a:p>
            <a:pPr>
              <a:defRPr/>
            </a:pPr>
            <a:r>
              <a:rPr lang="de-DE" sz="2800"/>
              <a:t>Schützt mobile Geräte der Mitarbeiter. Verhindert Datenverlust bei Diebstahl und kontrolliert welche Apps genutzt werden dürfen.</a:t>
            </a:r>
            <a:endParaRPr/>
          </a:p>
        </p:txBody>
      </p:sp>
      <p:sp>
        <p:nvSpPr>
          <p:cNvPr id="727618838" name="Text Placeholder 8"/>
          <p:cNvSpPr>
            <a:spLocks noGrp="1"/>
          </p:cNvSpPr>
          <p:nvPr>
            <p:ph type="body" sz="quarter" idx="17"/>
          </p:nvPr>
        </p:nvSpPr>
        <p:spPr bwMode="auto">
          <a:xfrm>
            <a:off x="586772" y="3488742"/>
            <a:ext cx="5145087" cy="2200083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de-DE" sz="2400"/>
              <a:t>Einheitliche Verwaltung aller Endgeräte, aktiver Schutz vor mobilen Bedrohungen.</a:t>
            </a:r>
            <a:endParaRPr lang="en-US" sz="2400"/>
          </a:p>
        </p:txBody>
      </p:sp>
      <p:sp>
        <p:nvSpPr>
          <p:cNvPr id="862981229" name="Rechteck 12"/>
          <p:cNvSpPr/>
          <p:nvPr/>
        </p:nvSpPr>
        <p:spPr bwMode="gray">
          <a:xfrm>
            <a:off x="407987" y="1060450"/>
            <a:ext cx="11441113" cy="5313973"/>
          </a:xfrm>
          <a:prstGeom prst="roundRect">
            <a:avLst>
              <a:gd name="adj" fmla="val 6675"/>
            </a:avLst>
          </a:prstGeom>
          <a:noFill/>
          <a:ln w="9525" cap="flat" cmpd="sng" algn="ctr">
            <a:solidFill>
              <a:schemeClr val="accent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defRPr/>
            </a:pP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330553449" name="Text Placeholder 8"/>
          <p:cNvSpPr txBox="1"/>
          <p:nvPr/>
        </p:nvSpPr>
        <p:spPr bwMode="auto">
          <a:xfrm>
            <a:off x="6354168" y="4095681"/>
            <a:ext cx="4053481" cy="7089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C</a:t>
            </a:r>
            <a:r>
              <a:rPr lang="de-DE" sz="2400"/>
              <a:t> +3  |  </a:t>
            </a:r>
            <a:r>
              <a:rPr lang="de-DE" sz="2400" b="1"/>
              <a:t>I</a:t>
            </a:r>
            <a:r>
              <a:rPr lang="de-DE" sz="2400"/>
              <a:t> +3  |  </a:t>
            </a:r>
            <a:r>
              <a:rPr lang="de-DE" sz="2400" b="1"/>
              <a:t>A</a:t>
            </a:r>
            <a:r>
              <a:rPr lang="de-DE" sz="2400"/>
              <a:t> +2</a:t>
            </a:r>
            <a:endParaRPr/>
          </a:p>
        </p:txBody>
      </p:sp>
      <p:sp>
        <p:nvSpPr>
          <p:cNvPr id="278121799" name="TextBox 41"/>
          <p:cNvSpPr txBox="1"/>
          <p:nvPr/>
        </p:nvSpPr>
        <p:spPr bwMode="auto">
          <a:xfrm>
            <a:off x="6264067" y="3437960"/>
            <a:ext cx="2077813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CIA-Beitrag:</a:t>
            </a:r>
            <a:endParaRPr/>
          </a:p>
        </p:txBody>
      </p:sp>
      <p:sp>
        <p:nvSpPr>
          <p:cNvPr id="1555847072" name="Text Placeholder 8"/>
          <p:cNvSpPr txBox="1"/>
          <p:nvPr/>
        </p:nvSpPr>
        <p:spPr bwMode="auto">
          <a:xfrm>
            <a:off x="6375402" y="4843979"/>
            <a:ext cx="3258986" cy="45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84838773" name="Text Placeholder 8"/>
          <p:cNvSpPr txBox="1"/>
          <p:nvPr/>
        </p:nvSpPr>
        <p:spPr bwMode="auto">
          <a:xfrm>
            <a:off x="6354168" y="5329854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/>
              <a:t>Init</a:t>
            </a:r>
            <a:r>
              <a:rPr lang="de-DE" sz="2400"/>
              <a:t>: 50k€  |  </a:t>
            </a:r>
            <a:r>
              <a:rPr lang="de-DE" sz="2400" b="1"/>
              <a:t>OPEX</a:t>
            </a:r>
            <a:r>
              <a:rPr lang="de-DE" sz="2400"/>
              <a:t>: 10k€/Welle</a:t>
            </a:r>
            <a:endParaRPr/>
          </a:p>
        </p:txBody>
      </p:sp>
      <p:sp>
        <p:nvSpPr>
          <p:cNvPr id="707503786" name="TextBox 41"/>
          <p:cNvSpPr txBox="1"/>
          <p:nvPr/>
        </p:nvSpPr>
        <p:spPr bwMode="auto">
          <a:xfrm>
            <a:off x="6264067" y="4672132"/>
            <a:ext cx="133927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chemeClr val="accent1"/>
                </a:solidFill>
                <a:ea typeface="League Spartan"/>
                <a:cs typeface="Poppins"/>
              </a:rPr>
              <a:t>Kosten:</a:t>
            </a:r>
            <a:endParaRPr/>
          </a:p>
        </p:txBody>
      </p:sp>
      <p:sp>
        <p:nvSpPr>
          <p:cNvPr id="1112236285" name="Text Placeholder 8"/>
          <p:cNvSpPr txBox="1"/>
          <p:nvPr/>
        </p:nvSpPr>
        <p:spPr bwMode="auto">
          <a:xfrm>
            <a:off x="586772" y="5324866"/>
            <a:ext cx="4682132" cy="7089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91440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Symbol"/>
              <a:buChar char="-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de-DE" sz="2400" b="1">
                <a:solidFill>
                  <a:srgbClr val="C00000"/>
                </a:solidFill>
              </a:rPr>
              <a:t>-</a:t>
            </a:r>
            <a:endParaRPr lang="de-DE" sz="2400">
              <a:solidFill>
                <a:srgbClr val="C00000"/>
              </a:solidFill>
            </a:endParaRPr>
          </a:p>
        </p:txBody>
      </p:sp>
      <p:sp>
        <p:nvSpPr>
          <p:cNvPr id="33659047" name="TextBox 41"/>
          <p:cNvSpPr txBox="1"/>
          <p:nvPr/>
        </p:nvSpPr>
        <p:spPr bwMode="auto">
          <a:xfrm>
            <a:off x="496671" y="4667145"/>
            <a:ext cx="2760307" cy="523220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>
              <a:defRPr/>
            </a:pPr>
            <a:r>
              <a:rPr lang="en-US" sz="2800">
                <a:solidFill>
                  <a:srgbClr val="C00000"/>
                </a:solidFill>
                <a:ea typeface="League Spartan"/>
                <a:cs typeface="Poppins"/>
              </a:rPr>
              <a:t>Abhängigkeiten:</a:t>
            </a:r>
            <a:endParaRPr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7134AF7-4336-661F-C13C-BE36299D4A17}"/>
              </a:ext>
            </a:extLst>
          </p:cNvPr>
          <p:cNvSpPr/>
          <p:nvPr/>
        </p:nvSpPr>
        <p:spPr bwMode="auto">
          <a:xfrm>
            <a:off x="9158479" y="1267075"/>
            <a:ext cx="2464648" cy="91440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FFFFFF"/>
                </a:solidFill>
                <a:ea typeface="League Spartan"/>
                <a:cs typeface="Poppins"/>
              </a:rPr>
              <a:t>Level 3 (L3)</a:t>
            </a:r>
            <a:endParaRPr lang="en-US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HP">
  <a:themeElements>
    <a:clrScheme name="MHP colors">
      <a:dk1>
        <a:srgbClr val="262626"/>
      </a:dk1>
      <a:lt1>
        <a:srgbClr val="FFFFFF"/>
      </a:lt1>
      <a:dk2>
        <a:srgbClr val="575757"/>
      </a:dk2>
      <a:lt2>
        <a:srgbClr val="B0B0B0"/>
      </a:lt2>
      <a:accent1>
        <a:srgbClr val="000099"/>
      </a:accent1>
      <a:accent2>
        <a:srgbClr val="1612FF"/>
      </a:accent2>
      <a:accent3>
        <a:srgbClr val="CDD6FF"/>
      </a:accent3>
      <a:accent4>
        <a:srgbClr val="DDEF03"/>
      </a:accent4>
      <a:accent5>
        <a:srgbClr val="00CC67"/>
      </a:accent5>
      <a:accent6>
        <a:srgbClr val="575757"/>
      </a:accent6>
      <a:hlink>
        <a:srgbClr val="262626"/>
      </a:hlink>
      <a:folHlink>
        <a:srgbClr val="262626"/>
      </a:folHlink>
    </a:clrScheme>
    <a:fontScheme name="MHP fonts">
      <a:majorFont>
        <a:latin typeface="Segoe UI"/>
        <a:ea typeface="Arial"/>
        <a:cs typeface="Arial"/>
      </a:majorFont>
      <a:minorFont>
        <a:latin typeface="Segoe U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noFill/>
        <a:ln w="12700">
          <a:solidFill>
            <a:schemeClr val="tx2"/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AD236A75FEEE4D89C8DDCC17F2BFE1" ma:contentTypeVersion="18" ma:contentTypeDescription="Ein neues Dokument erstellen." ma:contentTypeScope="" ma:versionID="48aa947759bd3233cc2444d26638261d">
  <xsd:schema xmlns:xsd="http://www.w3.org/2001/XMLSchema" xmlns:xs="http://www.w3.org/2001/XMLSchema" xmlns:p="http://schemas.microsoft.com/office/2006/metadata/properties" xmlns:ns2="09f2d918-0e3a-466c-9f38-aa4613b31858" xmlns:ns3="49fdd0f7-b5e6-4db2-af4b-ed23e4d5c043" targetNamespace="http://schemas.microsoft.com/office/2006/metadata/properties" ma:root="true" ma:fieldsID="3e2c4945535a62c5b3257ee1736a203e" ns2:_="" ns3:_="">
    <xsd:import namespace="09f2d918-0e3a-466c-9f38-aa4613b31858"/>
    <xsd:import namespace="49fdd0f7-b5e6-4db2-af4b-ed23e4d5c043"/>
    <xsd:element name="properties">
      <xsd:complexType>
        <xsd:sequence>
          <xsd:element name="documentManagement">
            <xsd:complexType>
              <xsd:all>
                <xsd:element ref="ns2:Kontaktname" minOccurs="0"/>
                <xsd:element ref="ns2:AuftragsID" minOccurs="0"/>
                <xsd:element ref="ns2:RefNr" minOccurs="0"/>
                <xsd:element ref="ns2:Kontakt_x0020_E-Mai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_x00c4_nderungsdatum" minOccurs="0"/>
                <xsd:element ref="ns2:Datum" minOccurs="0"/>
                <xsd:element ref="ns2:MediaServiceLocation" minOccurs="0"/>
                <xsd:element ref="ns2:FileServer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2d918-0e3a-466c-9f38-aa4613b31858" elementFormDefault="qualified">
    <xsd:import namespace="http://schemas.microsoft.com/office/2006/documentManagement/types"/>
    <xsd:import namespace="http://schemas.microsoft.com/office/infopath/2007/PartnerControls"/>
    <xsd:element name="Kontaktname" ma:index="8" nillable="true" ma:displayName="Kontaktname" ma:default="" ma:internalName="Kontaktname" ma:readOnly="false">
      <xsd:simpleType>
        <xsd:restriction base="dms:Text">
          <xsd:maxLength value="255"/>
        </xsd:restriction>
      </xsd:simpleType>
    </xsd:element>
    <xsd:element name="AuftragsID" ma:index="9" nillable="true" ma:displayName="AuftragsID" ma:default="" ma:internalName="AuftragsID" ma:readOnly="false">
      <xsd:simpleType>
        <xsd:restriction base="dms:Text">
          <xsd:maxLength value="255"/>
        </xsd:restriction>
      </xsd:simpleType>
    </xsd:element>
    <xsd:element name="RefNr" ma:index="10" nillable="true" ma:displayName="RefNr" ma:format="Dropdown" ma:internalName="RefNr" ma:percentage="FALSE">
      <xsd:simpleType>
        <xsd:restriction base="dms:Number"/>
      </xsd:simpleType>
    </xsd:element>
    <xsd:element name="Kontakt_x0020_E-Mail" ma:index="11" nillable="true" ma:displayName="Kontakt E-Mail" ma:default="" ma:internalName="Kontakt_x0020_E_x002d_Mail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528c2ea2-57a0-4bd9-92b2-10031419a8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00c4_nderungsdatum" ma:index="26" nillable="true" ma:displayName="Änderungsdatum" ma:format="DateTime" ma:internalName="_x00c4_nderungsdatum">
      <xsd:simpleType>
        <xsd:restriction base="dms:DateTime"/>
      </xsd:simpleType>
    </xsd:element>
    <xsd:element name="Datum" ma:index="27" nillable="true" ma:displayName="Datum" ma:format="DateTime" ma:internalName="Datum">
      <xsd:simpleType>
        <xsd:restriction base="dms:DateTim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  <xsd:element name="FileServerLink" ma:index="29" nillable="true" ma:displayName="FileServerLink" ma:format="Dropdown" ma:internalName="FileServ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dd0f7-b5e6-4db2-af4b-ed23e4d5c04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e8d51961-0080-464c-bfa8-a9a50a62e845}" ma:internalName="TaxCatchAll" ma:showField="CatchAllData" ma:web="49fdd0f7-b5e6-4db2-af4b-ed23e4d5c04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9f2d918-0e3a-466c-9f38-aa4613b31858">
      <Terms xmlns="http://schemas.microsoft.com/office/infopath/2007/PartnerControls"/>
    </lcf76f155ced4ddcb4097134ff3c332f>
    <RefNr xmlns="09f2d918-0e3a-466c-9f38-aa4613b31858">81646</RefNr>
    <Kontakt_x0020_E-Mail xmlns="09f2d918-0e3a-466c-9f38-aa4613b31858">lennart.brouwer@mhp.com</Kontakt_x0020_E-Mail>
    <_x00c4_nderungsdatum xmlns="09f2d918-0e3a-466c-9f38-aa4613b31858" xsi:nil="true"/>
    <Kontaktname xmlns="09f2d918-0e3a-466c-9f38-aa4613b31858">Lennart Brouwer</Kontaktname>
    <TaxCatchAll xmlns="49fdd0f7-b5e6-4db2-af4b-ed23e4d5c043" xsi:nil="true"/>
    <AuftragsID xmlns="09f2d918-0e3a-466c-9f38-aa4613b31858">9f13ceb6-de91-ef11-8a69-7c1e5276c1c0</AuftragsID>
    <Datum xmlns="09f2d918-0e3a-466c-9f38-aa4613b31858" xsi:nil="true"/>
    <FileServerLink xmlns="09f2d918-0e3a-466c-9f38-aa4613b31858" xsi:nil="true"/>
  </documentManagement>
</p:properties>
</file>

<file path=customXml/itemProps1.xml><?xml version="1.0" encoding="utf-8"?>
<ds:datastoreItem xmlns:ds="http://schemas.openxmlformats.org/officeDocument/2006/customXml" ds:itemID="{CA9CEE26-62B3-4470-8830-97A56F89C05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8915BD6A-166C-4698-BC7C-77F6986BB7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BB501E-27C9-4499-ACE1-B77D2856412E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4.xml><?xml version="1.0" encoding="utf-8"?>
<ds:datastoreItem xmlns:ds="http://schemas.openxmlformats.org/officeDocument/2006/customXml" ds:itemID="{CF74D2F9-1920-448D-BF26-636E8C2B11BC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BC6C3043-6B45-45FF-BB49-E0008CAE40CB}">
  <ds:schemaRefs>
    <ds:schemaRef ds:uri="09f2d918-0e3a-466c-9f38-aa4613b31858"/>
    <ds:schemaRef ds:uri="49fdd0f7-b5e6-4db2-af4b-ed23e4d5c0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customXml/itemProps6.xml><?xml version="1.0" encoding="utf-8"?>
<ds:datastoreItem xmlns:ds="http://schemas.openxmlformats.org/officeDocument/2006/customXml" ds:itemID="{66D05F7B-153C-40F2-B380-DD5AF72E3089}">
  <ds:schemaRefs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49fdd0f7-b5e6-4db2-af4b-ed23e4d5c043"/>
    <ds:schemaRef ds:uri="09f2d918-0e3a-466c-9f38-aa4613b31858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2358</Words>
  <Application>Microsoft Office PowerPoint</Application>
  <PresentationFormat>Breitbild</PresentationFormat>
  <Paragraphs>360</Paragraphs>
  <Slides>30</Slides>
  <Notes>30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8" baseType="lpstr">
      <vt:lpstr>League Spartan</vt:lpstr>
      <vt:lpstr>Aptos</vt:lpstr>
      <vt:lpstr>Arial</vt:lpstr>
      <vt:lpstr>Segoe UI</vt:lpstr>
      <vt:lpstr>Symbol</vt:lpstr>
      <vt:lpstr>Wingdings</vt:lpstr>
      <vt:lpstr>MHP</vt:lpstr>
      <vt:lpstr>oleObj</vt:lpstr>
      <vt:lpstr>M1: IAM/PAM</vt:lpstr>
      <vt:lpstr>M1: IAM/PAM</vt:lpstr>
      <vt:lpstr>M1: IAM/PAM</vt:lpstr>
      <vt:lpstr>M2: Logging &amp; SIEM/MDR</vt:lpstr>
      <vt:lpstr>M2: Logging &amp; SIEM/MDR</vt:lpstr>
      <vt:lpstr>M2: Logging &amp; SIEM/MDR</vt:lpstr>
      <vt:lpstr>M3: EDR/XDR</vt:lpstr>
      <vt:lpstr>M3: EDR/XDR</vt:lpstr>
      <vt:lpstr>M3: EDR/XDR</vt:lpstr>
      <vt:lpstr>M4: Backup &amp; Disaster Recovery</vt:lpstr>
      <vt:lpstr>M4: Backup &amp; Disaster Recovery</vt:lpstr>
      <vt:lpstr>M4: Backup &amp; Disaster Recovery</vt:lpstr>
      <vt:lpstr>M5: OT/IT-Netz-Segmentierung</vt:lpstr>
      <vt:lpstr>M5: OT/IT-Netz-Segmentierung</vt:lpstr>
      <vt:lpstr>M5: OT/IT-Netz-Segmentierung</vt:lpstr>
      <vt:lpstr>M6: Security Awareness &amp; Training</vt:lpstr>
      <vt:lpstr>M6: Security Awareness &amp; Training</vt:lpstr>
      <vt:lpstr>M6: Security Awareness &amp; Training</vt:lpstr>
      <vt:lpstr>M7: Vulnerability &amp; Patch Management</vt:lpstr>
      <vt:lpstr>M7: Vulnerability &amp; Patch Management</vt:lpstr>
      <vt:lpstr>M7: Vulnerability &amp; Patch Management</vt:lpstr>
      <vt:lpstr>M8: Supplier Security &amp; Supply Chain</vt:lpstr>
      <vt:lpstr>M8: Supplier Security &amp; Supply Chain</vt:lpstr>
      <vt:lpstr>M8: Supplier Security &amp; Supply Chain</vt:lpstr>
      <vt:lpstr>M9: Cloud Security (CSPM)</vt:lpstr>
      <vt:lpstr>M9: Cloud Security (CSPM)</vt:lpstr>
      <vt:lpstr>M9: Cloud Security (CSPM)</vt:lpstr>
      <vt:lpstr>M10: Mobile Device Management (MDM)</vt:lpstr>
      <vt:lpstr>M10: Mobile Device Management (MDM)</vt:lpstr>
      <vt:lpstr>M10: Mobile Device Management (MDM)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Platzhaltertitel</dc:title>
  <dc:creator>Sophia Rybing | i-pointing</dc:creator>
  <cp:lastModifiedBy>Claudio Stanullo</cp:lastModifiedBy>
  <cp:revision>10</cp:revision>
  <dcterms:created xsi:type="dcterms:W3CDTF">2024-05-08T11:14:55Z</dcterms:created>
  <dcterms:modified xsi:type="dcterms:W3CDTF">2026-07-06T09:52:57Z</dcterms:modified>
</cp:coreProperties>
</file>