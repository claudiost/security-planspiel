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4"/>
  </p:sldMasterIdLst>
  <p:notesMasterIdLst>
    <p:notesMasterId r:id="rId3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2000" cy="6858000"/>
  <p:notesSz cx="6858000" cy="9144000"/>
  <p:custDataLst>
    <p:custData r:id="rId1"/>
    <p:custData r:id="rId2"/>
    <p:custData r:id="rId3"/>
  </p:custDataLst>
  <p:defaultTextStyle>
    <a:defPPr>
      <a:defRPr lang="de-DE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50" d="100"/>
          <a:sy n="150" d="100"/>
        </p:scale>
        <p:origin x="1212" y="132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theme" Target="theme/theme1.xml"/><Relationship Id="rId6" Type="http://schemas.openxmlformats.org/officeDocument/2006/relationships/theme" Target="theme/theme2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tableStyles" Target="tableStyles.xml"/><Relationship Id="rId40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720432" name="Kopfzeilenplatzhalt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457110868" name="Datumsplatzhalt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D9BAC601-79EC-4230-922D-8A80BCD7E733}" type="datetimeFigureOut">
              <a:rPr lang="en-CA"/>
              <a:t>2026-01-26</a:t>
            </a:fld>
            <a:endParaRPr lang="en-CA"/>
          </a:p>
        </p:txBody>
      </p:sp>
      <p:sp>
        <p:nvSpPr>
          <p:cNvPr id="1331247549" name="Folienbildplatzhalt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CA"/>
          </a:p>
        </p:txBody>
      </p:sp>
      <p:sp>
        <p:nvSpPr>
          <p:cNvPr id="1601075342" name="Notizenplatzhalt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de-DE"/>
              <a:t>Mastertextformat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en-CA"/>
          </a:p>
        </p:txBody>
      </p:sp>
      <p:sp>
        <p:nvSpPr>
          <p:cNvPr id="1906009553" name="Fußzeilenplatzhalt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962399794" name="Foliennummernplatzhalt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4446FB33-408D-4E42-9983-6C93B3CEFE46}" type="slidenum">
              <a:rPr lang="en-CA"/>
              <a:t>‹Nr.›</a:t>
            </a:fld>
            <a:endParaRPr lang="en-CA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777698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417819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743699833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1</a:t>
            </a:fld>
            <a:endParaRPr lang="en-CA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117908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137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156639984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2</a:t>
            </a:fld>
            <a:endParaRPr lang="en-CA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75105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150926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332631263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3</a:t>
            </a:fld>
            <a:endParaRPr lang="en-CA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33643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844282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771541490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4</a:t>
            </a:fld>
            <a:endParaRPr lang="en-CA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823489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870536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43137976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5</a:t>
            </a:fld>
            <a:endParaRPr lang="en-CA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868220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578114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088753754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6</a:t>
            </a:fld>
            <a:endParaRPr lang="en-CA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969815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201443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465741044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7</a:t>
            </a:fld>
            <a:endParaRPr lang="en-CA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48668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606852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382222780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8</a:t>
            </a:fld>
            <a:endParaRPr lang="en-CA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65101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690754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866201885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9</a:t>
            </a:fld>
            <a:endParaRPr lang="en-CA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31622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018864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717311240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10</a:t>
            </a:fld>
            <a:endParaRPr lang="en-CA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392837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065309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871029121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11</a:t>
            </a:fld>
            <a:endParaRPr lang="en-CA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170060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915713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52729601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12</a:t>
            </a:fld>
            <a:endParaRPr lang="en-CA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818132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481627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909501527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13</a:t>
            </a:fld>
            <a:endParaRPr lang="en-CA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641577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096638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221908628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14</a:t>
            </a:fld>
            <a:endParaRPr lang="en-CA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20315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161899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147872513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15</a:t>
            </a:fld>
            <a:endParaRPr lang="en-CA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117561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889018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834259463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16</a:t>
            </a:fld>
            <a:endParaRPr lang="en-CA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623715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777253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252611372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17</a:t>
            </a:fld>
            <a:endParaRPr lang="en-CA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820868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355643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857075088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18</a:t>
            </a:fld>
            <a:endParaRPr lang="en-CA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31340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003523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631477268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19</a:t>
            </a:fld>
            <a:endParaRPr lang="en-CA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19327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179835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2060913067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20</a:t>
            </a:fld>
            <a:endParaRPr lang="en-CA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290867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310496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705542897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21</a:t>
            </a:fld>
            <a:endParaRPr lang="en-CA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17860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889449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086456614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22</a:t>
            </a:fld>
            <a:endParaRPr lang="en-CA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7392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695285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844202894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23</a:t>
            </a:fld>
            <a:endParaRPr lang="en-CA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941316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020812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858758383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24</a:t>
            </a:fld>
            <a:endParaRPr lang="en-CA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87424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605566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889365506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25</a:t>
            </a:fld>
            <a:endParaRPr lang="en-CA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592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898808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610464877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26</a:t>
            </a:fld>
            <a:endParaRPr lang="en-CA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298720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927437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622018089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27</a:t>
            </a:fld>
            <a:endParaRPr lang="en-CA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44250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917979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2063949812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28</a:t>
            </a:fld>
            <a:endParaRPr lang="en-CA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86260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31190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249840980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29</a:t>
            </a:fld>
            <a:endParaRPr lang="en-CA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95379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902598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406489128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30</a:t>
            </a:fld>
            <a:endParaRPr lang="en-CA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Relationship Id="rId3" Type="http://schemas.openxmlformats.org/officeDocument/2006/relationships/oleObject" Target="../embeddings/oleObject2.bin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Relationship Id="rId3" Type="http://schemas.openxmlformats.org/officeDocument/2006/relationships/oleObject" Target="../embeddings/oleObject3.bin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5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5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Title_Simpl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5796780" name="Rechteck 43"/>
          <p:cNvSpPr/>
          <p:nvPr userDrawn="1"/>
        </p:nvSpPr>
        <p:spPr bwMode="white">
          <a:xfrm>
            <a:off x="1381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89804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sp>
        <p:nvSpPr>
          <p:cNvPr id="613471519" name="Titel 1"/>
          <p:cNvSpPr>
            <a:spLocks noGrp="1"/>
          </p:cNvSpPr>
          <p:nvPr>
            <p:ph type="ctrTitle" hasCustomPrompt="1"/>
          </p:nvPr>
        </p:nvSpPr>
        <p:spPr bwMode="auto">
          <a:xfrm>
            <a:off x="1524000" y="3350659"/>
            <a:ext cx="9144000" cy="553998"/>
          </a:xfrm>
        </p:spPr>
        <p:txBody>
          <a:bodyPr vert="horz" anchor="t"/>
          <a:lstStyle>
            <a:lvl1pPr algn="ctr">
              <a:defRPr sz="3600" cap="all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Add </a:t>
            </a:r>
            <a:r>
              <a:rPr lang="de-DE"/>
              <a:t>presentation</a:t>
            </a:r>
            <a:r>
              <a:rPr lang="de-DE"/>
              <a:t> </a:t>
            </a:r>
            <a:r>
              <a:rPr lang="de-DE"/>
              <a:t>titlE</a:t>
            </a:r>
            <a:endParaRPr lang="en-CA"/>
          </a:p>
        </p:txBody>
      </p:sp>
      <p:sp>
        <p:nvSpPr>
          <p:cNvPr id="1062114119" name="Untertitel 2"/>
          <p:cNvSpPr>
            <a:spLocks noGrp="1"/>
          </p:cNvSpPr>
          <p:nvPr>
            <p:ph type="subTitle" idx="1" hasCustomPrompt="1"/>
          </p:nvPr>
        </p:nvSpPr>
        <p:spPr bwMode="auto">
          <a:xfrm>
            <a:off x="1524000" y="5441245"/>
            <a:ext cx="9144000" cy="276999"/>
          </a:xfrm>
        </p:spPr>
        <p:txBody>
          <a:bodyPr>
            <a:spAutoFit/>
          </a:bodyPr>
          <a:lstStyle>
            <a:lvl1pPr marL="0" indent="0" algn="ctr">
              <a:buNone/>
              <a:defRPr sz="1800" cap="all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de-DE"/>
              <a:t>MHP Quote-</a:t>
            </a:r>
            <a:r>
              <a:rPr lang="de-DE"/>
              <a:t>No</a:t>
            </a:r>
            <a:r>
              <a:rPr lang="de-DE"/>
              <a:t>. </a:t>
            </a:r>
            <a:endParaRPr lang="en-CA"/>
          </a:p>
        </p:txBody>
      </p:sp>
      <p:grpSp>
        <p:nvGrpSpPr>
          <p:cNvPr id="292034390" name="Gruppieren 14"/>
          <p:cNvGrpSpPr/>
          <p:nvPr userDrawn="1"/>
        </p:nvGrpSpPr>
        <p:grpSpPr bwMode="black">
          <a:xfrm>
            <a:off x="5051482" y="1484313"/>
            <a:ext cx="2089038" cy="833340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8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9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0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2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3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4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5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6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7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342581431" name="Textplatzhalter 42"/>
          <p:cNvSpPr>
            <a:spLocks noGrp="1"/>
          </p:cNvSpPr>
          <p:nvPr>
            <p:ph type="body" sz="quarter" idx="10" hasCustomPrompt="1"/>
          </p:nvPr>
        </p:nvSpPr>
        <p:spPr bwMode="auto">
          <a:xfrm>
            <a:off x="5558009" y="6019840"/>
            <a:ext cx="1103602" cy="361910"/>
          </a:xfrm>
          <a:prstGeom prst="roundRect">
            <a:avLst>
              <a:gd name="adj" fmla="val 50000"/>
            </a:avLst>
          </a:prstGeom>
          <a:ln>
            <a:solidFill>
              <a:schemeClr val="bg1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ctr">
              <a:buNone/>
              <a:defRPr sz="1200" cap="all">
                <a:solidFill>
                  <a:schemeClr val="bg1"/>
                </a:solidFill>
              </a:defRPr>
            </a:lvl1pPr>
            <a:lvl2pPr marL="252000" indent="0" algn="ctr">
              <a:buNone/>
              <a:defRPr>
                <a:solidFill>
                  <a:schemeClr val="bg1"/>
                </a:solidFill>
              </a:defRPr>
            </a:lvl2pPr>
            <a:lvl3pPr marL="504000" indent="0" algn="ctr">
              <a:buNone/>
              <a:defRPr>
                <a:solidFill>
                  <a:schemeClr val="bg1"/>
                </a:solidFill>
              </a:defRPr>
            </a:lvl3pPr>
            <a:lvl4pPr marL="756000" indent="0" algn="ctr">
              <a:buNone/>
              <a:defRPr>
                <a:solidFill>
                  <a:schemeClr val="bg1"/>
                </a:solidFill>
              </a:defRPr>
            </a:lvl4pPr>
            <a:lvl5pPr marL="10080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Place, Date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Title_Client Logo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7679101" name="Rechteck 43"/>
          <p:cNvSpPr/>
          <p:nvPr userDrawn="1"/>
        </p:nvSpPr>
        <p:spPr bwMode="white"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grpSp>
        <p:nvGrpSpPr>
          <p:cNvPr id="1690958955" name="Gruppieren 14"/>
          <p:cNvGrpSpPr/>
          <p:nvPr/>
        </p:nvGrpSpPr>
        <p:grpSpPr bwMode="black">
          <a:xfrm>
            <a:off x="6678254" y="1489175"/>
            <a:ext cx="1750997" cy="698495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9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0" name="Rectangle 9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Rectangle 10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2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3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4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5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6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7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364978054" name="Text Placeholder 35"/>
          <p:cNvSpPr>
            <a:spLocks noGrp="1"/>
          </p:cNvSpPr>
          <p:nvPr>
            <p:ph type="body" sz="quarter" idx="11" hasCustomPrompt="1"/>
          </p:nvPr>
        </p:nvSpPr>
        <p:spPr bwMode="auto">
          <a:xfrm>
            <a:off x="3570471" y="1484313"/>
            <a:ext cx="1943100" cy="69840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en-CA"/>
              <a:t>Dedicated placeholder for client logo</a:t>
            </a:r>
            <a:endParaRPr/>
          </a:p>
        </p:txBody>
      </p:sp>
      <p:sp>
        <p:nvSpPr>
          <p:cNvPr id="983692951" name="Titel 1"/>
          <p:cNvSpPr>
            <a:spLocks noGrp="1"/>
          </p:cNvSpPr>
          <p:nvPr>
            <p:ph type="ctrTitle" hasCustomPrompt="1"/>
          </p:nvPr>
        </p:nvSpPr>
        <p:spPr bwMode="auto">
          <a:xfrm>
            <a:off x="1524000" y="3350659"/>
            <a:ext cx="9144000" cy="553998"/>
          </a:xfrm>
        </p:spPr>
        <p:txBody>
          <a:bodyPr vert="horz" anchor="t"/>
          <a:lstStyle>
            <a:lvl1pPr algn="ctr">
              <a:defRPr sz="3600" cap="all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Add </a:t>
            </a:r>
            <a:r>
              <a:rPr lang="de-DE"/>
              <a:t>presentation</a:t>
            </a:r>
            <a:r>
              <a:rPr lang="de-DE"/>
              <a:t> </a:t>
            </a:r>
            <a:r>
              <a:rPr lang="de-DE"/>
              <a:t>titlE</a:t>
            </a:r>
            <a:endParaRPr lang="en-CA"/>
          </a:p>
        </p:txBody>
      </p:sp>
      <p:sp>
        <p:nvSpPr>
          <p:cNvPr id="1933579298" name="Untertitel 2"/>
          <p:cNvSpPr>
            <a:spLocks noGrp="1"/>
          </p:cNvSpPr>
          <p:nvPr>
            <p:ph type="subTitle" idx="1" hasCustomPrompt="1"/>
          </p:nvPr>
        </p:nvSpPr>
        <p:spPr bwMode="auto">
          <a:xfrm>
            <a:off x="1524000" y="5441245"/>
            <a:ext cx="9144000" cy="276999"/>
          </a:xfrm>
        </p:spPr>
        <p:txBody>
          <a:bodyPr>
            <a:spAutoFit/>
          </a:bodyPr>
          <a:lstStyle>
            <a:lvl1pPr marL="0" indent="0" algn="ctr">
              <a:buNone/>
              <a:defRPr sz="1800" cap="all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de-DE"/>
              <a:t>MHP Quote-</a:t>
            </a:r>
            <a:r>
              <a:rPr lang="de-DE"/>
              <a:t>No</a:t>
            </a:r>
            <a:r>
              <a:rPr lang="de-DE"/>
              <a:t>. </a:t>
            </a:r>
            <a:endParaRPr lang="en-CA"/>
          </a:p>
        </p:txBody>
      </p:sp>
      <p:sp>
        <p:nvSpPr>
          <p:cNvPr id="867925034" name="Textplatzhalter 42"/>
          <p:cNvSpPr>
            <a:spLocks noGrp="1"/>
          </p:cNvSpPr>
          <p:nvPr>
            <p:ph type="body" sz="quarter" idx="10" hasCustomPrompt="1"/>
          </p:nvPr>
        </p:nvSpPr>
        <p:spPr bwMode="auto">
          <a:xfrm>
            <a:off x="5558009" y="6019840"/>
            <a:ext cx="1103602" cy="361910"/>
          </a:xfrm>
          <a:prstGeom prst="roundRect">
            <a:avLst>
              <a:gd name="adj" fmla="val 50000"/>
            </a:avLst>
          </a:prstGeom>
          <a:ln>
            <a:solidFill>
              <a:schemeClr val="bg1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ctr">
              <a:buNone/>
              <a:defRPr sz="1200" cap="all">
                <a:solidFill>
                  <a:schemeClr val="bg1"/>
                </a:solidFill>
              </a:defRPr>
            </a:lvl1pPr>
            <a:lvl2pPr marL="252000" indent="0" algn="ctr">
              <a:buNone/>
              <a:defRPr>
                <a:solidFill>
                  <a:schemeClr val="bg1"/>
                </a:solidFill>
              </a:defRPr>
            </a:lvl2pPr>
            <a:lvl3pPr marL="504000" indent="0" algn="ctr">
              <a:buNone/>
              <a:defRPr>
                <a:solidFill>
                  <a:schemeClr val="bg1"/>
                </a:solidFill>
              </a:defRPr>
            </a:lvl3pPr>
            <a:lvl4pPr marL="756000" indent="0" algn="ctr">
              <a:buNone/>
              <a:defRPr>
                <a:solidFill>
                  <a:schemeClr val="bg1"/>
                </a:solidFill>
              </a:defRPr>
            </a:lvl4pPr>
            <a:lvl5pPr marL="10080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Place, Date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Agenda white_2 lines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5432509" name="Rechteck 43"/>
          <p:cNvSpPr/>
          <p:nvPr userDrawn="1"/>
        </p:nvSpPr>
        <p:spPr bwMode="white"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sp>
        <p:nvSpPr>
          <p:cNvPr id="163148174" name="Rechteck 5"/>
          <p:cNvSpPr/>
          <p:nvPr userDrawn="1"/>
        </p:nvSpPr>
        <p:spPr bwMode="white">
          <a:xfrm>
            <a:off x="3207657" y="0"/>
            <a:ext cx="898434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sp>
        <p:nvSpPr>
          <p:cNvPr id="343907101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3589931" y="1484313"/>
            <a:ext cx="3490912" cy="677108"/>
          </a:xfrm>
        </p:spPr>
        <p:txBody>
          <a:bodyPr vert="horz"/>
          <a:lstStyle>
            <a:lvl1pPr>
              <a:defRPr sz="4400" cap="all"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de-DE"/>
              <a:t>Agenda</a:t>
            </a:r>
            <a:endParaRPr lang="en-CA"/>
          </a:p>
        </p:txBody>
      </p:sp>
      <p:sp>
        <p:nvSpPr>
          <p:cNvPr id="1425076364" name="Textfeld 44"/>
          <p:cNvSpPr txBox="1"/>
          <p:nvPr userDrawn="1"/>
        </p:nvSpPr>
        <p:spPr bwMode="white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sp>
        <p:nvSpPr>
          <p:cNvPr id="126074118" name="Datumsplatzhalter 2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D2713B47-FDFD-44F6-B33D-CFB4326DB920}" type="datetime1">
              <a:rPr lang="de-DE"/>
              <a:t>26.01.2026</a:t>
            </a:fld>
            <a:endParaRPr lang="en-CA"/>
          </a:p>
        </p:txBody>
      </p:sp>
      <p:sp>
        <p:nvSpPr>
          <p:cNvPr id="317573102" name="Foliennummernplatzhalter 4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766003221" name="Rechteck 6"/>
          <p:cNvSpPr/>
          <p:nvPr userDrawn="1"/>
        </p:nvSpPr>
        <p:spPr bwMode="ltGray">
          <a:xfrm>
            <a:off x="0" y="9625"/>
            <a:ext cx="3207657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grpSp>
        <p:nvGrpSpPr>
          <p:cNvPr id="905252596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4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1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2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3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4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5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6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7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8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9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0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1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356255966" name="Textplatzhalter 82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3589931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01</a:t>
            </a:r>
            <a:endParaRPr lang="en-CA"/>
          </a:p>
        </p:txBody>
      </p:sp>
      <p:sp>
        <p:nvSpPr>
          <p:cNvPr id="1503721912" name="Textplatzhalter 82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4321451" y="2591136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1</a:t>
            </a:r>
            <a:endParaRPr lang="en-CA"/>
          </a:p>
        </p:txBody>
      </p:sp>
      <p:sp>
        <p:nvSpPr>
          <p:cNvPr id="1260756561" name="Textplatzhalter 82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4321451" y="2938873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1965920992" name="Textplatzhalter 82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3589931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02</a:t>
            </a:r>
            <a:endParaRPr lang="en-CA"/>
          </a:p>
        </p:txBody>
      </p:sp>
      <p:sp>
        <p:nvSpPr>
          <p:cNvPr id="1007483075" name="Textplatzhalter 82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4321451" y="3572059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2</a:t>
            </a:r>
            <a:endParaRPr lang="en-CA"/>
          </a:p>
        </p:txBody>
      </p:sp>
      <p:sp>
        <p:nvSpPr>
          <p:cNvPr id="1443134077" name="Textplatzhalter 82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4321451" y="3919795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/>
              <a:buNone/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567211371" name="Textplatzhalter 82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3589931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03</a:t>
            </a:r>
            <a:endParaRPr lang="en-CA"/>
          </a:p>
        </p:txBody>
      </p:sp>
      <p:sp>
        <p:nvSpPr>
          <p:cNvPr id="1116396088" name="Textplatzhalter 82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4321451" y="4552982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3</a:t>
            </a:r>
            <a:endParaRPr lang="en-CA"/>
          </a:p>
        </p:txBody>
      </p:sp>
      <p:sp>
        <p:nvSpPr>
          <p:cNvPr id="462739465" name="Textplatzhalter 82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4321451" y="4900719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/>
              <a:buNone/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428613710" name="Textplatzhalter 82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3589931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04</a:t>
            </a:r>
            <a:endParaRPr lang="en-CA"/>
          </a:p>
        </p:txBody>
      </p:sp>
      <p:sp>
        <p:nvSpPr>
          <p:cNvPr id="1477475992" name="Textplatzhalter 82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4321451" y="5533905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4</a:t>
            </a:r>
            <a:endParaRPr lang="en-CA"/>
          </a:p>
        </p:txBody>
      </p:sp>
      <p:sp>
        <p:nvSpPr>
          <p:cNvPr id="1862718251" name="Textplatzhalter 82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4321451" y="5881642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/>
              <a:buNone/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1630564920" name="Textplatzhalter 82"/>
          <p:cNvSpPr>
            <a:spLocks noGrp="1"/>
          </p:cNvSpPr>
          <p:nvPr>
            <p:ph type="body" sz="quarter" idx="63" hasCustomPrompt="1"/>
          </p:nvPr>
        </p:nvSpPr>
        <p:spPr bwMode="auto">
          <a:xfrm>
            <a:off x="7812495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05</a:t>
            </a:r>
            <a:endParaRPr lang="en-CA"/>
          </a:p>
        </p:txBody>
      </p:sp>
      <p:sp>
        <p:nvSpPr>
          <p:cNvPr id="490394604" name="Textplatzhalter 82"/>
          <p:cNvSpPr>
            <a:spLocks noGrp="1"/>
          </p:cNvSpPr>
          <p:nvPr>
            <p:ph type="body" sz="quarter" idx="55" hasCustomPrompt="1"/>
          </p:nvPr>
        </p:nvSpPr>
        <p:spPr bwMode="auto">
          <a:xfrm>
            <a:off x="8544015" y="2591136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5</a:t>
            </a:r>
            <a:endParaRPr lang="en-CA"/>
          </a:p>
        </p:txBody>
      </p:sp>
      <p:sp>
        <p:nvSpPr>
          <p:cNvPr id="831708587" name="Textplatzhalter 82"/>
          <p:cNvSpPr>
            <a:spLocks noGrp="1"/>
          </p:cNvSpPr>
          <p:nvPr>
            <p:ph type="body" sz="quarter" idx="56" hasCustomPrompt="1"/>
          </p:nvPr>
        </p:nvSpPr>
        <p:spPr bwMode="auto">
          <a:xfrm>
            <a:off x="8544015" y="2938873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/>
              <a:buNone/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1239787403" name="Textplatzhalter 82"/>
          <p:cNvSpPr>
            <a:spLocks noGrp="1"/>
          </p:cNvSpPr>
          <p:nvPr>
            <p:ph type="body" sz="quarter" idx="64" hasCustomPrompt="1"/>
          </p:nvPr>
        </p:nvSpPr>
        <p:spPr bwMode="auto">
          <a:xfrm>
            <a:off x="7812495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06</a:t>
            </a:r>
            <a:endParaRPr lang="en-CA"/>
          </a:p>
        </p:txBody>
      </p:sp>
      <p:sp>
        <p:nvSpPr>
          <p:cNvPr id="641254518" name="Textplatzhalter 82"/>
          <p:cNvSpPr>
            <a:spLocks noGrp="1"/>
          </p:cNvSpPr>
          <p:nvPr>
            <p:ph type="body" sz="quarter" idx="57" hasCustomPrompt="1"/>
          </p:nvPr>
        </p:nvSpPr>
        <p:spPr bwMode="auto">
          <a:xfrm>
            <a:off x="8544015" y="3572059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6</a:t>
            </a:r>
            <a:endParaRPr lang="en-CA"/>
          </a:p>
        </p:txBody>
      </p:sp>
      <p:sp>
        <p:nvSpPr>
          <p:cNvPr id="1637774811" name="Textplatzhalter 82"/>
          <p:cNvSpPr>
            <a:spLocks noGrp="1"/>
          </p:cNvSpPr>
          <p:nvPr>
            <p:ph type="body" sz="quarter" idx="58" hasCustomPrompt="1"/>
          </p:nvPr>
        </p:nvSpPr>
        <p:spPr bwMode="auto">
          <a:xfrm>
            <a:off x="8544015" y="3919795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/>
              <a:buNone/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1214588491" name="Textplatzhalter 82"/>
          <p:cNvSpPr>
            <a:spLocks noGrp="1"/>
          </p:cNvSpPr>
          <p:nvPr>
            <p:ph type="body" sz="quarter" idx="65" hasCustomPrompt="1"/>
          </p:nvPr>
        </p:nvSpPr>
        <p:spPr bwMode="auto">
          <a:xfrm>
            <a:off x="7812495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07</a:t>
            </a:r>
            <a:endParaRPr lang="en-CA"/>
          </a:p>
        </p:txBody>
      </p:sp>
      <p:sp>
        <p:nvSpPr>
          <p:cNvPr id="1600501273" name="Textplatzhalter 82"/>
          <p:cNvSpPr>
            <a:spLocks noGrp="1"/>
          </p:cNvSpPr>
          <p:nvPr>
            <p:ph type="body" sz="quarter" idx="59" hasCustomPrompt="1"/>
          </p:nvPr>
        </p:nvSpPr>
        <p:spPr bwMode="auto">
          <a:xfrm>
            <a:off x="8544015" y="4552982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7</a:t>
            </a:r>
            <a:endParaRPr lang="en-CA"/>
          </a:p>
        </p:txBody>
      </p:sp>
      <p:sp>
        <p:nvSpPr>
          <p:cNvPr id="952895333" name="Textplatzhalter 82"/>
          <p:cNvSpPr>
            <a:spLocks noGrp="1"/>
          </p:cNvSpPr>
          <p:nvPr>
            <p:ph type="body" sz="quarter" idx="60" hasCustomPrompt="1"/>
          </p:nvPr>
        </p:nvSpPr>
        <p:spPr bwMode="auto">
          <a:xfrm>
            <a:off x="8544015" y="4900719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/>
              <a:buNone/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755430650" name="Textplatzhalter 82"/>
          <p:cNvSpPr>
            <a:spLocks noGrp="1"/>
          </p:cNvSpPr>
          <p:nvPr>
            <p:ph type="body" sz="quarter" idx="66" hasCustomPrompt="1"/>
          </p:nvPr>
        </p:nvSpPr>
        <p:spPr bwMode="auto">
          <a:xfrm>
            <a:off x="7812495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08</a:t>
            </a:r>
            <a:endParaRPr lang="en-CA"/>
          </a:p>
        </p:txBody>
      </p:sp>
      <p:sp>
        <p:nvSpPr>
          <p:cNvPr id="1189480179" name="Textplatzhalter 82"/>
          <p:cNvSpPr>
            <a:spLocks noGrp="1"/>
          </p:cNvSpPr>
          <p:nvPr>
            <p:ph type="body" sz="quarter" idx="61" hasCustomPrompt="1"/>
          </p:nvPr>
        </p:nvSpPr>
        <p:spPr bwMode="auto">
          <a:xfrm>
            <a:off x="8544015" y="5533905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8</a:t>
            </a:r>
            <a:endParaRPr lang="en-CA"/>
          </a:p>
        </p:txBody>
      </p:sp>
      <p:sp>
        <p:nvSpPr>
          <p:cNvPr id="664743280" name="Textplatzhalter 82"/>
          <p:cNvSpPr>
            <a:spLocks noGrp="1"/>
          </p:cNvSpPr>
          <p:nvPr>
            <p:ph type="body" sz="quarter" idx="62" hasCustomPrompt="1"/>
          </p:nvPr>
        </p:nvSpPr>
        <p:spPr bwMode="auto">
          <a:xfrm>
            <a:off x="8544015" y="5881642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/>
              <a:buNone/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Agenda white_single lin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7072562" name="Rechteck 43"/>
          <p:cNvSpPr/>
          <p:nvPr userDrawn="1"/>
        </p:nvSpPr>
        <p:spPr bwMode="white"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sp>
        <p:nvSpPr>
          <p:cNvPr id="1853831470" name="Rechteck 5"/>
          <p:cNvSpPr/>
          <p:nvPr userDrawn="1"/>
        </p:nvSpPr>
        <p:spPr bwMode="white">
          <a:xfrm>
            <a:off x="3207657" y="0"/>
            <a:ext cx="898434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sp>
        <p:nvSpPr>
          <p:cNvPr id="262783061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3589931" y="1484313"/>
            <a:ext cx="3490912" cy="677108"/>
          </a:xfrm>
        </p:spPr>
        <p:txBody>
          <a:bodyPr vert="horz"/>
          <a:lstStyle>
            <a:lvl1pPr>
              <a:defRPr sz="4400" cap="all"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de-DE"/>
              <a:t>Agenda</a:t>
            </a:r>
            <a:endParaRPr lang="en-CA"/>
          </a:p>
        </p:txBody>
      </p:sp>
      <p:sp>
        <p:nvSpPr>
          <p:cNvPr id="950622792" name="Datumsplatzhalter 2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D2713B47-FDFD-44F6-B33D-CFB4326DB920}" type="datetime1">
              <a:rPr lang="de-DE"/>
              <a:t>26.01.2026</a:t>
            </a:fld>
            <a:endParaRPr lang="en-CA"/>
          </a:p>
        </p:txBody>
      </p:sp>
      <p:sp>
        <p:nvSpPr>
          <p:cNvPr id="193054654" name="Foliennummernplatzhalter 4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743908474" name="Textplatzhalter 82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3589931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01</a:t>
            </a:r>
            <a:endParaRPr lang="en-CA"/>
          </a:p>
        </p:txBody>
      </p:sp>
      <p:sp>
        <p:nvSpPr>
          <p:cNvPr id="210822964" name="Textplatzhalter 82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321451" y="266790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1</a:t>
            </a:r>
            <a:endParaRPr lang="en-CA"/>
          </a:p>
        </p:txBody>
      </p:sp>
      <p:sp>
        <p:nvSpPr>
          <p:cNvPr id="1331990174" name="Textplatzhalter 82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3589931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02</a:t>
            </a:r>
            <a:endParaRPr lang="en-CA"/>
          </a:p>
        </p:txBody>
      </p:sp>
      <p:sp>
        <p:nvSpPr>
          <p:cNvPr id="853916017" name="Textplatzhalter 82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4321451" y="364002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2</a:t>
            </a:r>
            <a:endParaRPr lang="en-CA"/>
          </a:p>
        </p:txBody>
      </p:sp>
      <p:sp>
        <p:nvSpPr>
          <p:cNvPr id="1089007278" name="Textplatzhalter 82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3589931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03</a:t>
            </a:r>
            <a:endParaRPr lang="en-CA"/>
          </a:p>
        </p:txBody>
      </p:sp>
      <p:sp>
        <p:nvSpPr>
          <p:cNvPr id="1682096856" name="Textplatzhalter 82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4321451" y="461214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3</a:t>
            </a:r>
            <a:endParaRPr lang="en-CA"/>
          </a:p>
        </p:txBody>
      </p:sp>
      <p:sp>
        <p:nvSpPr>
          <p:cNvPr id="92170597" name="Textplatzhalter 82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3589931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04</a:t>
            </a:r>
            <a:endParaRPr lang="en-CA"/>
          </a:p>
        </p:txBody>
      </p:sp>
      <p:sp>
        <p:nvSpPr>
          <p:cNvPr id="527365146" name="Textplatzhalter 82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321451" y="5584262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4</a:t>
            </a:r>
            <a:endParaRPr lang="en-CA"/>
          </a:p>
        </p:txBody>
      </p:sp>
      <p:sp>
        <p:nvSpPr>
          <p:cNvPr id="1015333847" name="Textplatzhalter 82"/>
          <p:cNvSpPr>
            <a:spLocks noGrp="1"/>
          </p:cNvSpPr>
          <p:nvPr>
            <p:ph type="body" sz="quarter" idx="63" hasCustomPrompt="1"/>
          </p:nvPr>
        </p:nvSpPr>
        <p:spPr bwMode="auto">
          <a:xfrm>
            <a:off x="7812495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05</a:t>
            </a:r>
            <a:endParaRPr lang="en-CA"/>
          </a:p>
        </p:txBody>
      </p:sp>
      <p:sp>
        <p:nvSpPr>
          <p:cNvPr id="852450646" name="Textplatzhalter 82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8544013" y="266790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1</a:t>
            </a:r>
            <a:endParaRPr lang="en-CA"/>
          </a:p>
        </p:txBody>
      </p:sp>
      <p:sp>
        <p:nvSpPr>
          <p:cNvPr id="656983922" name="Textplatzhalter 82"/>
          <p:cNvSpPr>
            <a:spLocks noGrp="1"/>
          </p:cNvSpPr>
          <p:nvPr>
            <p:ph type="body" sz="quarter" idx="64" hasCustomPrompt="1"/>
          </p:nvPr>
        </p:nvSpPr>
        <p:spPr bwMode="auto">
          <a:xfrm>
            <a:off x="7812495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06</a:t>
            </a:r>
            <a:endParaRPr lang="en-CA"/>
          </a:p>
        </p:txBody>
      </p:sp>
      <p:sp>
        <p:nvSpPr>
          <p:cNvPr id="1330816295" name="Textplatzhalter 82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8544013" y="364002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1</a:t>
            </a:r>
            <a:endParaRPr lang="en-CA"/>
          </a:p>
        </p:txBody>
      </p:sp>
      <p:sp>
        <p:nvSpPr>
          <p:cNvPr id="792675069" name="Textplatzhalter 82"/>
          <p:cNvSpPr>
            <a:spLocks noGrp="1"/>
          </p:cNvSpPr>
          <p:nvPr>
            <p:ph type="body" sz="quarter" idx="65" hasCustomPrompt="1"/>
          </p:nvPr>
        </p:nvSpPr>
        <p:spPr bwMode="auto">
          <a:xfrm>
            <a:off x="7812495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07</a:t>
            </a:r>
            <a:endParaRPr lang="en-CA"/>
          </a:p>
        </p:txBody>
      </p:sp>
      <p:sp>
        <p:nvSpPr>
          <p:cNvPr id="753708119" name="Textplatzhalter 82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8544013" y="461214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1</a:t>
            </a:r>
            <a:endParaRPr lang="en-CA"/>
          </a:p>
        </p:txBody>
      </p:sp>
      <p:sp>
        <p:nvSpPr>
          <p:cNvPr id="832074219" name="Textplatzhalter 82"/>
          <p:cNvSpPr>
            <a:spLocks noGrp="1"/>
          </p:cNvSpPr>
          <p:nvPr>
            <p:ph type="body" sz="quarter" idx="66" hasCustomPrompt="1"/>
          </p:nvPr>
        </p:nvSpPr>
        <p:spPr bwMode="auto">
          <a:xfrm>
            <a:off x="7812495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08</a:t>
            </a:r>
            <a:endParaRPr lang="en-CA"/>
          </a:p>
        </p:txBody>
      </p:sp>
      <p:sp>
        <p:nvSpPr>
          <p:cNvPr id="894307417" name="Textplatzhalter 82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8544013" y="5584262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1</a:t>
            </a:r>
            <a:endParaRPr lang="en-CA"/>
          </a:p>
        </p:txBody>
      </p:sp>
      <p:sp>
        <p:nvSpPr>
          <p:cNvPr id="1919457081" name="Textfeld 44"/>
          <p:cNvSpPr txBox="1"/>
          <p:nvPr userDrawn="1"/>
        </p:nvSpPr>
        <p:spPr bwMode="white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sp>
        <p:nvSpPr>
          <p:cNvPr id="1092466641" name="Rechteck 6"/>
          <p:cNvSpPr/>
          <p:nvPr userDrawn="1"/>
        </p:nvSpPr>
        <p:spPr bwMode="ltGray">
          <a:xfrm>
            <a:off x="0" y="0"/>
            <a:ext cx="3207657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grpSp>
        <p:nvGrpSpPr>
          <p:cNvPr id="1019773929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4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1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2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3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4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5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6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7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8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9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0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1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Agenda blue_2 lines 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2508086" name="Rechteck 56"/>
          <p:cNvSpPr/>
          <p:nvPr userDrawn="1"/>
        </p:nvSpPr>
        <p:spPr bwMode="white">
          <a:xfrm>
            <a:off x="0" y="0"/>
            <a:ext cx="12192000" cy="6857999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sp>
        <p:nvSpPr>
          <p:cNvPr id="433793752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1484313"/>
            <a:ext cx="3490912" cy="677108"/>
          </a:xfrm>
        </p:spPr>
        <p:txBody>
          <a:bodyPr vert="horz"/>
          <a:lstStyle>
            <a:lvl1pPr>
              <a:defRPr sz="4400" cap="all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Agenda</a:t>
            </a:r>
            <a:endParaRPr lang="en-CA"/>
          </a:p>
        </p:txBody>
      </p:sp>
      <p:sp>
        <p:nvSpPr>
          <p:cNvPr id="253532936" name="Datumsplatzhalter 2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9A226954-6933-4634-9F99-3CCD2EC48874}" type="datetime1">
              <a:rPr lang="de-DE"/>
              <a:t>26.01.2026</a:t>
            </a:fld>
            <a:endParaRPr lang="en-CA"/>
          </a:p>
        </p:txBody>
      </p:sp>
      <p:sp>
        <p:nvSpPr>
          <p:cNvPr id="1675598780" name="Foliennummernplatzhalter 4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831894085" name="Textplatzhalter 82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4655820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01</a:t>
            </a:r>
            <a:endParaRPr lang="en-CA"/>
          </a:p>
        </p:txBody>
      </p:sp>
      <p:sp>
        <p:nvSpPr>
          <p:cNvPr id="1682344419" name="Textplatzhalter 82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5387340" y="2591136"/>
            <a:ext cx="6401434" cy="276999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1</a:t>
            </a:r>
            <a:endParaRPr lang="en-CA"/>
          </a:p>
        </p:txBody>
      </p:sp>
      <p:sp>
        <p:nvSpPr>
          <p:cNvPr id="571174586" name="Textplatzhalter 82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5387340" y="2938873"/>
            <a:ext cx="6401434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726780015" name="Textplatzhalter 82"/>
          <p:cNvSpPr>
            <a:spLocks noGrp="1"/>
          </p:cNvSpPr>
          <p:nvPr>
            <p:ph type="body" sz="quarter" idx="16" hasCustomPrompt="1"/>
          </p:nvPr>
        </p:nvSpPr>
        <p:spPr bwMode="auto">
          <a:xfrm>
            <a:off x="4655820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02</a:t>
            </a:r>
            <a:endParaRPr lang="en-CA"/>
          </a:p>
        </p:txBody>
      </p:sp>
      <p:sp>
        <p:nvSpPr>
          <p:cNvPr id="1608994544" name="Textplatzhalter 82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5387340" y="3572059"/>
            <a:ext cx="6401434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2</a:t>
            </a:r>
            <a:endParaRPr lang="en-CA"/>
          </a:p>
        </p:txBody>
      </p:sp>
      <p:sp>
        <p:nvSpPr>
          <p:cNvPr id="64340963" name="Textplatzhalter 82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5387340" y="3919795"/>
            <a:ext cx="6401434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1619350551" name="Textfeld 7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400995590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9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0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2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3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4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5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6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339047121" name="Textplatzhalter 82"/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655820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03</a:t>
            </a:r>
            <a:endParaRPr lang="en-CA"/>
          </a:p>
        </p:txBody>
      </p:sp>
      <p:sp>
        <p:nvSpPr>
          <p:cNvPr id="1058971812" name="Textplatzhalter 82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5387340" y="4552982"/>
            <a:ext cx="6401434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3</a:t>
            </a:r>
            <a:endParaRPr lang="en-CA"/>
          </a:p>
        </p:txBody>
      </p:sp>
      <p:sp>
        <p:nvSpPr>
          <p:cNvPr id="2020780968" name="Textplatzhalter 82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5387340" y="4900719"/>
            <a:ext cx="6401434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1177711203" name="Textplatzhalter 8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655820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04</a:t>
            </a:r>
            <a:endParaRPr lang="en-CA"/>
          </a:p>
        </p:txBody>
      </p:sp>
      <p:sp>
        <p:nvSpPr>
          <p:cNvPr id="518784235" name="Textplatzhalter 82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5387340" y="5533905"/>
            <a:ext cx="6401434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4</a:t>
            </a:r>
            <a:endParaRPr lang="en-CA"/>
          </a:p>
        </p:txBody>
      </p:sp>
      <p:sp>
        <p:nvSpPr>
          <p:cNvPr id="690081298" name="Textplatzhalter 82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5387340" y="5881642"/>
            <a:ext cx="6401434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Details (</a:t>
            </a:r>
            <a:r>
              <a:rPr lang="de-DE"/>
              <a:t>presenter</a:t>
            </a:r>
            <a:r>
              <a:rPr lang="de-DE"/>
              <a:t> / </a:t>
            </a:r>
            <a:r>
              <a:rPr lang="de-DE"/>
              <a:t>schedule</a:t>
            </a:r>
            <a:r>
              <a:rPr lang="de-DE"/>
              <a:t>)</a:t>
            </a:r>
            <a:endParaRPr lang="en-CA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Agenda blue_single lin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5788232" name="Rechteck 56"/>
          <p:cNvSpPr/>
          <p:nvPr userDrawn="1"/>
        </p:nvSpPr>
        <p:spPr bwMode="white">
          <a:xfrm>
            <a:off x="0" y="0"/>
            <a:ext cx="12192000" cy="6857999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sp>
        <p:nvSpPr>
          <p:cNvPr id="1364403386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1484313"/>
            <a:ext cx="3490912" cy="677108"/>
          </a:xfrm>
        </p:spPr>
        <p:txBody>
          <a:bodyPr vert="horz"/>
          <a:lstStyle>
            <a:lvl1pPr>
              <a:defRPr sz="4400" cap="all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Agenda</a:t>
            </a:r>
            <a:endParaRPr lang="en-CA"/>
          </a:p>
        </p:txBody>
      </p:sp>
      <p:sp>
        <p:nvSpPr>
          <p:cNvPr id="1943721897" name="Textplatzhalter 82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4655820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01</a:t>
            </a:r>
            <a:endParaRPr lang="en-CA"/>
          </a:p>
        </p:txBody>
      </p:sp>
      <p:sp>
        <p:nvSpPr>
          <p:cNvPr id="1390354031" name="Textplatzhalter 82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5387340" y="2661076"/>
            <a:ext cx="6401434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1</a:t>
            </a:r>
            <a:endParaRPr lang="en-CA"/>
          </a:p>
        </p:txBody>
      </p:sp>
      <p:sp>
        <p:nvSpPr>
          <p:cNvPr id="1156171949" name="Datumsplatzhalter 2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9A226954-6933-4634-9F99-3CCD2EC48874}" type="datetime1">
              <a:rPr lang="de-DE"/>
              <a:t>26.01.2026</a:t>
            </a:fld>
            <a:endParaRPr lang="en-CA"/>
          </a:p>
        </p:txBody>
      </p:sp>
      <p:sp>
        <p:nvSpPr>
          <p:cNvPr id="1766593543" name="Foliennummernplatzhalter 4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39079808" name="Textplatzhalter 82"/>
          <p:cNvSpPr>
            <a:spLocks noGrp="1"/>
          </p:cNvSpPr>
          <p:nvPr>
            <p:ph type="body" sz="quarter" idx="16" hasCustomPrompt="1"/>
          </p:nvPr>
        </p:nvSpPr>
        <p:spPr bwMode="auto">
          <a:xfrm>
            <a:off x="4655820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02</a:t>
            </a:r>
            <a:endParaRPr lang="en-CA"/>
          </a:p>
        </p:txBody>
      </p:sp>
      <p:sp>
        <p:nvSpPr>
          <p:cNvPr id="794435773" name="Textplatzhalter 82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5387340" y="3633805"/>
            <a:ext cx="6401434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2</a:t>
            </a:r>
            <a:endParaRPr lang="en-CA"/>
          </a:p>
        </p:txBody>
      </p:sp>
      <p:sp>
        <p:nvSpPr>
          <p:cNvPr id="1385781214" name="Textplatzhalter 82"/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655820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03</a:t>
            </a:r>
            <a:endParaRPr lang="en-CA"/>
          </a:p>
        </p:txBody>
      </p:sp>
      <p:sp>
        <p:nvSpPr>
          <p:cNvPr id="411932475" name="Textplatzhalter 82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5387340" y="4606534"/>
            <a:ext cx="6401434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3</a:t>
            </a:r>
            <a:endParaRPr lang="en-CA"/>
          </a:p>
        </p:txBody>
      </p:sp>
      <p:sp>
        <p:nvSpPr>
          <p:cNvPr id="1710955872" name="Textplatzhalter 8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655820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04</a:t>
            </a:r>
            <a:endParaRPr lang="en-CA"/>
          </a:p>
        </p:txBody>
      </p:sp>
      <p:sp>
        <p:nvSpPr>
          <p:cNvPr id="952963605" name="Textplatzhalter 82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387340" y="5579263"/>
            <a:ext cx="6401434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4</a:t>
            </a:r>
            <a:endParaRPr lang="en-CA"/>
          </a:p>
        </p:txBody>
      </p:sp>
      <p:sp>
        <p:nvSpPr>
          <p:cNvPr id="201909944" name="Textfeld 7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304753074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9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0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2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3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4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5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6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Chapter &amp; image white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8916769" name="Bildplatzhalter 39"/>
          <p:cNvSpPr>
            <a:spLocks noGrp="1"/>
          </p:cNvSpPr>
          <p:nvPr>
            <p:ph type="pic" sz="quarter" idx="13"/>
          </p:nvPr>
        </p:nvSpPr>
        <p:spPr bwMode="auto">
          <a:xfrm>
            <a:off x="0" y="0"/>
            <a:ext cx="4267200" cy="6858000"/>
          </a:xfrm>
          <a:prstGeom prst="rect">
            <a:avLst/>
          </a:prstGeom>
          <a:solidFill>
            <a:schemeClr val="bg2"/>
          </a:solidFill>
        </p:spPr>
        <p:txBody>
          <a:bodyPr lIns="144000" tIns="144000" rIns="144000" bIns="144000"/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647208661" name="Textplatzhalter 2"/>
          <p:cNvSpPr>
            <a:spLocks noGrp="1"/>
          </p:cNvSpPr>
          <p:nvPr>
            <p:ph type="body" idx="1" hasCustomPrompt="1"/>
          </p:nvPr>
        </p:nvSpPr>
        <p:spPr bwMode="auto">
          <a:xfrm>
            <a:off x="4655820" y="2123554"/>
            <a:ext cx="1130366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solidFill>
              <a:schemeClr val="tx1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de-DE"/>
              <a:t>Chapter 00</a:t>
            </a:r>
            <a:endParaRPr/>
          </a:p>
        </p:txBody>
      </p:sp>
      <p:sp>
        <p:nvSpPr>
          <p:cNvPr id="938655727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655819" y="3004537"/>
            <a:ext cx="7128193" cy="738664"/>
          </a:xfrm>
        </p:spPr>
        <p:txBody>
          <a:bodyPr vert="horz" anchor="ctr"/>
          <a:lstStyle>
            <a:lvl1pPr>
              <a:defRPr sz="4800"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de-DE"/>
              <a:t>Chapter title</a:t>
            </a:r>
            <a:endParaRPr lang="en-CA"/>
          </a:p>
        </p:txBody>
      </p:sp>
      <p:sp>
        <p:nvSpPr>
          <p:cNvPr id="338201935" name="Textplatzhalter 7"/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4656138" y="4218995"/>
            <a:ext cx="7127875" cy="276999"/>
          </a:xfrm>
        </p:spPr>
        <p:txBody>
          <a:bodyPr>
            <a:sp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>
              <a:defRPr/>
            </a:pPr>
            <a:r>
              <a:rPr lang="de-DE"/>
              <a:t>Subtitle</a:t>
            </a:r>
            <a:endParaRPr lang="en-CA"/>
          </a:p>
        </p:txBody>
      </p:sp>
      <p:sp>
        <p:nvSpPr>
          <p:cNvPr id="355607502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035CBF7A-EE0B-4631-A87E-2CBB37A3E089}" type="datetime1">
              <a:rPr lang="de-DE"/>
              <a:t>26.01.2026</a:t>
            </a:fld>
            <a:endParaRPr lang="en-CA"/>
          </a:p>
        </p:txBody>
      </p:sp>
      <p:sp>
        <p:nvSpPr>
          <p:cNvPr id="1502935102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85874824" name="Textplatzhalter 13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407987" y="6597650"/>
            <a:ext cx="3306762" cy="153888"/>
          </a:xfrm>
        </p:spPr>
        <p:txBody>
          <a:bodyPr>
            <a:noAutofit/>
          </a:bodyPr>
          <a:lstStyle>
            <a:lvl1pPr marL="0" indent="0">
              <a:buNone/>
              <a:defRPr sz="10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© </a:t>
            </a:r>
            <a:r>
              <a:rPr lang="de-DE" sz="1000">
                <a:solidFill>
                  <a:schemeClr val="bg1"/>
                </a:solidFill>
                <a:latin typeface="Segoe UI"/>
              </a:rPr>
              <a:t>MHP Management- und IT-Beratung GmbH</a:t>
            </a:r>
            <a:r>
              <a:rPr lang="de-DE"/>
              <a:t> </a:t>
            </a:r>
            <a:endParaRPr lang="en-CA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Chapter &amp; image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2508599" name="Bildplatzhalter 39"/>
          <p:cNvSpPr>
            <a:spLocks noGrp="1"/>
          </p:cNvSpPr>
          <p:nvPr>
            <p:ph type="pic" sz="quarter" idx="13"/>
          </p:nvPr>
        </p:nvSpPr>
        <p:spPr bwMode="auto">
          <a:xfrm>
            <a:off x="0" y="0"/>
            <a:ext cx="4267200" cy="6858000"/>
          </a:xfrm>
          <a:prstGeom prst="rect">
            <a:avLst/>
          </a:prstGeom>
          <a:solidFill>
            <a:schemeClr val="bg2"/>
          </a:solidFill>
        </p:spPr>
        <p:txBody>
          <a:bodyPr lIns="144000" tIns="144000" rIns="144000" bIns="144000"/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200898110" name="Textplatzhalter 2"/>
          <p:cNvSpPr>
            <a:spLocks noGrp="1"/>
          </p:cNvSpPr>
          <p:nvPr>
            <p:ph type="body" idx="1" hasCustomPrompt="1"/>
          </p:nvPr>
        </p:nvSpPr>
        <p:spPr bwMode="auto">
          <a:xfrm>
            <a:off x="4655820" y="2123554"/>
            <a:ext cx="1130366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de-DE"/>
              <a:t>Chapter 00</a:t>
            </a:r>
            <a:endParaRPr/>
          </a:p>
        </p:txBody>
      </p:sp>
      <p:sp>
        <p:nvSpPr>
          <p:cNvPr id="697292895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655819" y="3004537"/>
            <a:ext cx="7128193" cy="738664"/>
          </a:xfrm>
        </p:spPr>
        <p:txBody>
          <a:bodyPr vert="horz"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Chapter title</a:t>
            </a:r>
            <a:endParaRPr lang="en-CA"/>
          </a:p>
        </p:txBody>
      </p:sp>
      <p:sp>
        <p:nvSpPr>
          <p:cNvPr id="2039991078" name="Textplatzhalter 7"/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4656138" y="4218995"/>
            <a:ext cx="7127875" cy="276999"/>
          </a:xfrm>
        </p:spPr>
        <p:txBody>
          <a:bodyPr>
            <a:sp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>
              <a:defRPr/>
            </a:pPr>
            <a:r>
              <a:rPr lang="de-DE"/>
              <a:t>Subtitle</a:t>
            </a:r>
            <a:endParaRPr lang="en-CA"/>
          </a:p>
        </p:txBody>
      </p:sp>
      <p:sp>
        <p:nvSpPr>
          <p:cNvPr id="828527729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035CBF7A-EE0B-4631-A87E-2CBB37A3E089}" type="datetime1">
              <a:rPr lang="de-DE"/>
              <a:t>26.01.2026</a:t>
            </a:fld>
            <a:endParaRPr lang="en-CA"/>
          </a:p>
        </p:txBody>
      </p:sp>
      <p:sp>
        <p:nvSpPr>
          <p:cNvPr id="1440553192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986780387" name="Textplatzhalter 13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407987" y="6597650"/>
            <a:ext cx="3306762" cy="153888"/>
          </a:xfrm>
        </p:spPr>
        <p:txBody>
          <a:bodyPr>
            <a:noAutofit/>
          </a:bodyPr>
          <a:lstStyle>
            <a:lvl1pPr marL="0" indent="0">
              <a:buNone/>
              <a:defRPr sz="10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© </a:t>
            </a:r>
            <a:r>
              <a:rPr lang="de-DE" sz="1000">
                <a:solidFill>
                  <a:schemeClr val="bg1"/>
                </a:solidFill>
                <a:latin typeface="Segoe UI"/>
              </a:rPr>
              <a:t>MHP Management- und IT-Beratung GmbH</a:t>
            </a:r>
            <a:r>
              <a:rPr lang="de-DE"/>
              <a:t> </a:t>
            </a:r>
            <a:endParaRPr lang="en-CA"/>
          </a:p>
        </p:txBody>
      </p:sp>
      <p:grpSp>
        <p:nvGrpSpPr>
          <p:cNvPr id="956580571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34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Chapter slide arrow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3268885" name="Gruppieren 1"/>
          <p:cNvGrpSpPr/>
          <p:nvPr userDrawn="1"/>
        </p:nvGrpSpPr>
        <p:grpSpPr bwMode="auto">
          <a:xfrm>
            <a:off x="302079" y="0"/>
            <a:ext cx="11587842" cy="6854780"/>
            <a:chOff x="2376487" y="1228725"/>
            <a:chExt cx="7439024" cy="4400550"/>
          </a:xfrm>
        </p:grpSpPr>
        <p:sp>
          <p:nvSpPr>
            <p:cNvPr id="8" name="Freihandform: Form 7"/>
            <p:cNvSpPr/>
            <p:nvPr/>
          </p:nvSpPr>
          <p:spPr bwMode="auto">
            <a:xfrm>
              <a:off x="23764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 fill="norm" stroke="1" extrusionOk="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/>
              <a:noAutofit/>
            </a:bodyPr>
            <a:lstStyle/>
            <a:p>
              <a:pPr lvl="0" algn="ctr">
                <a:lnSpc>
                  <a:spcPct val="80000"/>
                </a:lnSpc>
                <a:defRPr/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  <p:sp>
          <p:nvSpPr>
            <p:cNvPr id="9" name="Freihandform: Form 8"/>
            <p:cNvSpPr/>
            <p:nvPr/>
          </p:nvSpPr>
          <p:spPr bwMode="auto">
            <a:xfrm>
              <a:off x="48148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 fill="norm" stroke="1" extrusionOk="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/>
              <a:noAutofit/>
            </a:bodyPr>
            <a:lstStyle/>
            <a:p>
              <a:pPr lvl="0" algn="ctr">
                <a:lnSpc>
                  <a:spcPct val="80000"/>
                </a:lnSpc>
                <a:defRPr/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  <p:sp>
          <p:nvSpPr>
            <p:cNvPr id="10" name="Freihandform: Form 9"/>
            <p:cNvSpPr/>
            <p:nvPr/>
          </p:nvSpPr>
          <p:spPr bwMode="auto">
            <a:xfrm>
              <a:off x="72532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 fill="norm" stroke="1" extrusionOk="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/>
              <a:noAutofit/>
            </a:bodyPr>
            <a:lstStyle/>
            <a:p>
              <a:pPr lvl="0" algn="ctr">
                <a:lnSpc>
                  <a:spcPct val="80000"/>
                </a:lnSpc>
                <a:defRPr/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</p:grpSp>
      <p:sp>
        <p:nvSpPr>
          <p:cNvPr id="1294448602" name="Textplatzhalter 2"/>
          <p:cNvSpPr>
            <a:spLocks noGrp="1"/>
          </p:cNvSpPr>
          <p:nvPr>
            <p:ph type="body" idx="1" hasCustomPrompt="1"/>
          </p:nvPr>
        </p:nvSpPr>
        <p:spPr bwMode="auto">
          <a:xfrm>
            <a:off x="407988" y="2123554"/>
            <a:ext cx="1130366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de-DE"/>
              <a:t>Chapter 00</a:t>
            </a:r>
            <a:endParaRPr/>
          </a:p>
        </p:txBody>
      </p:sp>
      <p:sp>
        <p:nvSpPr>
          <p:cNvPr id="1386572137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3004537"/>
            <a:ext cx="7740650" cy="738664"/>
          </a:xfrm>
        </p:spPr>
        <p:txBody>
          <a:bodyPr vert="horz"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Chapter title</a:t>
            </a:r>
            <a:endParaRPr lang="en-CA"/>
          </a:p>
        </p:txBody>
      </p:sp>
      <p:sp>
        <p:nvSpPr>
          <p:cNvPr id="255491500" name="Textplatzhalter 7"/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407988" y="4218995"/>
            <a:ext cx="7740650" cy="276999"/>
          </a:xfrm>
        </p:spPr>
        <p:txBody>
          <a:bodyPr wrap="square">
            <a:sp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>
              <a:defRPr/>
            </a:pPr>
            <a:r>
              <a:rPr lang="de-DE"/>
              <a:t>Subtitle</a:t>
            </a:r>
            <a:endParaRPr lang="en-CA"/>
          </a:p>
        </p:txBody>
      </p:sp>
      <p:sp>
        <p:nvSpPr>
          <p:cNvPr id="2012453537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6CDB484A-FFE6-4ECB-9792-B0EDF5BB6553}" type="datetime1">
              <a:rPr lang="de-DE"/>
              <a:t>26.01.2026</a:t>
            </a:fld>
            <a:endParaRPr lang="en-CA"/>
          </a:p>
        </p:txBody>
      </p:sp>
      <p:sp>
        <p:nvSpPr>
          <p:cNvPr id="1242567960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006776899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137271346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Chapter slide image">
    <p:bg>
      <p:bgPr shadeToTitle="0">
        <a:gradFill>
          <a:gsLst>
            <a:gs pos="0">
              <a:schemeClr val="accent1"/>
            </a:gs>
            <a:gs pos="100000">
              <a:srgbClr val="3264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1412917" name="Rechteck 6"/>
          <p:cNvSpPr/>
          <p:nvPr userDrawn="1"/>
        </p:nvSpPr>
        <p:spPr bwMode="white"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sp>
        <p:nvSpPr>
          <p:cNvPr id="617981721" name="Textplatzhalter 2"/>
          <p:cNvSpPr>
            <a:spLocks noGrp="1"/>
          </p:cNvSpPr>
          <p:nvPr>
            <p:ph type="body" idx="1" hasCustomPrompt="1"/>
          </p:nvPr>
        </p:nvSpPr>
        <p:spPr bwMode="auto">
          <a:xfrm>
            <a:off x="407988" y="2123554"/>
            <a:ext cx="1130366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de-DE"/>
              <a:t>Chapter 00</a:t>
            </a:r>
            <a:endParaRPr/>
          </a:p>
        </p:txBody>
      </p:sp>
      <p:sp>
        <p:nvSpPr>
          <p:cNvPr id="675990069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3004537"/>
            <a:ext cx="7740650" cy="738664"/>
          </a:xfrm>
        </p:spPr>
        <p:txBody>
          <a:bodyPr vert="horz"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Chapter title</a:t>
            </a:r>
            <a:endParaRPr lang="en-CA"/>
          </a:p>
        </p:txBody>
      </p:sp>
      <p:sp>
        <p:nvSpPr>
          <p:cNvPr id="1494891807" name="Textplatzhalter 7"/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407988" y="4218995"/>
            <a:ext cx="7740650" cy="276999"/>
          </a:xfrm>
        </p:spPr>
        <p:txBody>
          <a:bodyPr wrap="square">
            <a:sp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>
              <a:defRPr/>
            </a:pPr>
            <a:r>
              <a:rPr lang="de-DE"/>
              <a:t>Subtitle</a:t>
            </a:r>
            <a:endParaRPr lang="en-CA"/>
          </a:p>
        </p:txBody>
      </p:sp>
      <p:sp>
        <p:nvSpPr>
          <p:cNvPr id="1209347385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6CDB484A-FFE6-4ECB-9792-B0EDF5BB6553}" type="datetime1">
              <a:rPr lang="de-DE"/>
              <a:t>26.01.2026</a:t>
            </a:fld>
            <a:endParaRPr lang="en-CA"/>
          </a:p>
        </p:txBody>
      </p:sp>
      <p:sp>
        <p:nvSpPr>
          <p:cNvPr id="2072610655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905415335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416415133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34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Title &amp; Content white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6677448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421105319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704345529" name="Inhaltsplatzhalter 2"/>
          <p:cNvSpPr>
            <a:spLocks noGrp="1"/>
          </p:cNvSpPr>
          <p:nvPr>
            <p:ph idx="1" hasCustomPrompt="1"/>
          </p:nvPr>
        </p:nvSpPr>
        <p:spPr bwMode="auto"/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760876323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5507F064-BD39-4FE4-B9A2-7344DA85858F}" type="datetime1">
              <a:rPr lang="de-DE"/>
              <a:t>26.01.2026</a:t>
            </a:fld>
            <a:endParaRPr lang="en-CA"/>
          </a:p>
        </p:txBody>
      </p:sp>
      <p:sp>
        <p:nvSpPr>
          <p:cNvPr id="2086623273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Title &amp; Content blue">
    <p:bg bwMode="auto"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5995758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272012482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309755111" name="Inhaltsplatzhalter 2"/>
          <p:cNvSpPr>
            <a:spLocks noGrp="1"/>
          </p:cNvSpPr>
          <p:nvPr>
            <p:ph idx="1" hasCustomPrompt="1"/>
          </p:nvPr>
        </p:nvSpPr>
        <p:spPr bwMode="auto"/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2016399964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5507F064-BD39-4FE4-B9A2-7344DA85858F}" type="datetime1">
              <a:rPr lang="de-DE"/>
              <a:t>26.01.2026</a:t>
            </a:fld>
            <a:endParaRPr lang="en-CA"/>
          </a:p>
        </p:txBody>
      </p:sp>
      <p:sp>
        <p:nvSpPr>
          <p:cNvPr id="143401496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675437392" name="Textfeld 35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836391905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3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/3 image right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3235798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61512228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698718527" name="Bildplatzhalter 9"/>
          <p:cNvSpPr>
            <a:spLocks noGrp="1"/>
          </p:cNvSpPr>
          <p:nvPr>
            <p:ph type="pic" sz="quarter" idx="16"/>
          </p:nvPr>
        </p:nvSpPr>
        <p:spPr bwMode="auto">
          <a:xfrm>
            <a:off x="8183563" y="1484314"/>
            <a:ext cx="3600447" cy="4897436"/>
          </a:xfrm>
          <a:custGeom>
            <a:avLst/>
            <a:gdLst>
              <a:gd name="connsiteX0" fmla="*/ 285669 w 3600447"/>
              <a:gd name="connsiteY0" fmla="*/ 0 h 4897436"/>
              <a:gd name="connsiteX1" fmla="*/ 382107 w 3600447"/>
              <a:gd name="connsiteY1" fmla="*/ 0 h 4897436"/>
              <a:gd name="connsiteX2" fmla="*/ 3218340 w 3600447"/>
              <a:gd name="connsiteY2" fmla="*/ 0 h 4897436"/>
              <a:gd name="connsiteX3" fmla="*/ 3314778 w 3600447"/>
              <a:gd name="connsiteY3" fmla="*/ 0 h 4897436"/>
              <a:gd name="connsiteX4" fmla="*/ 3600447 w 3600447"/>
              <a:gd name="connsiteY4" fmla="*/ 285669 h 4897436"/>
              <a:gd name="connsiteX5" fmla="*/ 3600447 w 3600447"/>
              <a:gd name="connsiteY5" fmla="*/ 1935761 h 4897436"/>
              <a:gd name="connsiteX6" fmla="*/ 3600447 w 3600447"/>
              <a:gd name="connsiteY6" fmla="*/ 2961675 h 4897436"/>
              <a:gd name="connsiteX7" fmla="*/ 3600447 w 3600447"/>
              <a:gd name="connsiteY7" fmla="*/ 4611767 h 4897436"/>
              <a:gd name="connsiteX8" fmla="*/ 3314778 w 3600447"/>
              <a:gd name="connsiteY8" fmla="*/ 4897436 h 4897436"/>
              <a:gd name="connsiteX9" fmla="*/ 3218340 w 3600447"/>
              <a:gd name="connsiteY9" fmla="*/ 4897436 h 4897436"/>
              <a:gd name="connsiteX10" fmla="*/ 382107 w 3600447"/>
              <a:gd name="connsiteY10" fmla="*/ 4897436 h 4897436"/>
              <a:gd name="connsiteX11" fmla="*/ 285669 w 3600447"/>
              <a:gd name="connsiteY11" fmla="*/ 4897436 h 4897436"/>
              <a:gd name="connsiteX12" fmla="*/ 0 w 3600447"/>
              <a:gd name="connsiteY12" fmla="*/ 4611767 h 4897436"/>
              <a:gd name="connsiteX13" fmla="*/ 0 w 3600447"/>
              <a:gd name="connsiteY13" fmla="*/ 2961675 h 4897436"/>
              <a:gd name="connsiteX14" fmla="*/ 0 w 3600447"/>
              <a:gd name="connsiteY14" fmla="*/ 1935761 h 4897436"/>
              <a:gd name="connsiteX15" fmla="*/ 0 w 3600447"/>
              <a:gd name="connsiteY15" fmla="*/ 285669 h 4897436"/>
              <a:gd name="connsiteX16" fmla="*/ 285669 w 3600447"/>
              <a:gd name="connsiteY16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00447" h="4897436" fill="norm" stroke="1" extrusionOk="0">
                <a:moveTo>
                  <a:pt x="285669" y="0"/>
                </a:moveTo>
                <a:lnTo>
                  <a:pt x="382107" y="0"/>
                </a:lnTo>
                <a:lnTo>
                  <a:pt x="3218340" y="0"/>
                </a:lnTo>
                <a:lnTo>
                  <a:pt x="3314778" y="0"/>
                </a:lnTo>
                <a:cubicBezTo>
                  <a:pt x="3472549" y="0"/>
                  <a:pt x="3600447" y="127898"/>
                  <a:pt x="3600447" y="285669"/>
                </a:cubicBezTo>
                <a:lnTo>
                  <a:pt x="3600447" y="1935761"/>
                </a:lnTo>
                <a:lnTo>
                  <a:pt x="3600447" y="2961675"/>
                </a:lnTo>
                <a:lnTo>
                  <a:pt x="3600447" y="4611767"/>
                </a:lnTo>
                <a:cubicBezTo>
                  <a:pt x="3600447" y="4769538"/>
                  <a:pt x="3472549" y="4897436"/>
                  <a:pt x="3314778" y="4897436"/>
                </a:cubicBezTo>
                <a:lnTo>
                  <a:pt x="3218340" y="4897436"/>
                </a:lnTo>
                <a:lnTo>
                  <a:pt x="382107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286226824" name="Inhaltsplatzhalter 2"/>
          <p:cNvSpPr>
            <a:spLocks noGrp="1"/>
          </p:cNvSpPr>
          <p:nvPr>
            <p:ph idx="1" hasCustomPrompt="1"/>
          </p:nvPr>
        </p:nvSpPr>
        <p:spPr bwMode="auto">
          <a:xfrm>
            <a:off x="407987" y="1484312"/>
            <a:ext cx="7488238" cy="4897438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781968979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489176260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1/3 image right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7212306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977311845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397320319" name="Inhaltsplatzhalter 2"/>
          <p:cNvSpPr>
            <a:spLocks noGrp="1"/>
          </p:cNvSpPr>
          <p:nvPr>
            <p:ph idx="1" hasCustomPrompt="1"/>
          </p:nvPr>
        </p:nvSpPr>
        <p:spPr bwMode="auto">
          <a:xfrm>
            <a:off x="407987" y="1484312"/>
            <a:ext cx="7488238" cy="4897438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43772372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1033531425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582698956" name="Textfeld 33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sp>
        <p:nvSpPr>
          <p:cNvPr id="1767760916" name="Bildplatzhalter 35"/>
          <p:cNvSpPr>
            <a:spLocks noGrp="1"/>
          </p:cNvSpPr>
          <p:nvPr>
            <p:ph type="pic" sz="quarter" idx="16"/>
          </p:nvPr>
        </p:nvSpPr>
        <p:spPr bwMode="auto">
          <a:xfrm>
            <a:off x="8183563" y="1484314"/>
            <a:ext cx="3600447" cy="4897436"/>
          </a:xfrm>
          <a:custGeom>
            <a:avLst/>
            <a:gdLst>
              <a:gd name="connsiteX0" fmla="*/ 285669 w 3600447"/>
              <a:gd name="connsiteY0" fmla="*/ 0 h 4897436"/>
              <a:gd name="connsiteX1" fmla="*/ 382107 w 3600447"/>
              <a:gd name="connsiteY1" fmla="*/ 0 h 4897436"/>
              <a:gd name="connsiteX2" fmla="*/ 3218340 w 3600447"/>
              <a:gd name="connsiteY2" fmla="*/ 0 h 4897436"/>
              <a:gd name="connsiteX3" fmla="*/ 3314778 w 3600447"/>
              <a:gd name="connsiteY3" fmla="*/ 0 h 4897436"/>
              <a:gd name="connsiteX4" fmla="*/ 3600447 w 3600447"/>
              <a:gd name="connsiteY4" fmla="*/ 285669 h 4897436"/>
              <a:gd name="connsiteX5" fmla="*/ 3600447 w 3600447"/>
              <a:gd name="connsiteY5" fmla="*/ 1935761 h 4897436"/>
              <a:gd name="connsiteX6" fmla="*/ 3600447 w 3600447"/>
              <a:gd name="connsiteY6" fmla="*/ 2961675 h 4897436"/>
              <a:gd name="connsiteX7" fmla="*/ 3600447 w 3600447"/>
              <a:gd name="connsiteY7" fmla="*/ 4611767 h 4897436"/>
              <a:gd name="connsiteX8" fmla="*/ 3314778 w 3600447"/>
              <a:gd name="connsiteY8" fmla="*/ 4897436 h 4897436"/>
              <a:gd name="connsiteX9" fmla="*/ 3218340 w 3600447"/>
              <a:gd name="connsiteY9" fmla="*/ 4897436 h 4897436"/>
              <a:gd name="connsiteX10" fmla="*/ 382107 w 3600447"/>
              <a:gd name="connsiteY10" fmla="*/ 4897436 h 4897436"/>
              <a:gd name="connsiteX11" fmla="*/ 285669 w 3600447"/>
              <a:gd name="connsiteY11" fmla="*/ 4897436 h 4897436"/>
              <a:gd name="connsiteX12" fmla="*/ 0 w 3600447"/>
              <a:gd name="connsiteY12" fmla="*/ 4611767 h 4897436"/>
              <a:gd name="connsiteX13" fmla="*/ 0 w 3600447"/>
              <a:gd name="connsiteY13" fmla="*/ 2961675 h 4897436"/>
              <a:gd name="connsiteX14" fmla="*/ 0 w 3600447"/>
              <a:gd name="connsiteY14" fmla="*/ 1935761 h 4897436"/>
              <a:gd name="connsiteX15" fmla="*/ 0 w 3600447"/>
              <a:gd name="connsiteY15" fmla="*/ 285669 h 4897436"/>
              <a:gd name="connsiteX16" fmla="*/ 285669 w 3600447"/>
              <a:gd name="connsiteY16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00447" h="4897436" fill="norm" stroke="1" extrusionOk="0">
                <a:moveTo>
                  <a:pt x="285669" y="0"/>
                </a:moveTo>
                <a:lnTo>
                  <a:pt x="382107" y="0"/>
                </a:lnTo>
                <a:lnTo>
                  <a:pt x="3218340" y="0"/>
                </a:lnTo>
                <a:lnTo>
                  <a:pt x="3314778" y="0"/>
                </a:lnTo>
                <a:cubicBezTo>
                  <a:pt x="3472549" y="0"/>
                  <a:pt x="3600447" y="127898"/>
                  <a:pt x="3600447" y="285669"/>
                </a:cubicBezTo>
                <a:lnTo>
                  <a:pt x="3600447" y="1935761"/>
                </a:lnTo>
                <a:lnTo>
                  <a:pt x="3600447" y="2961675"/>
                </a:lnTo>
                <a:lnTo>
                  <a:pt x="3600447" y="4611767"/>
                </a:lnTo>
                <a:cubicBezTo>
                  <a:pt x="3600447" y="4769538"/>
                  <a:pt x="3472549" y="4897436"/>
                  <a:pt x="3314778" y="4897436"/>
                </a:cubicBezTo>
                <a:lnTo>
                  <a:pt x="3218340" y="4897436"/>
                </a:lnTo>
                <a:lnTo>
                  <a:pt x="382107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grpSp>
        <p:nvGrpSpPr>
          <p:cNvPr id="857587106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11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/3 image left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784717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483036768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041734058" name="Bildplatzhalter 9"/>
          <p:cNvSpPr>
            <a:spLocks noGrp="1"/>
          </p:cNvSpPr>
          <p:nvPr>
            <p:ph type="pic" sz="quarter" idx="16"/>
          </p:nvPr>
        </p:nvSpPr>
        <p:spPr bwMode="auto">
          <a:xfrm>
            <a:off x="407991" y="1484314"/>
            <a:ext cx="3600447" cy="4897436"/>
          </a:xfrm>
          <a:custGeom>
            <a:avLst/>
            <a:gdLst>
              <a:gd name="connsiteX0" fmla="*/ 285669 w 3600447"/>
              <a:gd name="connsiteY0" fmla="*/ 0 h 4897436"/>
              <a:gd name="connsiteX1" fmla="*/ 382107 w 3600447"/>
              <a:gd name="connsiteY1" fmla="*/ 0 h 4897436"/>
              <a:gd name="connsiteX2" fmla="*/ 3218340 w 3600447"/>
              <a:gd name="connsiteY2" fmla="*/ 0 h 4897436"/>
              <a:gd name="connsiteX3" fmla="*/ 3314778 w 3600447"/>
              <a:gd name="connsiteY3" fmla="*/ 0 h 4897436"/>
              <a:gd name="connsiteX4" fmla="*/ 3600447 w 3600447"/>
              <a:gd name="connsiteY4" fmla="*/ 285669 h 4897436"/>
              <a:gd name="connsiteX5" fmla="*/ 3600447 w 3600447"/>
              <a:gd name="connsiteY5" fmla="*/ 1935761 h 4897436"/>
              <a:gd name="connsiteX6" fmla="*/ 3600447 w 3600447"/>
              <a:gd name="connsiteY6" fmla="*/ 2961675 h 4897436"/>
              <a:gd name="connsiteX7" fmla="*/ 3600447 w 3600447"/>
              <a:gd name="connsiteY7" fmla="*/ 4611767 h 4897436"/>
              <a:gd name="connsiteX8" fmla="*/ 3314778 w 3600447"/>
              <a:gd name="connsiteY8" fmla="*/ 4897436 h 4897436"/>
              <a:gd name="connsiteX9" fmla="*/ 3218340 w 3600447"/>
              <a:gd name="connsiteY9" fmla="*/ 4897436 h 4897436"/>
              <a:gd name="connsiteX10" fmla="*/ 382107 w 3600447"/>
              <a:gd name="connsiteY10" fmla="*/ 4897436 h 4897436"/>
              <a:gd name="connsiteX11" fmla="*/ 285669 w 3600447"/>
              <a:gd name="connsiteY11" fmla="*/ 4897436 h 4897436"/>
              <a:gd name="connsiteX12" fmla="*/ 0 w 3600447"/>
              <a:gd name="connsiteY12" fmla="*/ 4611767 h 4897436"/>
              <a:gd name="connsiteX13" fmla="*/ 0 w 3600447"/>
              <a:gd name="connsiteY13" fmla="*/ 2961675 h 4897436"/>
              <a:gd name="connsiteX14" fmla="*/ 0 w 3600447"/>
              <a:gd name="connsiteY14" fmla="*/ 1935761 h 4897436"/>
              <a:gd name="connsiteX15" fmla="*/ 0 w 3600447"/>
              <a:gd name="connsiteY15" fmla="*/ 285669 h 4897436"/>
              <a:gd name="connsiteX16" fmla="*/ 285669 w 3600447"/>
              <a:gd name="connsiteY16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00447" h="4897436" fill="norm" stroke="1" extrusionOk="0">
                <a:moveTo>
                  <a:pt x="285669" y="0"/>
                </a:moveTo>
                <a:lnTo>
                  <a:pt x="382107" y="0"/>
                </a:lnTo>
                <a:lnTo>
                  <a:pt x="3218340" y="0"/>
                </a:lnTo>
                <a:lnTo>
                  <a:pt x="3314778" y="0"/>
                </a:lnTo>
                <a:cubicBezTo>
                  <a:pt x="3472549" y="0"/>
                  <a:pt x="3600447" y="127898"/>
                  <a:pt x="3600447" y="285669"/>
                </a:cubicBezTo>
                <a:lnTo>
                  <a:pt x="3600447" y="1935761"/>
                </a:lnTo>
                <a:lnTo>
                  <a:pt x="3600447" y="2961675"/>
                </a:lnTo>
                <a:lnTo>
                  <a:pt x="3600447" y="4611767"/>
                </a:lnTo>
                <a:cubicBezTo>
                  <a:pt x="3600447" y="4769538"/>
                  <a:pt x="3472549" y="4897436"/>
                  <a:pt x="3314778" y="4897436"/>
                </a:cubicBezTo>
                <a:lnTo>
                  <a:pt x="3218340" y="4897436"/>
                </a:lnTo>
                <a:lnTo>
                  <a:pt x="382107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154210916" name="Inhaltsplatzhalter 2"/>
          <p:cNvSpPr>
            <a:spLocks noGrp="1"/>
          </p:cNvSpPr>
          <p:nvPr>
            <p:ph idx="1" hasCustomPrompt="1"/>
          </p:nvPr>
        </p:nvSpPr>
        <p:spPr bwMode="auto">
          <a:xfrm>
            <a:off x="4295771" y="1484312"/>
            <a:ext cx="7488238" cy="4897438"/>
          </a:xfrm>
        </p:spPr>
        <p:txBody>
          <a:bodyPr/>
          <a:lstStyle>
            <a:lvl1pPr marL="252000" indent="-252000">
              <a:buFont typeface="Arial"/>
              <a:buChar char="•"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32463610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954888622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1/3 image left blue">
    <p:bg>
      <p:bgPr shadeToTitle="0">
        <a:gradFill>
          <a:gsLst>
            <a:gs pos="0">
              <a:schemeClr val="accent1"/>
            </a:gs>
            <a:gs pos="100000">
              <a:srgbClr val="3264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192041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79755513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220088724" name="Bildplatzhalter 35"/>
          <p:cNvSpPr>
            <a:spLocks noGrp="1"/>
          </p:cNvSpPr>
          <p:nvPr>
            <p:ph type="pic" sz="quarter" idx="16"/>
          </p:nvPr>
        </p:nvSpPr>
        <p:spPr bwMode="auto">
          <a:xfrm>
            <a:off x="412758" y="1484314"/>
            <a:ext cx="3600447" cy="4897436"/>
          </a:xfrm>
          <a:custGeom>
            <a:avLst/>
            <a:gdLst>
              <a:gd name="connsiteX0" fmla="*/ 285669 w 3600447"/>
              <a:gd name="connsiteY0" fmla="*/ 0 h 4897436"/>
              <a:gd name="connsiteX1" fmla="*/ 382107 w 3600447"/>
              <a:gd name="connsiteY1" fmla="*/ 0 h 4897436"/>
              <a:gd name="connsiteX2" fmla="*/ 3218340 w 3600447"/>
              <a:gd name="connsiteY2" fmla="*/ 0 h 4897436"/>
              <a:gd name="connsiteX3" fmla="*/ 3314778 w 3600447"/>
              <a:gd name="connsiteY3" fmla="*/ 0 h 4897436"/>
              <a:gd name="connsiteX4" fmla="*/ 3600447 w 3600447"/>
              <a:gd name="connsiteY4" fmla="*/ 285669 h 4897436"/>
              <a:gd name="connsiteX5" fmla="*/ 3600447 w 3600447"/>
              <a:gd name="connsiteY5" fmla="*/ 1935761 h 4897436"/>
              <a:gd name="connsiteX6" fmla="*/ 3600447 w 3600447"/>
              <a:gd name="connsiteY6" fmla="*/ 2961675 h 4897436"/>
              <a:gd name="connsiteX7" fmla="*/ 3600447 w 3600447"/>
              <a:gd name="connsiteY7" fmla="*/ 4611767 h 4897436"/>
              <a:gd name="connsiteX8" fmla="*/ 3314778 w 3600447"/>
              <a:gd name="connsiteY8" fmla="*/ 4897436 h 4897436"/>
              <a:gd name="connsiteX9" fmla="*/ 3218340 w 3600447"/>
              <a:gd name="connsiteY9" fmla="*/ 4897436 h 4897436"/>
              <a:gd name="connsiteX10" fmla="*/ 382107 w 3600447"/>
              <a:gd name="connsiteY10" fmla="*/ 4897436 h 4897436"/>
              <a:gd name="connsiteX11" fmla="*/ 285669 w 3600447"/>
              <a:gd name="connsiteY11" fmla="*/ 4897436 h 4897436"/>
              <a:gd name="connsiteX12" fmla="*/ 0 w 3600447"/>
              <a:gd name="connsiteY12" fmla="*/ 4611767 h 4897436"/>
              <a:gd name="connsiteX13" fmla="*/ 0 w 3600447"/>
              <a:gd name="connsiteY13" fmla="*/ 2961675 h 4897436"/>
              <a:gd name="connsiteX14" fmla="*/ 0 w 3600447"/>
              <a:gd name="connsiteY14" fmla="*/ 1935761 h 4897436"/>
              <a:gd name="connsiteX15" fmla="*/ 0 w 3600447"/>
              <a:gd name="connsiteY15" fmla="*/ 285669 h 4897436"/>
              <a:gd name="connsiteX16" fmla="*/ 285669 w 3600447"/>
              <a:gd name="connsiteY16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00447" h="4897436" fill="norm" stroke="1" extrusionOk="0">
                <a:moveTo>
                  <a:pt x="285669" y="0"/>
                </a:moveTo>
                <a:lnTo>
                  <a:pt x="382107" y="0"/>
                </a:lnTo>
                <a:lnTo>
                  <a:pt x="3218340" y="0"/>
                </a:lnTo>
                <a:lnTo>
                  <a:pt x="3314778" y="0"/>
                </a:lnTo>
                <a:cubicBezTo>
                  <a:pt x="3472549" y="0"/>
                  <a:pt x="3600447" y="127898"/>
                  <a:pt x="3600447" y="285669"/>
                </a:cubicBezTo>
                <a:lnTo>
                  <a:pt x="3600447" y="1935761"/>
                </a:lnTo>
                <a:lnTo>
                  <a:pt x="3600447" y="2961675"/>
                </a:lnTo>
                <a:lnTo>
                  <a:pt x="3600447" y="4611767"/>
                </a:lnTo>
                <a:cubicBezTo>
                  <a:pt x="3600447" y="4769538"/>
                  <a:pt x="3472549" y="4897436"/>
                  <a:pt x="3314778" y="4897436"/>
                </a:cubicBezTo>
                <a:lnTo>
                  <a:pt x="3218340" y="4897436"/>
                </a:lnTo>
                <a:lnTo>
                  <a:pt x="382107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022609320" name="Inhaltsplatzhalter 2"/>
          <p:cNvSpPr>
            <a:spLocks noGrp="1"/>
          </p:cNvSpPr>
          <p:nvPr>
            <p:ph idx="1" hasCustomPrompt="1"/>
          </p:nvPr>
        </p:nvSpPr>
        <p:spPr bwMode="auto">
          <a:xfrm>
            <a:off x="4295775" y="1484312"/>
            <a:ext cx="7488238" cy="4897438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998516734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1498360646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354477269" name="Textfeld 33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627464018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11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/2 image right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9709425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668254373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514192810" name="Inhaltsplatzhalter 2"/>
          <p:cNvSpPr>
            <a:spLocks noGrp="1"/>
          </p:cNvSpPr>
          <p:nvPr>
            <p:ph sz="half" idx="17" hasCustomPrompt="1"/>
          </p:nvPr>
        </p:nvSpPr>
        <p:spPr bwMode="auto">
          <a:xfrm>
            <a:off x="407987" y="1484314"/>
            <a:ext cx="5543547" cy="4897436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335731878" name="Bildplatzhalter 9"/>
          <p:cNvSpPr>
            <a:spLocks noGrp="1"/>
          </p:cNvSpPr>
          <p:nvPr>
            <p:ph type="pic" sz="quarter" idx="16"/>
          </p:nvPr>
        </p:nvSpPr>
        <p:spPr bwMode="auto">
          <a:xfrm>
            <a:off x="6240463" y="1484314"/>
            <a:ext cx="5543547" cy="4897436"/>
          </a:xfrm>
          <a:custGeom>
            <a:avLst/>
            <a:gdLst>
              <a:gd name="connsiteX0" fmla="*/ 285669 w 5543547"/>
              <a:gd name="connsiteY0" fmla="*/ 0 h 4897436"/>
              <a:gd name="connsiteX1" fmla="*/ 357203 w 5543547"/>
              <a:gd name="connsiteY1" fmla="*/ 0 h 4897436"/>
              <a:gd name="connsiteX2" fmla="*/ 2253673 w 5543547"/>
              <a:gd name="connsiteY2" fmla="*/ 0 h 4897436"/>
              <a:gd name="connsiteX3" fmla="*/ 2325207 w 5543547"/>
              <a:gd name="connsiteY3" fmla="*/ 0 h 4897436"/>
              <a:gd name="connsiteX4" fmla="*/ 3218340 w 5543547"/>
              <a:gd name="connsiteY4" fmla="*/ 0 h 4897436"/>
              <a:gd name="connsiteX5" fmla="*/ 3289874 w 5543547"/>
              <a:gd name="connsiteY5" fmla="*/ 0 h 4897436"/>
              <a:gd name="connsiteX6" fmla="*/ 5186344 w 5543547"/>
              <a:gd name="connsiteY6" fmla="*/ 0 h 4897436"/>
              <a:gd name="connsiteX7" fmla="*/ 5257878 w 5543547"/>
              <a:gd name="connsiteY7" fmla="*/ 0 h 4897436"/>
              <a:gd name="connsiteX8" fmla="*/ 5543547 w 5543547"/>
              <a:gd name="connsiteY8" fmla="*/ 285669 h 4897436"/>
              <a:gd name="connsiteX9" fmla="*/ 5543547 w 5543547"/>
              <a:gd name="connsiteY9" fmla="*/ 1935761 h 4897436"/>
              <a:gd name="connsiteX10" fmla="*/ 5543547 w 5543547"/>
              <a:gd name="connsiteY10" fmla="*/ 2961675 h 4897436"/>
              <a:gd name="connsiteX11" fmla="*/ 5543547 w 5543547"/>
              <a:gd name="connsiteY11" fmla="*/ 4611767 h 4897436"/>
              <a:gd name="connsiteX12" fmla="*/ 5257878 w 5543547"/>
              <a:gd name="connsiteY12" fmla="*/ 4897436 h 4897436"/>
              <a:gd name="connsiteX13" fmla="*/ 5186344 w 5543547"/>
              <a:gd name="connsiteY13" fmla="*/ 4897436 h 4897436"/>
              <a:gd name="connsiteX14" fmla="*/ 3289874 w 5543547"/>
              <a:gd name="connsiteY14" fmla="*/ 4897436 h 4897436"/>
              <a:gd name="connsiteX15" fmla="*/ 3218340 w 5543547"/>
              <a:gd name="connsiteY15" fmla="*/ 4897436 h 4897436"/>
              <a:gd name="connsiteX16" fmla="*/ 2325207 w 5543547"/>
              <a:gd name="connsiteY16" fmla="*/ 4897436 h 4897436"/>
              <a:gd name="connsiteX17" fmla="*/ 2253673 w 5543547"/>
              <a:gd name="connsiteY17" fmla="*/ 4897436 h 4897436"/>
              <a:gd name="connsiteX18" fmla="*/ 357203 w 5543547"/>
              <a:gd name="connsiteY18" fmla="*/ 4897436 h 4897436"/>
              <a:gd name="connsiteX19" fmla="*/ 285669 w 5543547"/>
              <a:gd name="connsiteY19" fmla="*/ 4897436 h 4897436"/>
              <a:gd name="connsiteX20" fmla="*/ 0 w 5543547"/>
              <a:gd name="connsiteY20" fmla="*/ 4611767 h 4897436"/>
              <a:gd name="connsiteX21" fmla="*/ 0 w 5543547"/>
              <a:gd name="connsiteY21" fmla="*/ 2961675 h 4897436"/>
              <a:gd name="connsiteX22" fmla="*/ 0 w 5543547"/>
              <a:gd name="connsiteY22" fmla="*/ 1935761 h 4897436"/>
              <a:gd name="connsiteX23" fmla="*/ 0 w 5543547"/>
              <a:gd name="connsiteY23" fmla="*/ 285669 h 4897436"/>
              <a:gd name="connsiteX24" fmla="*/ 285669 w 5543547"/>
              <a:gd name="connsiteY24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543547" h="4897436" fill="norm" stroke="1" extrusionOk="0">
                <a:moveTo>
                  <a:pt x="285669" y="0"/>
                </a:moveTo>
                <a:lnTo>
                  <a:pt x="357203" y="0"/>
                </a:lnTo>
                <a:lnTo>
                  <a:pt x="2253673" y="0"/>
                </a:lnTo>
                <a:lnTo>
                  <a:pt x="2325207" y="0"/>
                </a:lnTo>
                <a:lnTo>
                  <a:pt x="3218340" y="0"/>
                </a:lnTo>
                <a:lnTo>
                  <a:pt x="3289874" y="0"/>
                </a:lnTo>
                <a:lnTo>
                  <a:pt x="5186344" y="0"/>
                </a:lnTo>
                <a:lnTo>
                  <a:pt x="5257878" y="0"/>
                </a:lnTo>
                <a:cubicBezTo>
                  <a:pt x="5415649" y="0"/>
                  <a:pt x="5543547" y="127898"/>
                  <a:pt x="5543547" y="285669"/>
                </a:cubicBezTo>
                <a:lnTo>
                  <a:pt x="5543547" y="1935761"/>
                </a:lnTo>
                <a:lnTo>
                  <a:pt x="5543547" y="2961675"/>
                </a:lnTo>
                <a:lnTo>
                  <a:pt x="5543547" y="4611767"/>
                </a:lnTo>
                <a:cubicBezTo>
                  <a:pt x="5543547" y="4769538"/>
                  <a:pt x="5415649" y="4897436"/>
                  <a:pt x="5257878" y="4897436"/>
                </a:cubicBezTo>
                <a:lnTo>
                  <a:pt x="5186344" y="4897436"/>
                </a:lnTo>
                <a:lnTo>
                  <a:pt x="3289874" y="4897436"/>
                </a:lnTo>
                <a:lnTo>
                  <a:pt x="3218340" y="4897436"/>
                </a:lnTo>
                <a:lnTo>
                  <a:pt x="2325207" y="4897436"/>
                </a:lnTo>
                <a:lnTo>
                  <a:pt x="2253673" y="4897436"/>
                </a:lnTo>
                <a:lnTo>
                  <a:pt x="357203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967191672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26D119F-689D-4112-94EF-BACCDDBAD45A}" type="datetime1">
              <a:rPr lang="de-DE"/>
              <a:t>26.01.2026</a:t>
            </a:fld>
            <a:endParaRPr lang="en-CA"/>
          </a:p>
        </p:txBody>
      </p:sp>
      <p:sp>
        <p:nvSpPr>
          <p:cNvPr id="532182166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1/2 image right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6892639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820129668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91122729" name="Inhaltsplatzhalter 2"/>
          <p:cNvSpPr>
            <a:spLocks noGrp="1"/>
          </p:cNvSpPr>
          <p:nvPr>
            <p:ph sz="half" idx="17" hasCustomPrompt="1"/>
          </p:nvPr>
        </p:nvSpPr>
        <p:spPr bwMode="auto">
          <a:xfrm>
            <a:off x="407987" y="1484314"/>
            <a:ext cx="5543551" cy="4897436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2033389961" name="Bildplatzhalter 38"/>
          <p:cNvSpPr>
            <a:spLocks noGrp="1"/>
          </p:cNvSpPr>
          <p:nvPr>
            <p:ph type="pic" sz="quarter" idx="16"/>
          </p:nvPr>
        </p:nvSpPr>
        <p:spPr bwMode="auto">
          <a:xfrm>
            <a:off x="6240463" y="1484314"/>
            <a:ext cx="5543547" cy="4897436"/>
          </a:xfrm>
          <a:custGeom>
            <a:avLst/>
            <a:gdLst>
              <a:gd name="connsiteX0" fmla="*/ 285669 w 5543547"/>
              <a:gd name="connsiteY0" fmla="*/ 0 h 4897436"/>
              <a:gd name="connsiteX1" fmla="*/ 357203 w 5543547"/>
              <a:gd name="connsiteY1" fmla="*/ 0 h 4897436"/>
              <a:gd name="connsiteX2" fmla="*/ 2253673 w 5543547"/>
              <a:gd name="connsiteY2" fmla="*/ 0 h 4897436"/>
              <a:gd name="connsiteX3" fmla="*/ 2325207 w 5543547"/>
              <a:gd name="connsiteY3" fmla="*/ 0 h 4897436"/>
              <a:gd name="connsiteX4" fmla="*/ 3218340 w 5543547"/>
              <a:gd name="connsiteY4" fmla="*/ 0 h 4897436"/>
              <a:gd name="connsiteX5" fmla="*/ 3289874 w 5543547"/>
              <a:gd name="connsiteY5" fmla="*/ 0 h 4897436"/>
              <a:gd name="connsiteX6" fmla="*/ 5186344 w 5543547"/>
              <a:gd name="connsiteY6" fmla="*/ 0 h 4897436"/>
              <a:gd name="connsiteX7" fmla="*/ 5257878 w 5543547"/>
              <a:gd name="connsiteY7" fmla="*/ 0 h 4897436"/>
              <a:gd name="connsiteX8" fmla="*/ 5543547 w 5543547"/>
              <a:gd name="connsiteY8" fmla="*/ 285669 h 4897436"/>
              <a:gd name="connsiteX9" fmla="*/ 5543547 w 5543547"/>
              <a:gd name="connsiteY9" fmla="*/ 1935761 h 4897436"/>
              <a:gd name="connsiteX10" fmla="*/ 5543547 w 5543547"/>
              <a:gd name="connsiteY10" fmla="*/ 2961675 h 4897436"/>
              <a:gd name="connsiteX11" fmla="*/ 5543547 w 5543547"/>
              <a:gd name="connsiteY11" fmla="*/ 4611767 h 4897436"/>
              <a:gd name="connsiteX12" fmla="*/ 5257878 w 5543547"/>
              <a:gd name="connsiteY12" fmla="*/ 4897436 h 4897436"/>
              <a:gd name="connsiteX13" fmla="*/ 5186344 w 5543547"/>
              <a:gd name="connsiteY13" fmla="*/ 4897436 h 4897436"/>
              <a:gd name="connsiteX14" fmla="*/ 3289874 w 5543547"/>
              <a:gd name="connsiteY14" fmla="*/ 4897436 h 4897436"/>
              <a:gd name="connsiteX15" fmla="*/ 3218340 w 5543547"/>
              <a:gd name="connsiteY15" fmla="*/ 4897436 h 4897436"/>
              <a:gd name="connsiteX16" fmla="*/ 2325207 w 5543547"/>
              <a:gd name="connsiteY16" fmla="*/ 4897436 h 4897436"/>
              <a:gd name="connsiteX17" fmla="*/ 2253673 w 5543547"/>
              <a:gd name="connsiteY17" fmla="*/ 4897436 h 4897436"/>
              <a:gd name="connsiteX18" fmla="*/ 357203 w 5543547"/>
              <a:gd name="connsiteY18" fmla="*/ 4897436 h 4897436"/>
              <a:gd name="connsiteX19" fmla="*/ 285669 w 5543547"/>
              <a:gd name="connsiteY19" fmla="*/ 4897436 h 4897436"/>
              <a:gd name="connsiteX20" fmla="*/ 0 w 5543547"/>
              <a:gd name="connsiteY20" fmla="*/ 4611767 h 4897436"/>
              <a:gd name="connsiteX21" fmla="*/ 0 w 5543547"/>
              <a:gd name="connsiteY21" fmla="*/ 2961675 h 4897436"/>
              <a:gd name="connsiteX22" fmla="*/ 0 w 5543547"/>
              <a:gd name="connsiteY22" fmla="*/ 1935761 h 4897436"/>
              <a:gd name="connsiteX23" fmla="*/ 0 w 5543547"/>
              <a:gd name="connsiteY23" fmla="*/ 285669 h 4897436"/>
              <a:gd name="connsiteX24" fmla="*/ 285669 w 5543547"/>
              <a:gd name="connsiteY24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543547" h="4897436" fill="norm" stroke="1" extrusionOk="0">
                <a:moveTo>
                  <a:pt x="285669" y="0"/>
                </a:moveTo>
                <a:lnTo>
                  <a:pt x="357203" y="0"/>
                </a:lnTo>
                <a:lnTo>
                  <a:pt x="2253673" y="0"/>
                </a:lnTo>
                <a:lnTo>
                  <a:pt x="2325207" y="0"/>
                </a:lnTo>
                <a:lnTo>
                  <a:pt x="3218340" y="0"/>
                </a:lnTo>
                <a:lnTo>
                  <a:pt x="3289874" y="0"/>
                </a:lnTo>
                <a:lnTo>
                  <a:pt x="5186344" y="0"/>
                </a:lnTo>
                <a:lnTo>
                  <a:pt x="5257878" y="0"/>
                </a:lnTo>
                <a:cubicBezTo>
                  <a:pt x="5415649" y="0"/>
                  <a:pt x="5543547" y="127898"/>
                  <a:pt x="5543547" y="285669"/>
                </a:cubicBezTo>
                <a:lnTo>
                  <a:pt x="5543547" y="1935761"/>
                </a:lnTo>
                <a:lnTo>
                  <a:pt x="5543547" y="2961675"/>
                </a:lnTo>
                <a:lnTo>
                  <a:pt x="5543547" y="4611767"/>
                </a:lnTo>
                <a:cubicBezTo>
                  <a:pt x="5543547" y="4769538"/>
                  <a:pt x="5415649" y="4897436"/>
                  <a:pt x="5257878" y="4897436"/>
                </a:cubicBezTo>
                <a:lnTo>
                  <a:pt x="5186344" y="4897436"/>
                </a:lnTo>
                <a:lnTo>
                  <a:pt x="3289874" y="4897436"/>
                </a:lnTo>
                <a:lnTo>
                  <a:pt x="3218340" y="4897436"/>
                </a:lnTo>
                <a:lnTo>
                  <a:pt x="2325207" y="4897436"/>
                </a:lnTo>
                <a:lnTo>
                  <a:pt x="2253673" y="4897436"/>
                </a:lnTo>
                <a:lnTo>
                  <a:pt x="357203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441425447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26D119F-689D-4112-94EF-BACCDDBAD45A}" type="datetime1">
              <a:rPr lang="de-DE"/>
              <a:t>26.01.2026</a:t>
            </a:fld>
            <a:endParaRPr lang="en-CA"/>
          </a:p>
        </p:txBody>
      </p:sp>
      <p:sp>
        <p:nvSpPr>
          <p:cNvPr id="20898675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504306136" name="Textfeld 34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996416384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2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/2 image left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987811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2115470139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212330641" name="Bildplatzhalter 9"/>
          <p:cNvSpPr>
            <a:spLocks noGrp="1"/>
          </p:cNvSpPr>
          <p:nvPr>
            <p:ph type="pic" sz="quarter" idx="16"/>
          </p:nvPr>
        </p:nvSpPr>
        <p:spPr bwMode="auto">
          <a:xfrm>
            <a:off x="407991" y="1484314"/>
            <a:ext cx="5543547" cy="4897436"/>
          </a:xfrm>
          <a:custGeom>
            <a:avLst/>
            <a:gdLst>
              <a:gd name="connsiteX0" fmla="*/ 285669 w 5543547"/>
              <a:gd name="connsiteY0" fmla="*/ 0 h 4897436"/>
              <a:gd name="connsiteX1" fmla="*/ 357203 w 5543547"/>
              <a:gd name="connsiteY1" fmla="*/ 0 h 4897436"/>
              <a:gd name="connsiteX2" fmla="*/ 2253673 w 5543547"/>
              <a:gd name="connsiteY2" fmla="*/ 0 h 4897436"/>
              <a:gd name="connsiteX3" fmla="*/ 2325207 w 5543547"/>
              <a:gd name="connsiteY3" fmla="*/ 0 h 4897436"/>
              <a:gd name="connsiteX4" fmla="*/ 3218340 w 5543547"/>
              <a:gd name="connsiteY4" fmla="*/ 0 h 4897436"/>
              <a:gd name="connsiteX5" fmla="*/ 3289874 w 5543547"/>
              <a:gd name="connsiteY5" fmla="*/ 0 h 4897436"/>
              <a:gd name="connsiteX6" fmla="*/ 5186344 w 5543547"/>
              <a:gd name="connsiteY6" fmla="*/ 0 h 4897436"/>
              <a:gd name="connsiteX7" fmla="*/ 5257878 w 5543547"/>
              <a:gd name="connsiteY7" fmla="*/ 0 h 4897436"/>
              <a:gd name="connsiteX8" fmla="*/ 5543547 w 5543547"/>
              <a:gd name="connsiteY8" fmla="*/ 285669 h 4897436"/>
              <a:gd name="connsiteX9" fmla="*/ 5543547 w 5543547"/>
              <a:gd name="connsiteY9" fmla="*/ 1935761 h 4897436"/>
              <a:gd name="connsiteX10" fmla="*/ 5543547 w 5543547"/>
              <a:gd name="connsiteY10" fmla="*/ 2961675 h 4897436"/>
              <a:gd name="connsiteX11" fmla="*/ 5543547 w 5543547"/>
              <a:gd name="connsiteY11" fmla="*/ 4611767 h 4897436"/>
              <a:gd name="connsiteX12" fmla="*/ 5257878 w 5543547"/>
              <a:gd name="connsiteY12" fmla="*/ 4897436 h 4897436"/>
              <a:gd name="connsiteX13" fmla="*/ 5186344 w 5543547"/>
              <a:gd name="connsiteY13" fmla="*/ 4897436 h 4897436"/>
              <a:gd name="connsiteX14" fmla="*/ 3289874 w 5543547"/>
              <a:gd name="connsiteY14" fmla="*/ 4897436 h 4897436"/>
              <a:gd name="connsiteX15" fmla="*/ 3218340 w 5543547"/>
              <a:gd name="connsiteY15" fmla="*/ 4897436 h 4897436"/>
              <a:gd name="connsiteX16" fmla="*/ 2325207 w 5543547"/>
              <a:gd name="connsiteY16" fmla="*/ 4897436 h 4897436"/>
              <a:gd name="connsiteX17" fmla="*/ 2253673 w 5543547"/>
              <a:gd name="connsiteY17" fmla="*/ 4897436 h 4897436"/>
              <a:gd name="connsiteX18" fmla="*/ 357203 w 5543547"/>
              <a:gd name="connsiteY18" fmla="*/ 4897436 h 4897436"/>
              <a:gd name="connsiteX19" fmla="*/ 285669 w 5543547"/>
              <a:gd name="connsiteY19" fmla="*/ 4897436 h 4897436"/>
              <a:gd name="connsiteX20" fmla="*/ 0 w 5543547"/>
              <a:gd name="connsiteY20" fmla="*/ 4611767 h 4897436"/>
              <a:gd name="connsiteX21" fmla="*/ 0 w 5543547"/>
              <a:gd name="connsiteY21" fmla="*/ 2961675 h 4897436"/>
              <a:gd name="connsiteX22" fmla="*/ 0 w 5543547"/>
              <a:gd name="connsiteY22" fmla="*/ 1935761 h 4897436"/>
              <a:gd name="connsiteX23" fmla="*/ 0 w 5543547"/>
              <a:gd name="connsiteY23" fmla="*/ 285669 h 4897436"/>
              <a:gd name="connsiteX24" fmla="*/ 285669 w 5543547"/>
              <a:gd name="connsiteY24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543547" h="4897436" fill="norm" stroke="1" extrusionOk="0">
                <a:moveTo>
                  <a:pt x="285669" y="0"/>
                </a:moveTo>
                <a:lnTo>
                  <a:pt x="357203" y="0"/>
                </a:lnTo>
                <a:lnTo>
                  <a:pt x="2253673" y="0"/>
                </a:lnTo>
                <a:lnTo>
                  <a:pt x="2325207" y="0"/>
                </a:lnTo>
                <a:lnTo>
                  <a:pt x="3218340" y="0"/>
                </a:lnTo>
                <a:lnTo>
                  <a:pt x="3289874" y="0"/>
                </a:lnTo>
                <a:lnTo>
                  <a:pt x="5186344" y="0"/>
                </a:lnTo>
                <a:lnTo>
                  <a:pt x="5257878" y="0"/>
                </a:lnTo>
                <a:cubicBezTo>
                  <a:pt x="5415649" y="0"/>
                  <a:pt x="5543547" y="127898"/>
                  <a:pt x="5543547" y="285669"/>
                </a:cubicBezTo>
                <a:lnTo>
                  <a:pt x="5543547" y="1935761"/>
                </a:lnTo>
                <a:lnTo>
                  <a:pt x="5543547" y="2961675"/>
                </a:lnTo>
                <a:lnTo>
                  <a:pt x="5543547" y="4611767"/>
                </a:lnTo>
                <a:cubicBezTo>
                  <a:pt x="5543547" y="4769538"/>
                  <a:pt x="5415649" y="4897436"/>
                  <a:pt x="5257878" y="4897436"/>
                </a:cubicBezTo>
                <a:lnTo>
                  <a:pt x="5186344" y="4897436"/>
                </a:lnTo>
                <a:lnTo>
                  <a:pt x="3289874" y="4897436"/>
                </a:lnTo>
                <a:lnTo>
                  <a:pt x="3218340" y="4897436"/>
                </a:lnTo>
                <a:lnTo>
                  <a:pt x="2325207" y="4897436"/>
                </a:lnTo>
                <a:lnTo>
                  <a:pt x="2253673" y="4897436"/>
                </a:lnTo>
                <a:lnTo>
                  <a:pt x="357203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910519383" name="Inhaltsplatzhalter 2"/>
          <p:cNvSpPr>
            <a:spLocks noGrp="1"/>
          </p:cNvSpPr>
          <p:nvPr>
            <p:ph sz="half" idx="17" hasCustomPrompt="1"/>
          </p:nvPr>
        </p:nvSpPr>
        <p:spPr bwMode="auto">
          <a:xfrm>
            <a:off x="6240466" y="1484314"/>
            <a:ext cx="5543547" cy="4897436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391712709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26D119F-689D-4112-94EF-BACCDDBAD45A}" type="datetime1">
              <a:rPr lang="de-DE"/>
              <a:t>26.01.2026</a:t>
            </a:fld>
            <a:endParaRPr lang="en-CA"/>
          </a:p>
        </p:txBody>
      </p:sp>
      <p:sp>
        <p:nvSpPr>
          <p:cNvPr id="558284814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1/2 image left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103494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202150043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2089638792" name="Bildplatzhalter 38"/>
          <p:cNvSpPr>
            <a:spLocks noGrp="1"/>
          </p:cNvSpPr>
          <p:nvPr>
            <p:ph type="pic" sz="quarter" idx="16"/>
          </p:nvPr>
        </p:nvSpPr>
        <p:spPr bwMode="auto">
          <a:xfrm>
            <a:off x="407987" y="1484314"/>
            <a:ext cx="5543547" cy="4897436"/>
          </a:xfrm>
          <a:custGeom>
            <a:avLst/>
            <a:gdLst>
              <a:gd name="connsiteX0" fmla="*/ 285669 w 5543547"/>
              <a:gd name="connsiteY0" fmla="*/ 0 h 4897436"/>
              <a:gd name="connsiteX1" fmla="*/ 357203 w 5543547"/>
              <a:gd name="connsiteY1" fmla="*/ 0 h 4897436"/>
              <a:gd name="connsiteX2" fmla="*/ 2253673 w 5543547"/>
              <a:gd name="connsiteY2" fmla="*/ 0 h 4897436"/>
              <a:gd name="connsiteX3" fmla="*/ 2325207 w 5543547"/>
              <a:gd name="connsiteY3" fmla="*/ 0 h 4897436"/>
              <a:gd name="connsiteX4" fmla="*/ 3218340 w 5543547"/>
              <a:gd name="connsiteY4" fmla="*/ 0 h 4897436"/>
              <a:gd name="connsiteX5" fmla="*/ 3289874 w 5543547"/>
              <a:gd name="connsiteY5" fmla="*/ 0 h 4897436"/>
              <a:gd name="connsiteX6" fmla="*/ 5186344 w 5543547"/>
              <a:gd name="connsiteY6" fmla="*/ 0 h 4897436"/>
              <a:gd name="connsiteX7" fmla="*/ 5257878 w 5543547"/>
              <a:gd name="connsiteY7" fmla="*/ 0 h 4897436"/>
              <a:gd name="connsiteX8" fmla="*/ 5543547 w 5543547"/>
              <a:gd name="connsiteY8" fmla="*/ 285669 h 4897436"/>
              <a:gd name="connsiteX9" fmla="*/ 5543547 w 5543547"/>
              <a:gd name="connsiteY9" fmla="*/ 1935761 h 4897436"/>
              <a:gd name="connsiteX10" fmla="*/ 5543547 w 5543547"/>
              <a:gd name="connsiteY10" fmla="*/ 2961675 h 4897436"/>
              <a:gd name="connsiteX11" fmla="*/ 5543547 w 5543547"/>
              <a:gd name="connsiteY11" fmla="*/ 4611767 h 4897436"/>
              <a:gd name="connsiteX12" fmla="*/ 5257878 w 5543547"/>
              <a:gd name="connsiteY12" fmla="*/ 4897436 h 4897436"/>
              <a:gd name="connsiteX13" fmla="*/ 5186344 w 5543547"/>
              <a:gd name="connsiteY13" fmla="*/ 4897436 h 4897436"/>
              <a:gd name="connsiteX14" fmla="*/ 3289874 w 5543547"/>
              <a:gd name="connsiteY14" fmla="*/ 4897436 h 4897436"/>
              <a:gd name="connsiteX15" fmla="*/ 3218340 w 5543547"/>
              <a:gd name="connsiteY15" fmla="*/ 4897436 h 4897436"/>
              <a:gd name="connsiteX16" fmla="*/ 2325207 w 5543547"/>
              <a:gd name="connsiteY16" fmla="*/ 4897436 h 4897436"/>
              <a:gd name="connsiteX17" fmla="*/ 2253673 w 5543547"/>
              <a:gd name="connsiteY17" fmla="*/ 4897436 h 4897436"/>
              <a:gd name="connsiteX18" fmla="*/ 357203 w 5543547"/>
              <a:gd name="connsiteY18" fmla="*/ 4897436 h 4897436"/>
              <a:gd name="connsiteX19" fmla="*/ 285669 w 5543547"/>
              <a:gd name="connsiteY19" fmla="*/ 4897436 h 4897436"/>
              <a:gd name="connsiteX20" fmla="*/ 0 w 5543547"/>
              <a:gd name="connsiteY20" fmla="*/ 4611767 h 4897436"/>
              <a:gd name="connsiteX21" fmla="*/ 0 w 5543547"/>
              <a:gd name="connsiteY21" fmla="*/ 2961675 h 4897436"/>
              <a:gd name="connsiteX22" fmla="*/ 0 w 5543547"/>
              <a:gd name="connsiteY22" fmla="*/ 1935761 h 4897436"/>
              <a:gd name="connsiteX23" fmla="*/ 0 w 5543547"/>
              <a:gd name="connsiteY23" fmla="*/ 285669 h 4897436"/>
              <a:gd name="connsiteX24" fmla="*/ 285669 w 5543547"/>
              <a:gd name="connsiteY24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543547" h="4897436" fill="norm" stroke="1" extrusionOk="0">
                <a:moveTo>
                  <a:pt x="285669" y="0"/>
                </a:moveTo>
                <a:lnTo>
                  <a:pt x="357203" y="0"/>
                </a:lnTo>
                <a:lnTo>
                  <a:pt x="2253673" y="0"/>
                </a:lnTo>
                <a:lnTo>
                  <a:pt x="2325207" y="0"/>
                </a:lnTo>
                <a:lnTo>
                  <a:pt x="3218340" y="0"/>
                </a:lnTo>
                <a:lnTo>
                  <a:pt x="3289874" y="0"/>
                </a:lnTo>
                <a:lnTo>
                  <a:pt x="5186344" y="0"/>
                </a:lnTo>
                <a:lnTo>
                  <a:pt x="5257878" y="0"/>
                </a:lnTo>
                <a:cubicBezTo>
                  <a:pt x="5415649" y="0"/>
                  <a:pt x="5543547" y="127898"/>
                  <a:pt x="5543547" y="285669"/>
                </a:cubicBezTo>
                <a:lnTo>
                  <a:pt x="5543547" y="1935761"/>
                </a:lnTo>
                <a:lnTo>
                  <a:pt x="5543547" y="2961675"/>
                </a:lnTo>
                <a:lnTo>
                  <a:pt x="5543547" y="4611767"/>
                </a:lnTo>
                <a:cubicBezTo>
                  <a:pt x="5543547" y="4769538"/>
                  <a:pt x="5415649" y="4897436"/>
                  <a:pt x="5257878" y="4897436"/>
                </a:cubicBezTo>
                <a:lnTo>
                  <a:pt x="5186344" y="4897436"/>
                </a:lnTo>
                <a:lnTo>
                  <a:pt x="3289874" y="4897436"/>
                </a:lnTo>
                <a:lnTo>
                  <a:pt x="3218340" y="4897436"/>
                </a:lnTo>
                <a:lnTo>
                  <a:pt x="2325207" y="4897436"/>
                </a:lnTo>
                <a:lnTo>
                  <a:pt x="2253673" y="4897436"/>
                </a:lnTo>
                <a:lnTo>
                  <a:pt x="357203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872656506" name="Inhaltsplatzhalter 2"/>
          <p:cNvSpPr>
            <a:spLocks noGrp="1"/>
          </p:cNvSpPr>
          <p:nvPr>
            <p:ph sz="half" idx="17" hasCustomPrompt="1"/>
          </p:nvPr>
        </p:nvSpPr>
        <p:spPr bwMode="auto">
          <a:xfrm>
            <a:off x="6240463" y="1484314"/>
            <a:ext cx="5543551" cy="4897436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667066804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26D119F-689D-4112-94EF-BACCDDBAD45A}" type="datetime1">
              <a:rPr lang="de-DE"/>
              <a:t>26.01.2026</a:t>
            </a:fld>
            <a:endParaRPr lang="en-CA"/>
          </a:p>
        </p:txBody>
      </p:sp>
      <p:sp>
        <p:nvSpPr>
          <p:cNvPr id="958245407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873465872" name="Textfeld 34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265436151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2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 contents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7660191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298353418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135828648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1484312"/>
            <a:ext cx="5538788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151235770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6245226" y="1484312"/>
            <a:ext cx="5538788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144921629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639196C7-E992-43AB-8F76-578993D9CEAE}" type="datetime1">
              <a:rPr lang="de-DE"/>
              <a:t>26.01.2026</a:t>
            </a:fld>
            <a:endParaRPr lang="en-CA"/>
          </a:p>
        </p:txBody>
      </p:sp>
      <p:sp>
        <p:nvSpPr>
          <p:cNvPr id="334686084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2 contents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2365944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65094361" name="Titel 5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167384440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1484312"/>
            <a:ext cx="5538788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965026736" name="Inhaltsplatzhalter 2"/>
          <p:cNvSpPr>
            <a:spLocks noGrp="1"/>
          </p:cNvSpPr>
          <p:nvPr>
            <p:ph sz="half" idx="14" hasCustomPrompt="1"/>
          </p:nvPr>
        </p:nvSpPr>
        <p:spPr bwMode="auto">
          <a:xfrm>
            <a:off x="6245226" y="1484312"/>
            <a:ext cx="5538788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869557594" name="Datumsplatzhalter 2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42558CD2-52FA-4D7C-A86C-723F48EB75AD}" type="datetime1">
              <a:rPr lang="de-DE"/>
              <a:t>26.01.2026</a:t>
            </a:fld>
            <a:endParaRPr lang="en-CA"/>
          </a:p>
        </p:txBody>
      </p:sp>
      <p:sp>
        <p:nvSpPr>
          <p:cNvPr id="177733218" name="Foliennummernplatzhalter 4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401077990" name="Textfeld 1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294961630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8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9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0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4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5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6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7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2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3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 contents with subheadline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8286458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862501902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478911601" name="Textplatzhalter 52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07988" y="1485415"/>
            <a:ext cx="5538788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302332600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1926307"/>
            <a:ext cx="5538788" cy="4455443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754669594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6245226" y="1485415"/>
            <a:ext cx="5538788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699585963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6245226" y="1926306"/>
            <a:ext cx="5538788" cy="4455443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634586707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66B37C8C-F68A-4E06-9922-6EEE86F126B4}" type="datetime1">
              <a:rPr lang="de-DE"/>
              <a:t>26.01.2026</a:t>
            </a:fld>
            <a:endParaRPr lang="en-CA"/>
          </a:p>
        </p:txBody>
      </p:sp>
      <p:sp>
        <p:nvSpPr>
          <p:cNvPr id="421559987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2 contents with subheadline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1842094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/>
              <a:buNone/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360697771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930655436" name="Textplatzhalter 52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07988" y="1485415"/>
            <a:ext cx="5538788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2000415615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1926307"/>
            <a:ext cx="5538788" cy="4455443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993526597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6240463" y="1485415"/>
            <a:ext cx="5543548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24485393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6240464" y="1926306"/>
            <a:ext cx="5543550" cy="4455443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30388250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66B37C8C-F68A-4E06-9922-6EEE86F126B4}" type="datetime1">
              <a:rPr lang="de-DE"/>
              <a:t>26.01.2026</a:t>
            </a:fld>
            <a:endParaRPr lang="en-CA"/>
          </a:p>
        </p:txBody>
      </p:sp>
      <p:sp>
        <p:nvSpPr>
          <p:cNvPr id="2136494703" name="Textfeld 36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992357833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9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709707799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1_3 contents + picture 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0451424" name="Rechteck 43"/>
          <p:cNvSpPr/>
          <p:nvPr userDrawn="1"/>
        </p:nvSpPr>
        <p:spPr bwMode="white">
          <a:xfrm>
            <a:off x="0" y="0"/>
            <a:ext cx="12192000" cy="36576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sp>
        <p:nvSpPr>
          <p:cNvPr id="134142919" name="Rechteck 9"/>
          <p:cNvSpPr/>
          <p:nvPr userDrawn="1"/>
        </p:nvSpPr>
        <p:spPr bwMode="white">
          <a:xfrm>
            <a:off x="0" y="3657600"/>
            <a:ext cx="12192000" cy="3200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sp>
        <p:nvSpPr>
          <p:cNvPr id="382893314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A9A89F6A-0E67-4481-8AD9-D887712E51A9}" type="datetime1">
              <a:rPr lang="de-DE"/>
              <a:t>26.01.2026</a:t>
            </a:fld>
            <a:endParaRPr lang="en-CA"/>
          </a:p>
        </p:txBody>
      </p:sp>
      <p:sp>
        <p:nvSpPr>
          <p:cNvPr id="1496486475" name="Titel 46"/>
          <p:cNvSpPr>
            <a:spLocks noGrp="1"/>
          </p:cNvSpPr>
          <p:nvPr>
            <p:ph type="title" hasCustomPrompt="1"/>
          </p:nvPr>
        </p:nvSpPr>
        <p:spPr bwMode="auto">
          <a:xfrm>
            <a:off x="407988" y="1484313"/>
            <a:ext cx="10050812" cy="553998"/>
          </a:xfrm>
        </p:spPr>
        <p:txBody>
          <a:bodyPr vert="horz"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39828508" name="Textplatzhalter 52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07988" y="3849561"/>
            <a:ext cx="3600450" cy="276999"/>
          </a:xfrm>
        </p:spPr>
        <p:txBody>
          <a:bodyPr wrap="square">
            <a:spAutoFit/>
          </a:bodyPr>
          <a:lstStyle>
            <a:lvl1pPr marL="0" indent="0">
              <a:buNone/>
              <a:defRPr sz="1800" cap="none">
                <a:solidFill>
                  <a:srgbClr val="3264FF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en-CA"/>
              <a:t>From</a:t>
            </a:r>
            <a:endParaRPr/>
          </a:p>
        </p:txBody>
      </p:sp>
      <p:sp>
        <p:nvSpPr>
          <p:cNvPr id="1893961349" name="Inhaltsplatzhalter 39"/>
          <p:cNvSpPr>
            <a:spLocks noGrp="1"/>
          </p:cNvSpPr>
          <p:nvPr>
            <p:ph sz="quarter" idx="22" hasCustomPrompt="1"/>
          </p:nvPr>
        </p:nvSpPr>
        <p:spPr bwMode="auto">
          <a:xfrm>
            <a:off x="407988" y="4298156"/>
            <a:ext cx="3600450" cy="2083593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717471587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296175" y="3849561"/>
            <a:ext cx="3600043" cy="276999"/>
          </a:xfrm>
        </p:spPr>
        <p:txBody>
          <a:bodyPr wrap="square">
            <a:spAutoFit/>
          </a:bodyPr>
          <a:lstStyle>
            <a:lvl1pPr marL="0" indent="0">
              <a:buNone/>
              <a:defRPr sz="1800" cap="none">
                <a:solidFill>
                  <a:srgbClr val="3264FF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To</a:t>
            </a:r>
            <a:endParaRPr lang="en-CA"/>
          </a:p>
        </p:txBody>
      </p:sp>
      <p:sp>
        <p:nvSpPr>
          <p:cNvPr id="1416839725" name="Inhaltsplatzhalter 39"/>
          <p:cNvSpPr>
            <a:spLocks noGrp="1"/>
          </p:cNvSpPr>
          <p:nvPr>
            <p:ph sz="quarter" idx="23" hasCustomPrompt="1"/>
          </p:nvPr>
        </p:nvSpPr>
        <p:spPr bwMode="auto">
          <a:xfrm>
            <a:off x="4296175" y="4298156"/>
            <a:ext cx="3600450" cy="2083593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853596295" name="Textplatzhalter 52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8184360" y="3849561"/>
            <a:ext cx="3600044" cy="276999"/>
          </a:xfrm>
        </p:spPr>
        <p:txBody>
          <a:bodyPr wrap="square">
            <a:spAutoFit/>
          </a:bodyPr>
          <a:lstStyle>
            <a:lvl1pPr marL="0" indent="0">
              <a:buNone/>
              <a:defRPr sz="1800" cap="none">
                <a:solidFill>
                  <a:srgbClr val="3264FF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en-CA"/>
              <a:t>Details</a:t>
            </a:r>
            <a:endParaRPr/>
          </a:p>
        </p:txBody>
      </p:sp>
      <p:sp>
        <p:nvSpPr>
          <p:cNvPr id="821035974" name="Inhaltsplatzhalter 39"/>
          <p:cNvSpPr>
            <a:spLocks noGrp="1"/>
          </p:cNvSpPr>
          <p:nvPr>
            <p:ph sz="quarter" idx="24" hasCustomPrompt="1"/>
          </p:nvPr>
        </p:nvSpPr>
        <p:spPr bwMode="auto">
          <a:xfrm>
            <a:off x="8184362" y="4298156"/>
            <a:ext cx="3600450" cy="2083593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264029437" name="Textfeld 2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sp>
        <p:nvSpPr>
          <p:cNvPr id="663857826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grpSp>
        <p:nvGrpSpPr>
          <p:cNvPr id="390372510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2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3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2 contents white/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5093299" name="Rechteck 37"/>
          <p:cNvSpPr/>
          <p:nvPr userDrawn="1"/>
        </p:nvSpPr>
        <p:spPr bwMode="white">
          <a:xfrm>
            <a:off x="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sp>
        <p:nvSpPr>
          <p:cNvPr id="799024505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8" y="219691"/>
            <a:ext cx="5399999" cy="153888"/>
          </a:xfrm>
        </p:spPr>
        <p:txBody>
          <a:bodyPr wrap="square"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636072358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5399999" cy="369332"/>
          </a:xfrm>
        </p:spPr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453422501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7" y="1484312"/>
            <a:ext cx="5400000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270735013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6384013" y="1484312"/>
            <a:ext cx="5400000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2126217702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64BB44E-8903-4313-BBED-09991CD8D6D8}" type="datetime1">
              <a:rPr lang="de-DE"/>
              <a:t>26.01.2026</a:t>
            </a:fld>
            <a:endParaRPr lang="en-CA"/>
          </a:p>
        </p:txBody>
      </p:sp>
      <p:sp>
        <p:nvSpPr>
          <p:cNvPr id="955604969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25035130" name="Textfeld 32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1499687416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8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 contents blue/whit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3401333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8" y="219691"/>
            <a:ext cx="5400010" cy="153888"/>
          </a:xfrm>
        </p:spPr>
        <p:txBody>
          <a:bodyPr wrap="square"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08062117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5400010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455101808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407986" y="1484312"/>
            <a:ext cx="5400012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240366118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6384000" y="1484312"/>
            <a:ext cx="5400014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296489033" name="Textfeld 32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sp>
        <p:nvSpPr>
          <p:cNvPr id="959262681" name="Rechteck 5"/>
          <p:cNvSpPr/>
          <p:nvPr userDrawn="1"/>
        </p:nvSpPr>
        <p:spPr bwMode="auto">
          <a:xfrm>
            <a:off x="609600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/>
          <a:lstStyle/>
          <a:p>
            <a:pPr marL="252000" indent="-252000" algn="l">
              <a:spcAft>
                <a:spcPts val="600"/>
              </a:spcAft>
              <a:buClr>
                <a:schemeClr val="bg1"/>
              </a:buClr>
              <a:buFont typeface="Wingdings"/>
              <a:buChar char="§"/>
              <a:defRPr/>
            </a:pPr>
            <a:endParaRPr lang="en-CA" sz="1400">
              <a:solidFill>
                <a:schemeClr val="bg1"/>
              </a:solidFill>
            </a:endParaRPr>
          </a:p>
        </p:txBody>
      </p:sp>
      <p:sp>
        <p:nvSpPr>
          <p:cNvPr id="228159228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E64BB44E-8903-4313-BBED-09991CD8D6D8}" type="datetime1">
              <a:rPr lang="de-DE"/>
              <a:t>26.01.2026</a:t>
            </a:fld>
            <a:endParaRPr lang="en-CA"/>
          </a:p>
        </p:txBody>
      </p:sp>
      <p:sp>
        <p:nvSpPr>
          <p:cNvPr id="2016998596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grpSp>
        <p:nvGrpSpPr>
          <p:cNvPr id="2087584048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9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2 contents blue box vertical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3387677" name="Rechteck 3"/>
          <p:cNvSpPr/>
          <p:nvPr userDrawn="1"/>
        </p:nvSpPr>
        <p:spPr bwMode="ltGray">
          <a:xfrm>
            <a:off x="1309630" y="0"/>
            <a:ext cx="1088237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sp>
        <p:nvSpPr>
          <p:cNvPr id="1558499631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599538" y="219691"/>
            <a:ext cx="8859262" cy="153888"/>
          </a:xfrm>
        </p:spPr>
        <p:txBody>
          <a:bodyPr wrap="square"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217405525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1599538" y="404813"/>
            <a:ext cx="8859262" cy="369332"/>
          </a:xfrm>
        </p:spPr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985257652" name="Inhaltsplatzhalter 2"/>
          <p:cNvSpPr>
            <a:spLocks noGrp="1"/>
          </p:cNvSpPr>
          <p:nvPr>
            <p:ph sz="half" idx="14" hasCustomPrompt="1"/>
          </p:nvPr>
        </p:nvSpPr>
        <p:spPr bwMode="auto">
          <a:xfrm>
            <a:off x="1599538" y="1484312"/>
            <a:ext cx="4948238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763144757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6835776" y="1484312"/>
            <a:ext cx="4948238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202263180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E64BB44E-8903-4313-BBED-09991CD8D6D8}" type="datetime1">
              <a:rPr lang="de-DE"/>
              <a:t>26.01.2026</a:t>
            </a:fld>
            <a:endParaRPr lang="en-CA"/>
          </a:p>
        </p:txBody>
      </p:sp>
      <p:sp>
        <p:nvSpPr>
          <p:cNvPr id="1051540630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423727488" name="Textfeld 32"/>
          <p:cNvSpPr txBox="1"/>
          <p:nvPr userDrawn="1"/>
        </p:nvSpPr>
        <p:spPr bwMode="auto">
          <a:xfrm>
            <a:off x="1599538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487966461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8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9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0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2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3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4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5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6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7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2 contents blue box horizontal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1584362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08231565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509732567" name="Rectangle 8"/>
          <p:cNvSpPr/>
          <p:nvPr userDrawn="1"/>
        </p:nvSpPr>
        <p:spPr bwMode="auto">
          <a:xfrm>
            <a:off x="0" y="1196975"/>
            <a:ext cx="12192000" cy="56610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/>
          <a:lstStyle/>
          <a:p>
            <a:pPr marL="252000" indent="-252000" algn="l">
              <a:spcAft>
                <a:spcPts val="600"/>
              </a:spcAft>
              <a:buClr>
                <a:schemeClr val="bg1"/>
              </a:buClr>
              <a:buFont typeface="Wingdings"/>
              <a:buChar char="§"/>
              <a:defRPr/>
            </a:pPr>
            <a:endParaRPr lang="de-DE" sz="1400">
              <a:solidFill>
                <a:schemeClr val="bg1"/>
              </a:solidFill>
            </a:endParaRPr>
          </a:p>
        </p:txBody>
      </p:sp>
      <p:sp>
        <p:nvSpPr>
          <p:cNvPr id="1227494811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639196C7-E992-43AB-8F76-578993D9CEAE}" type="datetime1">
              <a:rPr lang="de-DE"/>
              <a:t>26.01.2026</a:t>
            </a:fld>
            <a:endParaRPr lang="en-CA"/>
          </a:p>
        </p:txBody>
      </p:sp>
      <p:sp>
        <p:nvSpPr>
          <p:cNvPr id="1587582140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233533839" name="Textfeld 35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380673025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11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944226855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1484312"/>
            <a:ext cx="5538788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873538388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6245226" y="1484312"/>
            <a:ext cx="5538788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 contents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9507757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95758053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939051329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1484312"/>
            <a:ext cx="3600451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978562706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4296175" y="1484312"/>
            <a:ext cx="3600450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705266749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266802803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639196C7-E992-43AB-8F76-578993D9CEAE}" type="datetime1">
              <a:rPr lang="de-DE"/>
              <a:t>26.01.2026</a:t>
            </a:fld>
            <a:endParaRPr lang="en-CA"/>
          </a:p>
        </p:txBody>
      </p:sp>
      <p:sp>
        <p:nvSpPr>
          <p:cNvPr id="408999419" name="Inhaltsplatzhalter 3"/>
          <p:cNvSpPr>
            <a:spLocks noGrp="1"/>
          </p:cNvSpPr>
          <p:nvPr>
            <p:ph sz="half" idx="14" hasCustomPrompt="1"/>
          </p:nvPr>
        </p:nvSpPr>
        <p:spPr bwMode="auto">
          <a:xfrm>
            <a:off x="8184362" y="1484312"/>
            <a:ext cx="3600450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3 contents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5197205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333248321" name="Titel 5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153666157" name="Inhaltsplatzhalter 2"/>
          <p:cNvSpPr>
            <a:spLocks noGrp="1"/>
          </p:cNvSpPr>
          <p:nvPr>
            <p:ph sz="half" idx="14" hasCustomPrompt="1"/>
          </p:nvPr>
        </p:nvSpPr>
        <p:spPr bwMode="auto">
          <a:xfrm>
            <a:off x="4296175" y="1484312"/>
            <a:ext cx="3600451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86599057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1484312"/>
            <a:ext cx="3600451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569389862" name="Inhaltsplatzhalter 2"/>
          <p:cNvSpPr>
            <a:spLocks noGrp="1"/>
          </p:cNvSpPr>
          <p:nvPr>
            <p:ph sz="half" idx="15" hasCustomPrompt="1"/>
          </p:nvPr>
        </p:nvSpPr>
        <p:spPr bwMode="auto">
          <a:xfrm>
            <a:off x="8184362" y="1484312"/>
            <a:ext cx="3600451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684803625" name="Datumsplatzhalter 2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42558CD2-52FA-4D7C-A86C-723F48EB75AD}" type="datetime1">
              <a:rPr lang="de-DE"/>
              <a:t>26.01.2026</a:t>
            </a:fld>
            <a:endParaRPr lang="en-CA"/>
          </a:p>
        </p:txBody>
      </p:sp>
      <p:sp>
        <p:nvSpPr>
          <p:cNvPr id="1740920401" name="Foliennummernplatzhalter 4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262584350" name="Textfeld 1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5658545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9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0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4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5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6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7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2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3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 contents with subheadline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9244477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252717558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730708268" name="Textplatzhalter 52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07987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332304379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1929407"/>
            <a:ext cx="3600451" cy="4452343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514793590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295776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209817858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4296175" y="1929406"/>
            <a:ext cx="3600451" cy="4452343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89064717" name="Textplatzhalter 52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185855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196859513" name="Inhaltsplatzhalter 3"/>
          <p:cNvSpPr>
            <a:spLocks noGrp="1"/>
          </p:cNvSpPr>
          <p:nvPr>
            <p:ph sz="half" idx="21" hasCustomPrompt="1"/>
          </p:nvPr>
        </p:nvSpPr>
        <p:spPr bwMode="auto">
          <a:xfrm>
            <a:off x="8184362" y="1929406"/>
            <a:ext cx="3600451" cy="4452343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03307029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66B37C8C-F68A-4E06-9922-6EEE86F126B4}" type="datetime1">
              <a:rPr lang="de-DE"/>
              <a:t>26.01.2026</a:t>
            </a:fld>
            <a:endParaRPr lang="en-CA"/>
          </a:p>
        </p:txBody>
      </p:sp>
      <p:sp>
        <p:nvSpPr>
          <p:cNvPr id="438251253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3 contents with subheadline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103092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/>
              <a:buNone/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675127520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80097380" name="Textplatzhalter 52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07987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872798320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1929407"/>
            <a:ext cx="3600451" cy="4452343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922873447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295776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2021120313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4296175" y="1929406"/>
            <a:ext cx="3600451" cy="4452343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306675039" name="Textplatzhalter 52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185855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600349468" name="Inhaltsplatzhalter 3"/>
          <p:cNvSpPr>
            <a:spLocks noGrp="1"/>
          </p:cNvSpPr>
          <p:nvPr>
            <p:ph sz="half" idx="21" hasCustomPrompt="1"/>
          </p:nvPr>
        </p:nvSpPr>
        <p:spPr bwMode="auto">
          <a:xfrm>
            <a:off x="8184362" y="1929406"/>
            <a:ext cx="3600451" cy="4452343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037957883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66B37C8C-F68A-4E06-9922-6EEE86F126B4}" type="datetime1">
              <a:rPr lang="de-DE"/>
              <a:t>26.01.2026</a:t>
            </a:fld>
            <a:endParaRPr lang="en-CA"/>
          </a:p>
        </p:txBody>
      </p:sp>
      <p:sp>
        <p:nvSpPr>
          <p:cNvPr id="483088802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842238660" name="Textfeld 36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223532025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39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1_3 contents_partially blue_icons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1226161969" name="think-cell data - do not delete"/>
          <p:cNvGraphicFramePr>
            <a:graphicFrameLocks xmlns:a="http://schemas.openxmlformats.org/drawingml/2006/main" noChangeAspect="1"/>
          </p:cNvGraphicFramePr>
          <p:nvPr/>
        </p:nvGraphicFramePr>
        <p:xfrm>
          <a:off x="1587" y="1587"/>
          <a:ext cx="1587" cy="1587"/>
        </p:xfrm>
        <a:graphic>
          <a:graphicData uri="http://schemas.openxmlformats.org/presentationml/2006/ole">
            <p:oleObj name="oleObj" r:id="rId3" imgW="0" imgH="0" progId="TCLayout.ActiveDocument.1">
              <p:embed/>
              <p:pic>
                <p:nvPicPr>
                  <p:cNvPr id="1226161969" name="think-cell data - do not delete" hidden="1"/>
                  <p:cNvPicPr/>
                  <p:nvPr/>
                </p:nvPicPr>
                <p:blipFill rotWithShape="1">
                  <a:blip r:embed="rId2"/>
                  <a:stretch/>
                </p:blipFill>
                <p:spPr bwMode="auto">
                  <a:xfrm>
                    <a:off x="1587" y="1587"/>
                    <a:ext cx="1587" cy="15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962452243" name="Textplatzhalter 7"/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597861475" name="Titel 46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090748375" name="Rechteck 9"/>
          <p:cNvSpPr/>
          <p:nvPr userDrawn="1"/>
        </p:nvSpPr>
        <p:spPr bwMode="white">
          <a:xfrm>
            <a:off x="0" y="2705100"/>
            <a:ext cx="12192000" cy="4152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grpSp>
        <p:nvGrpSpPr>
          <p:cNvPr id="195679588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2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3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965270499" name="Textplatzhalter 52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07988" y="2894920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005875221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3337060"/>
            <a:ext cx="3600451" cy="3044689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694675342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296175" y="2894920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270696692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4296175" y="3337060"/>
            <a:ext cx="3600451" cy="3044689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604553744" name="Textplatzhalter 52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184362" y="2894920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966389303" name="Inhaltsplatzhalter 3"/>
          <p:cNvSpPr>
            <a:spLocks noGrp="1"/>
          </p:cNvSpPr>
          <p:nvPr>
            <p:ph sz="half" idx="21" hasCustomPrompt="1"/>
          </p:nvPr>
        </p:nvSpPr>
        <p:spPr bwMode="auto">
          <a:xfrm>
            <a:off x="8184362" y="3337060"/>
            <a:ext cx="3600451" cy="3044689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292333415" name="Oval 20"/>
          <p:cNvSpPr/>
          <p:nvPr userDrawn="1"/>
        </p:nvSpPr>
        <p:spPr bwMode="auto">
          <a:xfrm>
            <a:off x="1742012" y="1325602"/>
            <a:ext cx="932400" cy="932400"/>
          </a:xfrm>
          <a:prstGeom prst="ellipse">
            <a:avLst/>
          </a:prstGeom>
          <a:solidFill>
            <a:schemeClr val="bg1"/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/>
          <a:lstStyle/>
          <a:p>
            <a:pPr marL="252000" indent="-252000" algn="l">
              <a:spcAft>
                <a:spcPts val="600"/>
              </a:spcAft>
              <a:buClr>
                <a:schemeClr val="bg1"/>
              </a:buClr>
              <a:buFont typeface="Wingdings"/>
              <a:buChar char="§"/>
              <a:defRPr/>
            </a:pPr>
            <a:endParaRPr lang="en-GB" sz="1400">
              <a:solidFill>
                <a:schemeClr val="bg1"/>
              </a:solidFill>
            </a:endParaRPr>
          </a:p>
        </p:txBody>
      </p:sp>
      <p:sp>
        <p:nvSpPr>
          <p:cNvPr id="89538498" name="Oval 21"/>
          <p:cNvSpPr/>
          <p:nvPr userDrawn="1"/>
        </p:nvSpPr>
        <p:spPr bwMode="auto">
          <a:xfrm>
            <a:off x="5629800" y="1325602"/>
            <a:ext cx="932400" cy="932400"/>
          </a:xfrm>
          <a:prstGeom prst="ellipse">
            <a:avLst/>
          </a:prstGeom>
          <a:solidFill>
            <a:schemeClr val="bg1"/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/>
          <a:lstStyle/>
          <a:p>
            <a:pPr marL="252000" indent="-252000" algn="l">
              <a:spcAft>
                <a:spcPts val="600"/>
              </a:spcAft>
              <a:buClr>
                <a:schemeClr val="bg1"/>
              </a:buClr>
              <a:buFont typeface="Wingdings"/>
              <a:buChar char="§"/>
              <a:defRPr/>
            </a:pPr>
            <a:endParaRPr lang="en-GB" sz="1400">
              <a:solidFill>
                <a:schemeClr val="bg1"/>
              </a:solidFill>
            </a:endParaRPr>
          </a:p>
        </p:txBody>
      </p:sp>
      <p:sp>
        <p:nvSpPr>
          <p:cNvPr id="1041879595" name="Oval 23"/>
          <p:cNvSpPr/>
          <p:nvPr userDrawn="1"/>
        </p:nvSpPr>
        <p:spPr bwMode="auto">
          <a:xfrm>
            <a:off x="9517588" y="1325602"/>
            <a:ext cx="932400" cy="932400"/>
          </a:xfrm>
          <a:prstGeom prst="ellipse">
            <a:avLst/>
          </a:prstGeom>
          <a:solidFill>
            <a:schemeClr val="bg1"/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/>
          <a:lstStyle/>
          <a:p>
            <a:pPr marL="252000" indent="-252000" algn="l">
              <a:spcAft>
                <a:spcPts val="600"/>
              </a:spcAft>
              <a:buClr>
                <a:schemeClr val="bg1"/>
              </a:buClr>
              <a:buFont typeface="Wingdings"/>
              <a:buChar char="§"/>
              <a:defRPr/>
            </a:pPr>
            <a:endParaRPr lang="en-GB" sz="1400">
              <a:solidFill>
                <a:schemeClr val="bg1"/>
              </a:solidFill>
            </a:endParaRPr>
          </a:p>
        </p:txBody>
      </p:sp>
      <p:sp>
        <p:nvSpPr>
          <p:cNvPr id="1170604590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A9A89F6A-0E67-4481-8AD9-D887712E51A9}" type="datetime1">
              <a:rPr lang="de-DE"/>
              <a:t>26.01.2026</a:t>
            </a:fld>
            <a:endParaRPr lang="en-CA"/>
          </a:p>
        </p:txBody>
      </p:sp>
      <p:sp>
        <p:nvSpPr>
          <p:cNvPr id="820528365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995633802" name="Textfeld 2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3 contents_partially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247473657" name="think-cell data - do not delete"/>
          <p:cNvGraphicFramePr>
            <a:graphicFrameLocks xmlns:a="http://schemas.openxmlformats.org/drawingml/2006/main" noChangeAspect="1"/>
          </p:cNvGraphicFramePr>
          <p:nvPr/>
        </p:nvGraphicFramePr>
        <p:xfrm>
          <a:off x="1587" y="1587"/>
          <a:ext cx="1587" cy="1587"/>
        </p:xfrm>
        <a:graphic>
          <a:graphicData uri="http://schemas.openxmlformats.org/presentationml/2006/ole">
            <p:oleObj name="oleObj" r:id="rId3" imgW="0" imgH="0" progId="TCLayout.ActiveDocument.1">
              <p:embed/>
              <p:pic>
                <p:nvPicPr>
                  <p:cNvPr id="247473657" name="think-cell data - do not delete" hidden="1"/>
                  <p:cNvPicPr/>
                  <p:nvPr/>
                </p:nvPicPr>
                <p:blipFill rotWithShape="1">
                  <a:blip r:embed="rId2"/>
                  <a:stretch/>
                </p:blipFill>
                <p:spPr bwMode="auto">
                  <a:xfrm>
                    <a:off x="1587" y="1587"/>
                    <a:ext cx="1587" cy="15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46422497" name="Textplatzhalter 7"/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872583962" name="Titel 46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2015746140" name="Rechteck 9"/>
          <p:cNvSpPr/>
          <p:nvPr userDrawn="1"/>
        </p:nvSpPr>
        <p:spPr bwMode="white">
          <a:xfrm>
            <a:off x="0" y="2705100"/>
            <a:ext cx="12192000" cy="4152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sp>
        <p:nvSpPr>
          <p:cNvPr id="557620397" name="Textplatzhalter 52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07988" y="2074373"/>
            <a:ext cx="3600450" cy="432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396801763" name="Inhaltsplatzhalter 39"/>
          <p:cNvSpPr>
            <a:spLocks noGrp="1"/>
          </p:cNvSpPr>
          <p:nvPr>
            <p:ph sz="quarter" idx="22" hasCustomPrompt="1"/>
          </p:nvPr>
        </p:nvSpPr>
        <p:spPr bwMode="auto">
          <a:xfrm>
            <a:off x="407988" y="2900105"/>
            <a:ext cx="3600450" cy="3481645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337644277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296174" y="2074373"/>
            <a:ext cx="3600450" cy="432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184828110" name="Inhaltsplatzhalter 39"/>
          <p:cNvSpPr>
            <a:spLocks noGrp="1"/>
          </p:cNvSpPr>
          <p:nvPr>
            <p:ph sz="quarter" idx="23" hasCustomPrompt="1"/>
          </p:nvPr>
        </p:nvSpPr>
        <p:spPr bwMode="auto">
          <a:xfrm>
            <a:off x="4296175" y="2900105"/>
            <a:ext cx="3600450" cy="3481645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075306315" name="Textplatzhalter 52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8184360" y="2074373"/>
            <a:ext cx="3600450" cy="432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653560838" name="Inhaltsplatzhalter 39"/>
          <p:cNvSpPr>
            <a:spLocks noGrp="1"/>
          </p:cNvSpPr>
          <p:nvPr>
            <p:ph sz="quarter" idx="24" hasCustomPrompt="1"/>
          </p:nvPr>
        </p:nvSpPr>
        <p:spPr bwMode="auto">
          <a:xfrm>
            <a:off x="8184362" y="2900105"/>
            <a:ext cx="3600450" cy="3481645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grpSp>
        <p:nvGrpSpPr>
          <p:cNvPr id="1423581177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2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3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558257626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A9A89F6A-0E67-4481-8AD9-D887712E51A9}" type="datetime1">
              <a:rPr lang="de-DE"/>
              <a:t>26.01.2026</a:t>
            </a:fld>
            <a:endParaRPr lang="en-CA"/>
          </a:p>
        </p:txBody>
      </p:sp>
      <p:sp>
        <p:nvSpPr>
          <p:cNvPr id="894190945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813274870" name="Textfeld 2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3 contents + picture 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5702755" name="Textplatzhalter 7"/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2073500551" name="Titel 46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988913565" name="Rechteck 9"/>
          <p:cNvSpPr/>
          <p:nvPr userDrawn="1"/>
        </p:nvSpPr>
        <p:spPr bwMode="white">
          <a:xfrm>
            <a:off x="0" y="3657600"/>
            <a:ext cx="12192000" cy="3200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sp>
        <p:nvSpPr>
          <p:cNvPr id="1137071100" name="Textplatzhalter 52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07988" y="3849561"/>
            <a:ext cx="3600450" cy="276999"/>
          </a:xfrm>
        </p:spPr>
        <p:txBody>
          <a:bodyPr wrap="square">
            <a:no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115759849" name="Inhaltsplatzhalter 39"/>
          <p:cNvSpPr>
            <a:spLocks noGrp="1"/>
          </p:cNvSpPr>
          <p:nvPr>
            <p:ph sz="quarter" idx="22" hasCustomPrompt="1"/>
          </p:nvPr>
        </p:nvSpPr>
        <p:spPr bwMode="auto">
          <a:xfrm>
            <a:off x="407988" y="4298157"/>
            <a:ext cx="3600450" cy="2076450"/>
          </a:xfrm>
        </p:spPr>
        <p:txBody>
          <a:bodyPr/>
          <a:lstStyle>
            <a:lvl1pPr marL="252000" indent="-252000">
              <a:buFont typeface="Arial"/>
              <a:buChar char="•"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71629371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296174" y="3849561"/>
            <a:ext cx="3600450" cy="276999"/>
          </a:xfrm>
        </p:spPr>
        <p:txBody>
          <a:bodyPr wrap="square">
            <a:no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610772144" name="Inhaltsplatzhalter 39"/>
          <p:cNvSpPr>
            <a:spLocks noGrp="1"/>
          </p:cNvSpPr>
          <p:nvPr>
            <p:ph sz="quarter" idx="23" hasCustomPrompt="1"/>
          </p:nvPr>
        </p:nvSpPr>
        <p:spPr bwMode="auto">
          <a:xfrm>
            <a:off x="4296175" y="4298157"/>
            <a:ext cx="3600450" cy="2076450"/>
          </a:xfrm>
        </p:spPr>
        <p:txBody>
          <a:bodyPr/>
          <a:lstStyle>
            <a:lvl1pPr marL="252000" indent="-252000">
              <a:buFont typeface="Arial"/>
              <a:buChar char="•"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905999052" name="Textplatzhalter 52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8184360" y="3849561"/>
            <a:ext cx="3600450" cy="276999"/>
          </a:xfrm>
        </p:spPr>
        <p:txBody>
          <a:bodyPr wrap="square">
            <a:no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90409124" name="Inhaltsplatzhalter 39"/>
          <p:cNvSpPr>
            <a:spLocks noGrp="1"/>
          </p:cNvSpPr>
          <p:nvPr>
            <p:ph sz="quarter" idx="24" hasCustomPrompt="1"/>
          </p:nvPr>
        </p:nvSpPr>
        <p:spPr bwMode="auto">
          <a:xfrm>
            <a:off x="8184362" y="4298157"/>
            <a:ext cx="3600450" cy="2076450"/>
          </a:xfrm>
        </p:spPr>
        <p:txBody>
          <a:bodyPr/>
          <a:lstStyle>
            <a:lvl1pPr marL="252000" indent="-252000">
              <a:buFont typeface="Arial"/>
              <a:buChar char="•"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grpSp>
        <p:nvGrpSpPr>
          <p:cNvPr id="1177600031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2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3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521810801" name="Date Placeholder 8"/>
          <p:cNvSpPr>
            <a:spLocks noGrp="1"/>
          </p:cNvSpPr>
          <p:nvPr>
            <p:ph type="dt" sz="half" idx="25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55E70D4B-E00F-4E3D-9749-2A3BEC2D17A1}" type="datetime1">
              <a:rPr lang="de-DE"/>
              <a:t>26.01.2026</a:t>
            </a:fld>
            <a:endParaRPr lang="en-CA"/>
          </a:p>
        </p:txBody>
      </p:sp>
      <p:sp>
        <p:nvSpPr>
          <p:cNvPr id="830463403" name="Slide Number Placeholder 11"/>
          <p:cNvSpPr>
            <a:spLocks noGrp="1"/>
          </p:cNvSpPr>
          <p:nvPr>
            <p:ph type="sldNum" sz="quarter" idx="26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226662567" name="Textfeld 6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 images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9845588" name="Textplatzhalter 7"/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2017033401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482003845" name="Datumsplatzhalter 2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B843108A-4CEC-450F-9F79-7958F0401B7E}" type="datetime1">
              <a:rPr lang="de-DE"/>
              <a:t>26.01.2026</a:t>
            </a:fld>
            <a:endParaRPr lang="en-CA"/>
          </a:p>
        </p:txBody>
      </p:sp>
      <p:sp>
        <p:nvSpPr>
          <p:cNvPr id="1377700326" name="Foliennummernplatzhalter 4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984189944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07988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334244677" name="Bildplatzhalter 9"/>
          <p:cNvSpPr>
            <a:spLocks noGrp="1"/>
          </p:cNvSpPr>
          <p:nvPr>
            <p:ph type="pic" sz="quarter" idx="21"/>
          </p:nvPr>
        </p:nvSpPr>
        <p:spPr bwMode="auto">
          <a:xfrm>
            <a:off x="407988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 fill="norm" stroke="1" extrusionOk="0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063157806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4891314"/>
            <a:ext cx="3600451" cy="1490435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911035573" name="Textplatzhalter 52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4296175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831458047" name="Bildplatzhalter 10"/>
          <p:cNvSpPr>
            <a:spLocks noGrp="1"/>
          </p:cNvSpPr>
          <p:nvPr>
            <p:ph type="pic" sz="quarter" idx="25"/>
          </p:nvPr>
        </p:nvSpPr>
        <p:spPr bwMode="auto">
          <a:xfrm>
            <a:off x="4296175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 fill="norm" stroke="1" extrusionOk="0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446510980" name="Inhaltsplatzhalter 2"/>
          <p:cNvSpPr>
            <a:spLocks noGrp="1"/>
          </p:cNvSpPr>
          <p:nvPr>
            <p:ph sz="half" idx="16" hasCustomPrompt="1"/>
          </p:nvPr>
        </p:nvSpPr>
        <p:spPr bwMode="auto">
          <a:xfrm>
            <a:off x="4296175" y="4891314"/>
            <a:ext cx="3600449" cy="1490435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2018404583" name="Textplatzhalter 52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8184362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668657990" name="Bildplatzhalter 11"/>
          <p:cNvSpPr>
            <a:spLocks noGrp="1"/>
          </p:cNvSpPr>
          <p:nvPr>
            <p:ph type="pic" sz="quarter" idx="26"/>
          </p:nvPr>
        </p:nvSpPr>
        <p:spPr bwMode="auto">
          <a:xfrm>
            <a:off x="8184362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 fill="norm" stroke="1" extrusionOk="0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136940913" name="Inhaltsplatzhalter 2"/>
          <p:cNvSpPr>
            <a:spLocks noGrp="1"/>
          </p:cNvSpPr>
          <p:nvPr>
            <p:ph sz="half" idx="17" hasCustomPrompt="1"/>
          </p:nvPr>
        </p:nvSpPr>
        <p:spPr bwMode="auto">
          <a:xfrm>
            <a:off x="8184362" y="4891314"/>
            <a:ext cx="3600447" cy="1490435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3 images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9375041" name="Textplatzhalter 7"/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417786304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226859739" name="Datumsplatzhalter 2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B843108A-4CEC-450F-9F79-7958F0401B7E}" type="datetime1">
              <a:rPr lang="de-DE"/>
              <a:t>26.01.2026</a:t>
            </a:fld>
            <a:endParaRPr lang="en-CA"/>
          </a:p>
        </p:txBody>
      </p:sp>
      <p:sp>
        <p:nvSpPr>
          <p:cNvPr id="1383863585" name="Foliennummernplatzhalter 4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971872070" name="Textfeld 41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898479434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6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074586316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07987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729009503" name="Textplatzhalter 52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4295771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382082108" name="Textplatzhalter 52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8183563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852771689" name="Bildplatzhalter 9"/>
          <p:cNvSpPr>
            <a:spLocks noGrp="1"/>
          </p:cNvSpPr>
          <p:nvPr>
            <p:ph type="pic" sz="quarter" idx="21"/>
          </p:nvPr>
        </p:nvSpPr>
        <p:spPr bwMode="auto">
          <a:xfrm>
            <a:off x="407988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 fill="norm" stroke="1" extrusionOk="0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292608661" name="Bildplatzhalter 10"/>
          <p:cNvSpPr>
            <a:spLocks noGrp="1"/>
          </p:cNvSpPr>
          <p:nvPr>
            <p:ph type="pic" sz="quarter" idx="25"/>
          </p:nvPr>
        </p:nvSpPr>
        <p:spPr bwMode="auto">
          <a:xfrm>
            <a:off x="4296175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 fill="norm" stroke="1" extrusionOk="0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538430028" name="Bildplatzhalter 11"/>
          <p:cNvSpPr>
            <a:spLocks noGrp="1"/>
          </p:cNvSpPr>
          <p:nvPr>
            <p:ph type="pic" sz="quarter" idx="26"/>
          </p:nvPr>
        </p:nvSpPr>
        <p:spPr bwMode="auto">
          <a:xfrm>
            <a:off x="8184362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 fill="norm" stroke="1" extrusionOk="0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310913621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4891314"/>
            <a:ext cx="3600451" cy="1490435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972724845" name="Inhaltsplatzhalter 2"/>
          <p:cNvSpPr>
            <a:spLocks noGrp="1"/>
          </p:cNvSpPr>
          <p:nvPr>
            <p:ph sz="half" idx="16" hasCustomPrompt="1"/>
          </p:nvPr>
        </p:nvSpPr>
        <p:spPr bwMode="auto">
          <a:xfrm>
            <a:off x="4296175" y="4891314"/>
            <a:ext cx="3600449" cy="1490435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12544715" name="Inhaltsplatzhalter 2"/>
          <p:cNvSpPr>
            <a:spLocks noGrp="1"/>
          </p:cNvSpPr>
          <p:nvPr>
            <p:ph sz="half" idx="17" hasCustomPrompt="1"/>
          </p:nvPr>
        </p:nvSpPr>
        <p:spPr bwMode="auto">
          <a:xfrm>
            <a:off x="8184362" y="4891314"/>
            <a:ext cx="3600447" cy="1490435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1_1/3 image left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8059548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111674207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901449330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1297779267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37823117" name="Textfeld 33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sp>
        <p:nvSpPr>
          <p:cNvPr id="353553916" name="Bildplatzhalter 35"/>
          <p:cNvSpPr>
            <a:spLocks noGrp="1"/>
          </p:cNvSpPr>
          <p:nvPr>
            <p:ph type="pic" sz="quarter" idx="16"/>
          </p:nvPr>
        </p:nvSpPr>
        <p:spPr bwMode="auto">
          <a:xfrm>
            <a:off x="412758" y="1484314"/>
            <a:ext cx="3600447" cy="4897436"/>
          </a:xfrm>
          <a:custGeom>
            <a:avLst/>
            <a:gdLst>
              <a:gd name="connsiteX0" fmla="*/ 285669 w 3600447"/>
              <a:gd name="connsiteY0" fmla="*/ 0 h 4897436"/>
              <a:gd name="connsiteX1" fmla="*/ 382107 w 3600447"/>
              <a:gd name="connsiteY1" fmla="*/ 0 h 4897436"/>
              <a:gd name="connsiteX2" fmla="*/ 3218340 w 3600447"/>
              <a:gd name="connsiteY2" fmla="*/ 0 h 4897436"/>
              <a:gd name="connsiteX3" fmla="*/ 3314778 w 3600447"/>
              <a:gd name="connsiteY3" fmla="*/ 0 h 4897436"/>
              <a:gd name="connsiteX4" fmla="*/ 3600447 w 3600447"/>
              <a:gd name="connsiteY4" fmla="*/ 285669 h 4897436"/>
              <a:gd name="connsiteX5" fmla="*/ 3600447 w 3600447"/>
              <a:gd name="connsiteY5" fmla="*/ 1935761 h 4897436"/>
              <a:gd name="connsiteX6" fmla="*/ 3600447 w 3600447"/>
              <a:gd name="connsiteY6" fmla="*/ 2961675 h 4897436"/>
              <a:gd name="connsiteX7" fmla="*/ 3600447 w 3600447"/>
              <a:gd name="connsiteY7" fmla="*/ 4611767 h 4897436"/>
              <a:gd name="connsiteX8" fmla="*/ 3314778 w 3600447"/>
              <a:gd name="connsiteY8" fmla="*/ 4897436 h 4897436"/>
              <a:gd name="connsiteX9" fmla="*/ 3218340 w 3600447"/>
              <a:gd name="connsiteY9" fmla="*/ 4897436 h 4897436"/>
              <a:gd name="connsiteX10" fmla="*/ 382107 w 3600447"/>
              <a:gd name="connsiteY10" fmla="*/ 4897436 h 4897436"/>
              <a:gd name="connsiteX11" fmla="*/ 285669 w 3600447"/>
              <a:gd name="connsiteY11" fmla="*/ 4897436 h 4897436"/>
              <a:gd name="connsiteX12" fmla="*/ 0 w 3600447"/>
              <a:gd name="connsiteY12" fmla="*/ 4611767 h 4897436"/>
              <a:gd name="connsiteX13" fmla="*/ 0 w 3600447"/>
              <a:gd name="connsiteY13" fmla="*/ 2961675 h 4897436"/>
              <a:gd name="connsiteX14" fmla="*/ 0 w 3600447"/>
              <a:gd name="connsiteY14" fmla="*/ 1935761 h 4897436"/>
              <a:gd name="connsiteX15" fmla="*/ 0 w 3600447"/>
              <a:gd name="connsiteY15" fmla="*/ 285669 h 4897436"/>
              <a:gd name="connsiteX16" fmla="*/ 285669 w 3600447"/>
              <a:gd name="connsiteY16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00447" h="4897436" fill="norm" stroke="1" extrusionOk="0">
                <a:moveTo>
                  <a:pt x="285669" y="0"/>
                </a:moveTo>
                <a:lnTo>
                  <a:pt x="382107" y="0"/>
                </a:lnTo>
                <a:lnTo>
                  <a:pt x="3218340" y="0"/>
                </a:lnTo>
                <a:lnTo>
                  <a:pt x="3314778" y="0"/>
                </a:lnTo>
                <a:cubicBezTo>
                  <a:pt x="3472549" y="0"/>
                  <a:pt x="3600447" y="127898"/>
                  <a:pt x="3600447" y="285669"/>
                </a:cubicBezTo>
                <a:lnTo>
                  <a:pt x="3600447" y="1935761"/>
                </a:lnTo>
                <a:lnTo>
                  <a:pt x="3600447" y="2961675"/>
                </a:lnTo>
                <a:lnTo>
                  <a:pt x="3600447" y="4611767"/>
                </a:lnTo>
                <a:cubicBezTo>
                  <a:pt x="3600447" y="4769538"/>
                  <a:pt x="3472549" y="4897436"/>
                  <a:pt x="3314778" y="4897436"/>
                </a:cubicBezTo>
                <a:lnTo>
                  <a:pt x="3218340" y="4897436"/>
                </a:lnTo>
                <a:lnTo>
                  <a:pt x="382107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grpSp>
        <p:nvGrpSpPr>
          <p:cNvPr id="1142643806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11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920823189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421194" y="1484313"/>
            <a:ext cx="1819270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en-CA"/>
              <a:t>Lorem Ipsum</a:t>
            </a:r>
            <a:endParaRPr/>
          </a:p>
        </p:txBody>
      </p:sp>
      <p:sp>
        <p:nvSpPr>
          <p:cNvPr id="588352303" name="Text Placeholder 32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4421194" y="2335213"/>
            <a:ext cx="1819270" cy="1065212"/>
          </a:xfrm>
        </p:spPr>
        <p:txBody>
          <a:bodyPr wrap="square"/>
          <a:lstStyle>
            <a:lvl1pPr marL="285750" indent="-28575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1533201753" name="Text Placeholder 32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4421194" y="3811588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400285071" name="Text Placeholder 32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421194" y="5287963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1848780093" name="Textplatzhalter 52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6993342" y="1484313"/>
            <a:ext cx="1819270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en-CA"/>
              <a:t>Lorem Ipsum</a:t>
            </a:r>
            <a:endParaRPr/>
          </a:p>
        </p:txBody>
      </p:sp>
      <p:sp>
        <p:nvSpPr>
          <p:cNvPr id="1560073420" name="Text Placeholder 32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6993343" y="2335213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1350195628" name="Text Placeholder 32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6993343" y="3811588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619645770" name="Text Placeholder 32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6993343" y="5287963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1264015796" name="Textplatzhalter 52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9565491" y="1484313"/>
            <a:ext cx="1819270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en-CA"/>
              <a:t>Lorem Ipsum</a:t>
            </a:r>
            <a:endParaRPr/>
          </a:p>
        </p:txBody>
      </p:sp>
      <p:sp>
        <p:nvSpPr>
          <p:cNvPr id="149534835" name="Text Placeholder 32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9565491" y="2335213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499613050" name="Text Placeholder 32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9565491" y="3811588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2064493475" name="Text Placeholder 32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9565491" y="5287963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3 contents with subheadline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2559881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719352434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386231944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66B37C8C-F68A-4E06-9922-6EEE86F126B4}" type="datetime1">
              <a:rPr lang="de-DE"/>
              <a:t>26.01.2026</a:t>
            </a:fld>
            <a:endParaRPr lang="en-CA"/>
          </a:p>
        </p:txBody>
      </p:sp>
      <p:sp>
        <p:nvSpPr>
          <p:cNvPr id="1161012690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554655586" name="Text Placeholder 25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715396" y="2138170"/>
            <a:ext cx="2993571" cy="246221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thing</a:t>
            </a:r>
            <a:r>
              <a:rPr lang="de-DE"/>
              <a:t> </a:t>
            </a:r>
            <a:r>
              <a:rPr lang="de-DE"/>
              <a:t>to</a:t>
            </a:r>
            <a:r>
              <a:rPr lang="de-DE"/>
              <a:t> </a:t>
            </a:r>
            <a:r>
              <a:rPr lang="de-DE"/>
              <a:t>remember</a:t>
            </a:r>
            <a:endParaRPr lang="de-DE"/>
          </a:p>
        </p:txBody>
      </p:sp>
      <p:sp>
        <p:nvSpPr>
          <p:cNvPr id="506756619" name="Text Placeholder 29"/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715963" y="2576321"/>
            <a:ext cx="2992437" cy="152241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de-DE"/>
              <a:t>Insert </a:t>
            </a:r>
            <a:r>
              <a:rPr lang="de-DE"/>
              <a:t>about</a:t>
            </a:r>
            <a:r>
              <a:rPr lang="de-DE"/>
              <a:t> 6-7 </a:t>
            </a:r>
            <a:r>
              <a:rPr lang="de-DE"/>
              <a:t>lines</a:t>
            </a:r>
            <a:r>
              <a:rPr lang="de-DE"/>
              <a:t> </a:t>
            </a:r>
            <a:r>
              <a:rPr lang="de-DE"/>
              <a:t>of</a:t>
            </a:r>
            <a:r>
              <a:rPr lang="de-DE"/>
              <a:t> </a:t>
            </a:r>
            <a:r>
              <a:rPr lang="de-DE"/>
              <a:t>content</a:t>
            </a:r>
            <a:r>
              <a:rPr lang="de-DE"/>
              <a:t> </a:t>
            </a:r>
            <a:endParaRPr/>
          </a:p>
        </p:txBody>
      </p:sp>
      <p:sp>
        <p:nvSpPr>
          <p:cNvPr id="643310503" name="Text Placeholder 25"/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599214" y="2138170"/>
            <a:ext cx="2993571" cy="246221"/>
          </a:xfrm>
        </p:spPr>
        <p:txBody>
          <a:bodyPr anchor="ctr"/>
          <a:lstStyle>
            <a:lvl1pPr marL="0" indent="0">
              <a:buNone/>
              <a:defRPr sz="180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de-DE"/>
              <a:t>Second </a:t>
            </a:r>
            <a:r>
              <a:rPr lang="de-DE"/>
              <a:t>thing</a:t>
            </a:r>
            <a:r>
              <a:rPr lang="de-DE"/>
              <a:t> </a:t>
            </a:r>
            <a:r>
              <a:rPr lang="de-DE"/>
              <a:t>to</a:t>
            </a:r>
            <a:r>
              <a:rPr lang="de-DE"/>
              <a:t> </a:t>
            </a:r>
            <a:r>
              <a:rPr lang="de-DE"/>
              <a:t>remember</a:t>
            </a:r>
            <a:endParaRPr lang="de-DE"/>
          </a:p>
        </p:txBody>
      </p:sp>
      <p:sp>
        <p:nvSpPr>
          <p:cNvPr id="17463494" name="Text Placeholder 29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599781" y="2576321"/>
            <a:ext cx="2992437" cy="152241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de-DE"/>
              <a:t>Insert </a:t>
            </a:r>
            <a:r>
              <a:rPr lang="de-DE"/>
              <a:t>about</a:t>
            </a:r>
            <a:r>
              <a:rPr lang="de-DE"/>
              <a:t> 6-7 </a:t>
            </a:r>
            <a:r>
              <a:rPr lang="de-DE"/>
              <a:t>lines</a:t>
            </a:r>
            <a:r>
              <a:rPr lang="de-DE"/>
              <a:t> </a:t>
            </a:r>
            <a:r>
              <a:rPr lang="de-DE"/>
              <a:t>of</a:t>
            </a:r>
            <a:r>
              <a:rPr lang="de-DE"/>
              <a:t> </a:t>
            </a:r>
            <a:r>
              <a:rPr lang="de-DE"/>
              <a:t>content</a:t>
            </a:r>
            <a:r>
              <a:rPr lang="de-DE"/>
              <a:t> </a:t>
            </a:r>
            <a:endParaRPr/>
          </a:p>
        </p:txBody>
      </p:sp>
      <p:sp>
        <p:nvSpPr>
          <p:cNvPr id="676839855" name="Text Placeholder 25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8482466" y="2138170"/>
            <a:ext cx="2993571" cy="246221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de-DE"/>
              <a:t>Third </a:t>
            </a:r>
            <a:r>
              <a:rPr lang="de-DE"/>
              <a:t>thing</a:t>
            </a:r>
            <a:r>
              <a:rPr lang="de-DE"/>
              <a:t> </a:t>
            </a:r>
            <a:r>
              <a:rPr lang="de-DE"/>
              <a:t>to</a:t>
            </a:r>
            <a:r>
              <a:rPr lang="de-DE"/>
              <a:t> </a:t>
            </a:r>
            <a:r>
              <a:rPr lang="de-DE"/>
              <a:t>remember</a:t>
            </a:r>
            <a:endParaRPr lang="de-DE"/>
          </a:p>
        </p:txBody>
      </p:sp>
      <p:sp>
        <p:nvSpPr>
          <p:cNvPr id="404341136" name="Text Placeholder 29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8483033" y="2576321"/>
            <a:ext cx="2992437" cy="152241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de-DE"/>
              <a:t>Insert </a:t>
            </a:r>
            <a:r>
              <a:rPr lang="de-DE"/>
              <a:t>about</a:t>
            </a:r>
            <a:r>
              <a:rPr lang="de-DE"/>
              <a:t> 6-7 </a:t>
            </a:r>
            <a:r>
              <a:rPr lang="de-DE"/>
              <a:t>lines</a:t>
            </a:r>
            <a:r>
              <a:rPr lang="de-DE"/>
              <a:t> </a:t>
            </a:r>
            <a:r>
              <a:rPr lang="de-DE"/>
              <a:t>of</a:t>
            </a:r>
            <a:r>
              <a:rPr lang="de-DE"/>
              <a:t> </a:t>
            </a:r>
            <a:r>
              <a:rPr lang="de-DE"/>
              <a:t>content</a:t>
            </a:r>
            <a:r>
              <a:rPr lang="de-DE"/>
              <a:t> </a:t>
            </a:r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2_1/3 image left 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1344648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550250486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053318297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866408211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141582836" name="Textfeld 33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783218262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11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353574428" name="Text Placeholder 25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715396" y="2138170"/>
            <a:ext cx="2993571" cy="246221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thing</a:t>
            </a:r>
            <a:r>
              <a:rPr lang="de-DE"/>
              <a:t> </a:t>
            </a:r>
            <a:r>
              <a:rPr lang="de-DE"/>
              <a:t>to</a:t>
            </a:r>
            <a:r>
              <a:rPr lang="de-DE"/>
              <a:t> </a:t>
            </a:r>
            <a:r>
              <a:rPr lang="de-DE"/>
              <a:t>remember</a:t>
            </a:r>
            <a:endParaRPr lang="de-DE"/>
          </a:p>
        </p:txBody>
      </p:sp>
      <p:sp>
        <p:nvSpPr>
          <p:cNvPr id="1214062236" name="Text Placeholder 29"/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715963" y="2576321"/>
            <a:ext cx="2992437" cy="1522412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Insert </a:t>
            </a:r>
            <a:r>
              <a:rPr lang="de-DE"/>
              <a:t>about</a:t>
            </a:r>
            <a:r>
              <a:rPr lang="de-DE"/>
              <a:t> 6-7 </a:t>
            </a:r>
            <a:r>
              <a:rPr lang="de-DE"/>
              <a:t>lines</a:t>
            </a:r>
            <a:r>
              <a:rPr lang="de-DE"/>
              <a:t> </a:t>
            </a:r>
            <a:r>
              <a:rPr lang="de-DE"/>
              <a:t>of</a:t>
            </a:r>
            <a:r>
              <a:rPr lang="de-DE"/>
              <a:t> </a:t>
            </a:r>
            <a:r>
              <a:rPr lang="de-DE"/>
              <a:t>content</a:t>
            </a:r>
            <a:r>
              <a:rPr lang="de-DE"/>
              <a:t> </a:t>
            </a:r>
            <a:endParaRPr/>
          </a:p>
        </p:txBody>
      </p:sp>
      <p:sp>
        <p:nvSpPr>
          <p:cNvPr id="710217841" name="Text Placeholder 25"/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599214" y="2138170"/>
            <a:ext cx="2993571" cy="246221"/>
          </a:xfrm>
        </p:spPr>
        <p:txBody>
          <a:bodyPr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Second </a:t>
            </a:r>
            <a:r>
              <a:rPr lang="de-DE"/>
              <a:t>thing</a:t>
            </a:r>
            <a:r>
              <a:rPr lang="de-DE"/>
              <a:t> </a:t>
            </a:r>
            <a:r>
              <a:rPr lang="de-DE"/>
              <a:t>to</a:t>
            </a:r>
            <a:r>
              <a:rPr lang="de-DE"/>
              <a:t> </a:t>
            </a:r>
            <a:r>
              <a:rPr lang="de-DE"/>
              <a:t>remember</a:t>
            </a:r>
            <a:endParaRPr lang="de-DE"/>
          </a:p>
        </p:txBody>
      </p:sp>
      <p:sp>
        <p:nvSpPr>
          <p:cNvPr id="13823786" name="Text Placeholder 29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599781" y="2576321"/>
            <a:ext cx="2992437" cy="1522412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Insert </a:t>
            </a:r>
            <a:r>
              <a:rPr lang="de-DE"/>
              <a:t>about</a:t>
            </a:r>
            <a:r>
              <a:rPr lang="de-DE"/>
              <a:t> 6-7 </a:t>
            </a:r>
            <a:r>
              <a:rPr lang="de-DE"/>
              <a:t>lines</a:t>
            </a:r>
            <a:r>
              <a:rPr lang="de-DE"/>
              <a:t> </a:t>
            </a:r>
            <a:r>
              <a:rPr lang="de-DE"/>
              <a:t>of</a:t>
            </a:r>
            <a:r>
              <a:rPr lang="de-DE"/>
              <a:t> </a:t>
            </a:r>
            <a:r>
              <a:rPr lang="de-DE"/>
              <a:t>content</a:t>
            </a:r>
            <a:r>
              <a:rPr lang="de-DE"/>
              <a:t> </a:t>
            </a:r>
            <a:endParaRPr/>
          </a:p>
        </p:txBody>
      </p:sp>
      <p:sp>
        <p:nvSpPr>
          <p:cNvPr id="121496931" name="Text Placeholder 25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8482466" y="2138170"/>
            <a:ext cx="2993571" cy="246221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Third </a:t>
            </a:r>
            <a:r>
              <a:rPr lang="de-DE"/>
              <a:t>thing</a:t>
            </a:r>
            <a:r>
              <a:rPr lang="de-DE"/>
              <a:t> </a:t>
            </a:r>
            <a:r>
              <a:rPr lang="de-DE"/>
              <a:t>to</a:t>
            </a:r>
            <a:r>
              <a:rPr lang="de-DE"/>
              <a:t> </a:t>
            </a:r>
            <a:r>
              <a:rPr lang="de-DE"/>
              <a:t>remember</a:t>
            </a:r>
            <a:endParaRPr lang="de-DE"/>
          </a:p>
        </p:txBody>
      </p:sp>
      <p:sp>
        <p:nvSpPr>
          <p:cNvPr id="682798591" name="Text Placeholder 29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8483033" y="2576321"/>
            <a:ext cx="2992437" cy="1522412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Insert </a:t>
            </a:r>
            <a:r>
              <a:rPr lang="de-DE"/>
              <a:t>about</a:t>
            </a:r>
            <a:r>
              <a:rPr lang="de-DE"/>
              <a:t> 6-7 </a:t>
            </a:r>
            <a:r>
              <a:rPr lang="de-DE"/>
              <a:t>lines</a:t>
            </a:r>
            <a:r>
              <a:rPr lang="de-DE"/>
              <a:t> </a:t>
            </a:r>
            <a:r>
              <a:rPr lang="de-DE"/>
              <a:t>of</a:t>
            </a:r>
            <a:r>
              <a:rPr lang="de-DE"/>
              <a:t> </a:t>
            </a:r>
            <a:r>
              <a:rPr lang="de-DE"/>
              <a:t>content</a:t>
            </a:r>
            <a:r>
              <a:rPr lang="de-DE"/>
              <a:t> </a:t>
            </a:r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Closing slide_arrow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26086150" name="Gruppieren 11"/>
          <p:cNvGrpSpPr/>
          <p:nvPr userDrawn="1"/>
        </p:nvGrpSpPr>
        <p:grpSpPr bwMode="auto">
          <a:xfrm>
            <a:off x="302079" y="0"/>
            <a:ext cx="11587842" cy="6854780"/>
            <a:chOff x="2376487" y="1228725"/>
            <a:chExt cx="7439024" cy="4400550"/>
          </a:xfrm>
        </p:grpSpPr>
        <p:sp>
          <p:nvSpPr>
            <p:cNvPr id="9" name="Freihandform: Form 8"/>
            <p:cNvSpPr/>
            <p:nvPr/>
          </p:nvSpPr>
          <p:spPr bwMode="auto">
            <a:xfrm>
              <a:off x="23764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 fill="norm" stroke="1" extrusionOk="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/>
              <a:noAutofit/>
            </a:bodyPr>
            <a:lstStyle/>
            <a:p>
              <a:pPr lvl="0" algn="ctr">
                <a:lnSpc>
                  <a:spcPct val="80000"/>
                </a:lnSpc>
                <a:defRPr/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  <p:sp>
          <p:nvSpPr>
            <p:cNvPr id="10" name="Freihandform: Form 9"/>
            <p:cNvSpPr/>
            <p:nvPr/>
          </p:nvSpPr>
          <p:spPr bwMode="auto">
            <a:xfrm>
              <a:off x="48148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 fill="norm" stroke="1" extrusionOk="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/>
              <a:noAutofit/>
            </a:bodyPr>
            <a:lstStyle/>
            <a:p>
              <a:pPr lvl="0" algn="ctr">
                <a:lnSpc>
                  <a:spcPct val="80000"/>
                </a:lnSpc>
                <a:defRPr/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  <p:sp>
          <p:nvSpPr>
            <p:cNvPr id="11" name="Freihandform: Form 10"/>
            <p:cNvSpPr/>
            <p:nvPr/>
          </p:nvSpPr>
          <p:spPr bwMode="auto">
            <a:xfrm>
              <a:off x="72532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 fill="norm" stroke="1" extrusionOk="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/>
              <a:noAutofit/>
            </a:bodyPr>
            <a:lstStyle/>
            <a:p>
              <a:pPr lvl="0" algn="ctr">
                <a:lnSpc>
                  <a:spcPct val="80000"/>
                </a:lnSpc>
                <a:defRPr/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</p:grpSp>
      <p:sp>
        <p:nvSpPr>
          <p:cNvPr id="1315312300" name="Textplatzhalter 2"/>
          <p:cNvSpPr>
            <a:spLocks noGrp="1"/>
          </p:cNvSpPr>
          <p:nvPr>
            <p:ph type="body" idx="1" hasCustomPrompt="1"/>
          </p:nvPr>
        </p:nvSpPr>
        <p:spPr bwMode="auto">
          <a:xfrm>
            <a:off x="407988" y="1196975"/>
            <a:ext cx="845390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 wrap="square" lIns="72000" tIns="36000" rIns="72000" bIns="36000" anchor="ctr">
            <a:norm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de-DE"/>
              <a:t>Closing</a:t>
            </a:r>
            <a:endParaRPr/>
          </a:p>
        </p:txBody>
      </p:sp>
      <p:sp>
        <p:nvSpPr>
          <p:cNvPr id="1974427169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882629145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875928982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2070163"/>
            <a:ext cx="5538787" cy="2111312"/>
          </a:xfrm>
        </p:spPr>
        <p:txBody>
          <a:bodyPr vert="horz" anchor="t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Enabling</a:t>
            </a:r>
            <a:r>
              <a:rPr lang="de-DE"/>
              <a:t> </a:t>
            </a:r>
            <a:r>
              <a:rPr lang="de-DE"/>
              <a:t>you</a:t>
            </a:r>
            <a:r>
              <a:rPr lang="de-DE"/>
              <a:t> </a:t>
            </a:r>
            <a:r>
              <a:rPr lang="de-DE"/>
              <a:t>to</a:t>
            </a:r>
            <a:r>
              <a:rPr lang="de-DE"/>
              <a:t> </a:t>
            </a:r>
            <a:r>
              <a:rPr lang="de-DE"/>
              <a:t>shape</a:t>
            </a:r>
            <a:r>
              <a:rPr lang="de-DE"/>
              <a:t> a </a:t>
            </a:r>
            <a:r>
              <a:rPr lang="de-DE"/>
              <a:t>better</a:t>
            </a:r>
            <a:r>
              <a:rPr lang="de-DE"/>
              <a:t> </a:t>
            </a:r>
            <a:r>
              <a:rPr lang="de-DE"/>
              <a:t>tomorrow</a:t>
            </a:r>
            <a:endParaRPr lang="en-CA"/>
          </a:p>
        </p:txBody>
      </p:sp>
      <p:sp>
        <p:nvSpPr>
          <p:cNvPr id="1526844721" name="Rectangle 7"/>
          <p:cNvSpPr>
            <a:spLocks noChangeArrowheads="1"/>
          </p:cNvSpPr>
          <p:nvPr userDrawn="1"/>
        </p:nvSpPr>
        <p:spPr bwMode="gray">
          <a:xfrm>
            <a:off x="406452" y="4545128"/>
            <a:ext cx="11377507" cy="15842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 anchor="t"/>
          <a:lstStyle/>
          <a:p>
            <a:pPr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  <a:defRPr/>
            </a:pPr>
            <a:r>
              <a:rPr lang="en-US" sz="1400" b="1">
                <a:solidFill>
                  <a:schemeClr val="bg1"/>
                </a:solidFill>
                <a:latin typeface="+mn-lt"/>
                <a:cs typeface="Segoe UI"/>
              </a:rPr>
              <a:t>MHP Management- und IT-</a:t>
            </a:r>
            <a:r>
              <a:rPr lang="en-US" sz="1400" b="1">
                <a:solidFill>
                  <a:schemeClr val="bg1"/>
                </a:solidFill>
                <a:latin typeface="+mn-lt"/>
                <a:cs typeface="Segoe UI"/>
              </a:rPr>
              <a:t>Beratung</a:t>
            </a:r>
            <a:r>
              <a:rPr lang="en-US" sz="1400" b="1">
                <a:solidFill>
                  <a:schemeClr val="bg1"/>
                </a:solidFill>
                <a:latin typeface="+mn-lt"/>
                <a:cs typeface="Segoe UI"/>
              </a:rPr>
              <a:t> GmbH</a:t>
            </a:r>
            <a:br>
              <a:rPr lang="en-US" sz="1400" b="1">
                <a:solidFill>
                  <a:schemeClr val="bg1"/>
                </a:solidFill>
                <a:latin typeface="+mn-lt"/>
                <a:cs typeface="Segoe UI"/>
              </a:rPr>
            </a:br>
            <a:br>
              <a:rPr lang="en-US" sz="1400">
                <a:solidFill>
                  <a:schemeClr val="bg1"/>
                </a:solidFill>
                <a:latin typeface="+mn-lt"/>
                <a:cs typeface="Segoe UI"/>
              </a:rPr>
            </a:b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Film- und </a:t>
            </a: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Medienzentrum</a:t>
            </a: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 l Königsallee 49 l D-71638 Ludwigsburg</a:t>
            </a:r>
            <a:endParaRPr/>
          </a:p>
          <a:p>
            <a:pPr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  <a:defRPr/>
            </a:pP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Telefon</a:t>
            </a: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 +49 (0)7141 7856-0 l Fax +49 (0)7141 7856-199</a:t>
            </a:r>
            <a:endParaRPr/>
          </a:p>
          <a:p>
            <a:pPr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  <a:defRPr/>
            </a:pP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E-Mail info@mhp.com l Internet www.mhp.com</a:t>
            </a:r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Closing slide_imag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2869974" name="Rechteck 43"/>
          <p:cNvSpPr/>
          <p:nvPr userDrawn="1"/>
        </p:nvSpPr>
        <p:spPr bwMode="white"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264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sp>
        <p:nvSpPr>
          <p:cNvPr id="192792544" name="Textplatzhalter 2"/>
          <p:cNvSpPr>
            <a:spLocks noGrp="1"/>
          </p:cNvSpPr>
          <p:nvPr>
            <p:ph type="body" idx="1" hasCustomPrompt="1"/>
          </p:nvPr>
        </p:nvSpPr>
        <p:spPr bwMode="auto">
          <a:xfrm>
            <a:off x="407988" y="1196975"/>
            <a:ext cx="845390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 wrap="square" lIns="72000" tIns="36000" rIns="72000" bIns="36000" anchor="ctr">
            <a:norm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de-DE"/>
              <a:t>Closing</a:t>
            </a:r>
            <a:endParaRPr/>
          </a:p>
        </p:txBody>
      </p:sp>
      <p:sp>
        <p:nvSpPr>
          <p:cNvPr id="1637164894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19161570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682407067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2070163"/>
            <a:ext cx="6776583" cy="2082737"/>
          </a:xfrm>
        </p:spPr>
        <p:txBody>
          <a:bodyPr vert="horz" anchor="t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We</a:t>
            </a:r>
            <a:r>
              <a:rPr lang="de-DE"/>
              <a:t> </a:t>
            </a:r>
            <a:r>
              <a:rPr lang="de-DE"/>
              <a:t>create</a:t>
            </a:r>
            <a:r>
              <a:rPr lang="de-DE"/>
              <a:t> digital </a:t>
            </a:r>
            <a:r>
              <a:rPr lang="de-DE"/>
              <a:t>futures</a:t>
            </a:r>
            <a:r>
              <a:rPr lang="de-DE"/>
              <a:t> </a:t>
            </a:r>
            <a:r>
              <a:rPr lang="de-DE"/>
              <a:t>with</a:t>
            </a:r>
            <a:r>
              <a:rPr lang="de-DE"/>
              <a:t> </a:t>
            </a:r>
            <a:r>
              <a:rPr lang="de-DE"/>
              <a:t>sustainable</a:t>
            </a:r>
            <a:r>
              <a:rPr lang="de-DE"/>
              <a:t> </a:t>
            </a:r>
            <a:r>
              <a:rPr lang="de-DE"/>
              <a:t>impact</a:t>
            </a:r>
            <a:r>
              <a:rPr lang="de-DE"/>
              <a:t> </a:t>
            </a:r>
            <a:r>
              <a:rPr lang="de-DE"/>
              <a:t>for</a:t>
            </a:r>
            <a:r>
              <a:rPr lang="de-DE"/>
              <a:t> </a:t>
            </a:r>
            <a:r>
              <a:rPr lang="de-DE"/>
              <a:t>the</a:t>
            </a:r>
            <a:r>
              <a:rPr lang="de-DE"/>
              <a:t> </a:t>
            </a:r>
            <a:r>
              <a:rPr lang="de-DE"/>
              <a:t>world</a:t>
            </a:r>
            <a:r>
              <a:rPr lang="de-DE"/>
              <a:t>.</a:t>
            </a:r>
            <a:endParaRPr lang="en-CA"/>
          </a:p>
        </p:txBody>
      </p:sp>
      <p:sp>
        <p:nvSpPr>
          <p:cNvPr id="1436827793" name="Rectangle 7"/>
          <p:cNvSpPr>
            <a:spLocks noChangeArrowheads="1"/>
          </p:cNvSpPr>
          <p:nvPr userDrawn="1"/>
        </p:nvSpPr>
        <p:spPr bwMode="gray">
          <a:xfrm>
            <a:off x="406452" y="4545128"/>
            <a:ext cx="11377507" cy="15842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 anchor="t"/>
          <a:lstStyle/>
          <a:p>
            <a:pPr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  <a:defRPr/>
            </a:pPr>
            <a:r>
              <a:rPr lang="en-US" sz="1400" b="1">
                <a:solidFill>
                  <a:schemeClr val="bg1"/>
                </a:solidFill>
                <a:latin typeface="+mn-lt"/>
                <a:cs typeface="Segoe UI"/>
              </a:rPr>
              <a:t>MHP Management- und IT-</a:t>
            </a:r>
            <a:r>
              <a:rPr lang="en-US" sz="1400" b="1">
                <a:solidFill>
                  <a:schemeClr val="bg1"/>
                </a:solidFill>
                <a:latin typeface="+mn-lt"/>
                <a:cs typeface="Segoe UI"/>
              </a:rPr>
              <a:t>Beratung</a:t>
            </a:r>
            <a:r>
              <a:rPr lang="en-US" sz="1400" b="1">
                <a:solidFill>
                  <a:schemeClr val="bg1"/>
                </a:solidFill>
                <a:latin typeface="+mn-lt"/>
                <a:cs typeface="Segoe UI"/>
              </a:rPr>
              <a:t> GmbH</a:t>
            </a:r>
            <a:br>
              <a:rPr lang="en-US" sz="1400" b="1">
                <a:solidFill>
                  <a:schemeClr val="bg1"/>
                </a:solidFill>
                <a:latin typeface="+mn-lt"/>
                <a:cs typeface="Segoe UI"/>
              </a:rPr>
            </a:br>
            <a:br>
              <a:rPr lang="en-US" sz="1400">
                <a:solidFill>
                  <a:schemeClr val="bg1"/>
                </a:solidFill>
                <a:latin typeface="+mn-lt"/>
                <a:cs typeface="Segoe UI"/>
              </a:rPr>
            </a:b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Film- und </a:t>
            </a: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Medienzentrum</a:t>
            </a: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 l Königsallee 49 l D-71638 Ludwigsburg</a:t>
            </a:r>
            <a:endParaRPr/>
          </a:p>
          <a:p>
            <a:pPr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  <a:defRPr/>
            </a:pP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Telefon</a:t>
            </a: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 +49 (0)7141 7856-0 l Fax +49 (0)7141 7856-199</a:t>
            </a:r>
            <a:endParaRPr/>
          </a:p>
          <a:p>
            <a:pPr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  <a:defRPr/>
            </a:pP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E-Mail info@mhp.com l Internet www.mhp.com</a:t>
            </a:r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Mockup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7733220" name="Rechteck 3"/>
          <p:cNvSpPr/>
          <p:nvPr userDrawn="1"/>
        </p:nvSpPr>
        <p:spPr bwMode="ltGray">
          <a:xfrm>
            <a:off x="1309630" y="0"/>
            <a:ext cx="1088237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sp>
        <p:nvSpPr>
          <p:cNvPr id="537616023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599538" y="219691"/>
            <a:ext cx="8859262" cy="153888"/>
          </a:xfrm>
        </p:spPr>
        <p:txBody>
          <a:bodyPr wrap="square"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006392177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1599538" y="404813"/>
            <a:ext cx="8859262" cy="369332"/>
          </a:xfrm>
        </p:spPr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765813756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E64BB44E-8903-4313-BBED-09991CD8D6D8}" type="datetime1">
              <a:rPr lang="de-DE"/>
              <a:t>26.01.2026</a:t>
            </a:fld>
            <a:endParaRPr lang="en-CA"/>
          </a:p>
        </p:txBody>
      </p:sp>
      <p:sp>
        <p:nvSpPr>
          <p:cNvPr id="291256653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105389417" name="Textfeld 32"/>
          <p:cNvSpPr txBox="1"/>
          <p:nvPr userDrawn="1"/>
        </p:nvSpPr>
        <p:spPr bwMode="auto">
          <a:xfrm>
            <a:off x="1599538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202473200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8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9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0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2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3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4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5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6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7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776311410" name="Text Placeholder 60"/>
          <p:cNvSpPr>
            <a:spLocks noGrp="1"/>
          </p:cNvSpPr>
          <p:nvPr>
            <p:ph type="body" sz="quarter" idx="32"/>
          </p:nvPr>
        </p:nvSpPr>
        <p:spPr bwMode="auto">
          <a:xfrm>
            <a:off x="2537101" y="1484313"/>
            <a:ext cx="5644874" cy="228295"/>
          </a:xfrm>
        </p:spPr>
        <p:txBody>
          <a:bodyPr>
            <a:noAutofit/>
          </a:bodyPr>
          <a:lstStyle>
            <a:lvl1pPr marL="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16700572" name="Picture Placeholder 68"/>
          <p:cNvSpPr>
            <a:spLocks noGrp="1"/>
          </p:cNvSpPr>
          <p:nvPr>
            <p:ph type="pic" sz="quarter" idx="34"/>
          </p:nvPr>
        </p:nvSpPr>
        <p:spPr bwMode="auto">
          <a:xfrm>
            <a:off x="2620736" y="2326356"/>
            <a:ext cx="1838325" cy="2483769"/>
          </a:xfrm>
          <a:prstGeom prst="roundRect">
            <a:avLst>
              <a:gd name="adj" fmla="val 4232"/>
            </a:avLst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28992118" name="Textplatzhalter 52"/>
          <p:cNvSpPr>
            <a:spLocks noGrp="1"/>
          </p:cNvSpPr>
          <p:nvPr>
            <p:ph type="body" sz="quarter" idx="20"/>
          </p:nvPr>
        </p:nvSpPr>
        <p:spPr bwMode="auto">
          <a:xfrm>
            <a:off x="2537102" y="5293012"/>
            <a:ext cx="1550286" cy="405189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 wrap="square" lIns="72000" tIns="36000" rIns="72000" bIns="36000" anchor="ctr">
            <a:spAutoFit/>
          </a:bodyPr>
          <a:lstStyle>
            <a:lvl1pPr marL="0" indent="0" algn="l">
              <a:buNone/>
              <a:defRPr sz="14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endParaRPr lang="en-CA"/>
          </a:p>
        </p:txBody>
      </p:sp>
      <p:sp>
        <p:nvSpPr>
          <p:cNvPr id="1616213207" name="Text Placeholder 60"/>
          <p:cNvSpPr>
            <a:spLocks noGrp="1"/>
          </p:cNvSpPr>
          <p:nvPr>
            <p:ph type="body" sz="quarter" idx="38"/>
          </p:nvPr>
        </p:nvSpPr>
        <p:spPr bwMode="auto">
          <a:xfrm>
            <a:off x="2537101" y="5798959"/>
            <a:ext cx="2011087" cy="228295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pPr lvl="0">
              <a:defRPr/>
            </a:pPr>
            <a:r>
              <a:rPr lang="en-US"/>
              <a:t>Click to edit</a:t>
            </a:r>
            <a:endParaRPr/>
          </a:p>
        </p:txBody>
      </p:sp>
      <p:sp>
        <p:nvSpPr>
          <p:cNvPr id="560515350" name="Picture Placeholder 68"/>
          <p:cNvSpPr>
            <a:spLocks noGrp="1"/>
          </p:cNvSpPr>
          <p:nvPr>
            <p:ph type="pic" sz="quarter" idx="35"/>
          </p:nvPr>
        </p:nvSpPr>
        <p:spPr bwMode="auto">
          <a:xfrm>
            <a:off x="5792546" y="2326356"/>
            <a:ext cx="1838325" cy="2483769"/>
          </a:xfrm>
          <a:prstGeom prst="roundRect">
            <a:avLst>
              <a:gd name="adj" fmla="val 4232"/>
            </a:avLst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673235575" name="Textplatzhalter 52"/>
          <p:cNvSpPr>
            <a:spLocks noGrp="1"/>
          </p:cNvSpPr>
          <p:nvPr>
            <p:ph type="body" sz="quarter" idx="28"/>
          </p:nvPr>
        </p:nvSpPr>
        <p:spPr bwMode="auto">
          <a:xfrm>
            <a:off x="5696088" y="5293012"/>
            <a:ext cx="1550286" cy="405189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 wrap="square" lIns="72000" tIns="36000" rIns="72000" bIns="36000" anchor="ctr">
            <a:spAutoFit/>
          </a:bodyPr>
          <a:lstStyle>
            <a:lvl1pPr marL="0" indent="0" algn="l">
              <a:buNone/>
              <a:defRPr sz="14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endParaRPr lang="en-CA"/>
          </a:p>
        </p:txBody>
      </p:sp>
      <p:sp>
        <p:nvSpPr>
          <p:cNvPr id="368658944" name="Text Placeholder 60"/>
          <p:cNvSpPr>
            <a:spLocks noGrp="1"/>
          </p:cNvSpPr>
          <p:nvPr>
            <p:ph type="body" sz="quarter" idx="39"/>
          </p:nvPr>
        </p:nvSpPr>
        <p:spPr bwMode="auto">
          <a:xfrm>
            <a:off x="5696087" y="5798959"/>
            <a:ext cx="2011087" cy="228295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pPr lvl="0">
              <a:defRPr/>
            </a:pPr>
            <a:r>
              <a:rPr lang="en-US"/>
              <a:t>Click to edit</a:t>
            </a:r>
            <a:endParaRPr/>
          </a:p>
        </p:txBody>
      </p:sp>
      <p:pic>
        <p:nvPicPr>
          <p:cNvPr id="1208071173" name="Grafik 58"/>
          <p:cNvPicPr>
            <a:picLocks noChangeAspect="1"/>
          </p:cNvPicPr>
          <p:nvPr userDrawn="1"/>
        </p:nvPicPr>
        <p:blipFill rotWithShape="1">
          <a:blip r:embed="rId2"/>
          <a:srcRect l="9746" t="10016" r="9733" b="12093"/>
          <a:stretch/>
        </p:blipFill>
        <p:spPr bwMode="auto">
          <a:xfrm>
            <a:off x="2162175" y="2085974"/>
            <a:ext cx="2749240" cy="3012657"/>
          </a:xfrm>
          <a:prstGeom prst="rect">
            <a:avLst/>
          </a:prstGeom>
        </p:spPr>
      </p:pic>
      <p:pic>
        <p:nvPicPr>
          <p:cNvPr id="166328983" name="Grafik 58"/>
          <p:cNvPicPr>
            <a:picLocks noChangeAspect="1"/>
          </p:cNvPicPr>
          <p:nvPr userDrawn="1"/>
        </p:nvPicPr>
        <p:blipFill rotWithShape="1">
          <a:blip r:embed="rId2"/>
          <a:srcRect l="12499" t="10016" r="12236" b="13019"/>
          <a:stretch/>
        </p:blipFill>
        <p:spPr bwMode="auto">
          <a:xfrm>
            <a:off x="5427993" y="2085974"/>
            <a:ext cx="2569778" cy="2976880"/>
          </a:xfrm>
          <a:prstGeom prst="rect">
            <a:avLst/>
          </a:prstGeom>
        </p:spPr>
      </p:pic>
      <p:sp>
        <p:nvSpPr>
          <p:cNvPr id="544079357" name="Picture Placeholder 68"/>
          <p:cNvSpPr>
            <a:spLocks noGrp="1"/>
          </p:cNvSpPr>
          <p:nvPr>
            <p:ph type="pic" sz="quarter" idx="36"/>
          </p:nvPr>
        </p:nvSpPr>
        <p:spPr bwMode="auto">
          <a:xfrm>
            <a:off x="8938770" y="2326356"/>
            <a:ext cx="1838325" cy="2483769"/>
          </a:xfrm>
          <a:prstGeom prst="roundRect">
            <a:avLst>
              <a:gd name="adj" fmla="val 4232"/>
            </a:avLst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848608624" name="Textplatzhalter 52"/>
          <p:cNvSpPr>
            <a:spLocks noGrp="1"/>
          </p:cNvSpPr>
          <p:nvPr>
            <p:ph type="body" sz="quarter" idx="37"/>
          </p:nvPr>
        </p:nvSpPr>
        <p:spPr bwMode="auto">
          <a:xfrm>
            <a:off x="8854066" y="5293012"/>
            <a:ext cx="1550286" cy="405189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 wrap="square" lIns="72000" tIns="36000" rIns="72000" bIns="36000" anchor="ctr">
            <a:spAutoFit/>
          </a:bodyPr>
          <a:lstStyle>
            <a:lvl1pPr marL="0" indent="0" algn="l">
              <a:buNone/>
              <a:defRPr sz="14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endParaRPr lang="en-CA"/>
          </a:p>
        </p:txBody>
      </p:sp>
      <p:sp>
        <p:nvSpPr>
          <p:cNvPr id="254809676" name="Text Placeholder 60"/>
          <p:cNvSpPr>
            <a:spLocks noGrp="1"/>
          </p:cNvSpPr>
          <p:nvPr>
            <p:ph type="body" sz="quarter" idx="40"/>
          </p:nvPr>
        </p:nvSpPr>
        <p:spPr bwMode="auto">
          <a:xfrm>
            <a:off x="8857280" y="5798959"/>
            <a:ext cx="2011087" cy="228295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pPr lvl="0">
              <a:defRPr/>
            </a:pPr>
            <a:r>
              <a:rPr lang="en-US"/>
              <a:t>Click to edit</a:t>
            </a:r>
            <a:endParaRPr/>
          </a:p>
        </p:txBody>
      </p:sp>
      <p:pic>
        <p:nvPicPr>
          <p:cNvPr id="152837403" name="Grafik 58"/>
          <p:cNvPicPr>
            <a:picLocks noChangeAspect="1"/>
          </p:cNvPicPr>
          <p:nvPr userDrawn="1"/>
        </p:nvPicPr>
        <p:blipFill rotWithShape="1">
          <a:blip r:embed="rId2"/>
          <a:srcRect l="12811" t="9091" r="6230" b="13019"/>
          <a:stretch/>
        </p:blipFill>
        <p:spPr bwMode="auto">
          <a:xfrm>
            <a:off x="8584850" y="2050196"/>
            <a:ext cx="2764146" cy="301265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4_Closing slide_imag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06962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003033945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67153204" name="Inhaltsplatzhalter 2"/>
          <p:cNvSpPr>
            <a:spLocks noGrp="1"/>
          </p:cNvSpPr>
          <p:nvPr>
            <p:ph idx="16" hasCustomPrompt="1"/>
          </p:nvPr>
        </p:nvSpPr>
        <p:spPr bwMode="auto">
          <a:xfrm>
            <a:off x="407987" y="1484312"/>
            <a:ext cx="5832476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1141137460" name="Picture Placeholder 19"/>
          <p:cNvSpPr>
            <a:spLocks noGrp="1"/>
          </p:cNvSpPr>
          <p:nvPr>
            <p:ph type="pic" sz="quarter" idx="14"/>
          </p:nvPr>
        </p:nvSpPr>
        <p:spPr bwMode="auto">
          <a:xfrm>
            <a:off x="8369300" y="1587245"/>
            <a:ext cx="2162283" cy="4684974"/>
          </a:xfrm>
          <a:prstGeom prst="roundRect">
            <a:avLst>
              <a:gd name="adj" fmla="val 9527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pic>
        <p:nvPicPr>
          <p:cNvPr id="1805454413" name="Picture 3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7683935" y="1425008"/>
            <a:ext cx="3574615" cy="5625797"/>
          </a:xfrm>
          <a:prstGeom prst="rect">
            <a:avLst/>
          </a:prstGeom>
        </p:spPr>
      </p:pic>
      <p:sp>
        <p:nvSpPr>
          <p:cNvPr id="1424436443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589001622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2104572556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855262058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6_Closing slide_image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727782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tx1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247175097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810364166" name="Inhaltsplatzhalter 2"/>
          <p:cNvSpPr>
            <a:spLocks noGrp="1"/>
          </p:cNvSpPr>
          <p:nvPr>
            <p:ph idx="16" hasCustomPrompt="1"/>
          </p:nvPr>
        </p:nvSpPr>
        <p:spPr bwMode="auto">
          <a:xfrm>
            <a:off x="407987" y="1484312"/>
            <a:ext cx="5832476" cy="4897437"/>
          </a:xfrm>
        </p:spPr>
        <p:txBody>
          <a:bodyPr/>
          <a:lstStyle>
            <a:lvl1pPr marL="252000" indent="-252000">
              <a:buClr>
                <a:schemeClr val="accent1"/>
              </a:buClr>
              <a:buFont typeface="Arial"/>
              <a:buChar char="•"/>
              <a:defRPr>
                <a:solidFill>
                  <a:schemeClr val="tx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354625485" name="Picture Placeholder 19"/>
          <p:cNvSpPr>
            <a:spLocks noGrp="1"/>
          </p:cNvSpPr>
          <p:nvPr>
            <p:ph type="pic" sz="quarter" idx="14"/>
          </p:nvPr>
        </p:nvSpPr>
        <p:spPr bwMode="auto">
          <a:xfrm>
            <a:off x="8369300" y="1587245"/>
            <a:ext cx="2162283" cy="4684974"/>
          </a:xfrm>
          <a:prstGeom prst="roundRect">
            <a:avLst>
              <a:gd name="adj" fmla="val 9527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pic>
        <p:nvPicPr>
          <p:cNvPr id="1830846899" name="Picture 3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7683935" y="1425008"/>
            <a:ext cx="3574615" cy="5625797"/>
          </a:xfrm>
          <a:prstGeom prst="rect">
            <a:avLst/>
          </a:prstGeom>
        </p:spPr>
      </p:pic>
      <p:sp>
        <p:nvSpPr>
          <p:cNvPr id="176662756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sp>
        <p:nvSpPr>
          <p:cNvPr id="1735151245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296943750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grpSp>
        <p:nvGrpSpPr>
          <p:cNvPr id="1235182675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6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Rectangle 10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7" name="Rectangle 16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1_Closing slide_imag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8227095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806850094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674873276" name="Inhaltsplatzhalter 2"/>
          <p:cNvSpPr>
            <a:spLocks noGrp="1"/>
          </p:cNvSpPr>
          <p:nvPr>
            <p:ph idx="16" hasCustomPrompt="1"/>
          </p:nvPr>
        </p:nvSpPr>
        <p:spPr bwMode="auto">
          <a:xfrm>
            <a:off x="407987" y="1484313"/>
            <a:ext cx="3887788" cy="1017910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1718272241" name="Inhaltsplatzhalter 2"/>
          <p:cNvSpPr>
            <a:spLocks noGrp="1"/>
          </p:cNvSpPr>
          <p:nvPr>
            <p:ph idx="15" hasCustomPrompt="1"/>
          </p:nvPr>
        </p:nvSpPr>
        <p:spPr bwMode="auto">
          <a:xfrm>
            <a:off x="407987" y="3254343"/>
            <a:ext cx="3887788" cy="1017910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1627552164" name="Inhaltsplatzhalter 2"/>
          <p:cNvSpPr>
            <a:spLocks noGrp="1"/>
          </p:cNvSpPr>
          <p:nvPr>
            <p:ph idx="17" hasCustomPrompt="1"/>
          </p:nvPr>
        </p:nvSpPr>
        <p:spPr bwMode="auto">
          <a:xfrm>
            <a:off x="407987" y="5024373"/>
            <a:ext cx="3887788" cy="1017910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74931613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318290153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pic>
        <p:nvPicPr>
          <p:cNvPr id="1760373041" name="Picture 3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4740677" y="1365373"/>
            <a:ext cx="7259979" cy="5463134"/>
          </a:xfrm>
          <a:prstGeom prst="rect">
            <a:avLst/>
          </a:prstGeom>
        </p:spPr>
      </p:pic>
      <p:sp>
        <p:nvSpPr>
          <p:cNvPr id="1946553709" name="Picture Placeholder 19"/>
          <p:cNvSpPr>
            <a:spLocks noGrp="1"/>
          </p:cNvSpPr>
          <p:nvPr>
            <p:ph type="pic" sz="quarter" idx="14"/>
          </p:nvPr>
        </p:nvSpPr>
        <p:spPr bwMode="auto">
          <a:xfrm>
            <a:off x="5380389" y="1660574"/>
            <a:ext cx="6005761" cy="4517976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862866039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26316798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cxnSp>
        <p:nvCxnSpPr>
          <p:cNvPr id="1396193005" name="Straight Connector 15"/>
          <p:cNvCxnSpPr/>
          <p:nvPr userDrawn="1"/>
        </p:nvCxnSpPr>
        <p:spPr bwMode="auto">
          <a:xfrm>
            <a:off x="415222" y="2878283"/>
            <a:ext cx="3903080" cy="0"/>
          </a:xfrm>
          <a:prstGeom prst="line">
            <a:avLst/>
          </a:prstGeom>
          <a:noFill/>
          <a:ln w="952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71180909" name="Straight Connector 16"/>
          <p:cNvCxnSpPr/>
          <p:nvPr userDrawn="1"/>
        </p:nvCxnSpPr>
        <p:spPr bwMode="auto">
          <a:xfrm>
            <a:off x="415222" y="4648313"/>
            <a:ext cx="3903080" cy="0"/>
          </a:xfrm>
          <a:prstGeom prst="line">
            <a:avLst/>
          </a:prstGeom>
          <a:noFill/>
          <a:ln w="952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7_Closing slide_image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6603699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tx1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2057951648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847518745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pic>
        <p:nvPicPr>
          <p:cNvPr id="1277482748" name="Picture 3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4740677" y="1365373"/>
            <a:ext cx="7259979" cy="5463134"/>
          </a:xfrm>
          <a:prstGeom prst="rect">
            <a:avLst/>
          </a:prstGeom>
        </p:spPr>
      </p:pic>
      <p:sp>
        <p:nvSpPr>
          <p:cNvPr id="827236091" name="Inhaltsplatzhalter 2"/>
          <p:cNvSpPr>
            <a:spLocks noGrp="1"/>
          </p:cNvSpPr>
          <p:nvPr>
            <p:ph idx="16" hasCustomPrompt="1"/>
          </p:nvPr>
        </p:nvSpPr>
        <p:spPr bwMode="auto">
          <a:xfrm>
            <a:off x="407987" y="1484313"/>
            <a:ext cx="3887788" cy="1017910"/>
          </a:xfrm>
        </p:spPr>
        <p:txBody>
          <a:bodyPr/>
          <a:lstStyle>
            <a:lvl1pPr marL="252000" indent="-252000">
              <a:buClr>
                <a:schemeClr val="accent1"/>
              </a:buClr>
              <a:buFont typeface="Arial"/>
              <a:buChar char="•"/>
              <a:defRPr>
                <a:solidFill>
                  <a:schemeClr val="tx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225899136" name="Inhaltsplatzhalter 2"/>
          <p:cNvSpPr>
            <a:spLocks noGrp="1"/>
          </p:cNvSpPr>
          <p:nvPr>
            <p:ph idx="15" hasCustomPrompt="1"/>
          </p:nvPr>
        </p:nvSpPr>
        <p:spPr bwMode="auto">
          <a:xfrm>
            <a:off x="407987" y="3254343"/>
            <a:ext cx="3887788" cy="1017910"/>
          </a:xfrm>
        </p:spPr>
        <p:txBody>
          <a:bodyPr/>
          <a:lstStyle>
            <a:lvl1pPr marL="252000" indent="-252000">
              <a:buClr>
                <a:schemeClr val="accent1"/>
              </a:buClr>
              <a:buFont typeface="Arial"/>
              <a:buChar char="•"/>
              <a:defRPr>
                <a:solidFill>
                  <a:schemeClr val="tx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1813608758" name="Inhaltsplatzhalter 2"/>
          <p:cNvSpPr>
            <a:spLocks noGrp="1"/>
          </p:cNvSpPr>
          <p:nvPr>
            <p:ph idx="17" hasCustomPrompt="1"/>
          </p:nvPr>
        </p:nvSpPr>
        <p:spPr bwMode="auto">
          <a:xfrm>
            <a:off x="407987" y="5024373"/>
            <a:ext cx="3887788" cy="1017910"/>
          </a:xfrm>
        </p:spPr>
        <p:txBody>
          <a:bodyPr/>
          <a:lstStyle>
            <a:lvl1pPr marL="252000" indent="-252000">
              <a:buClr>
                <a:schemeClr val="accent1"/>
              </a:buClr>
              <a:buFont typeface="Arial"/>
              <a:buChar char="•"/>
              <a:defRPr>
                <a:solidFill>
                  <a:schemeClr val="tx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1681262690" name="Picture Placeholder 19"/>
          <p:cNvSpPr>
            <a:spLocks noGrp="1"/>
          </p:cNvSpPr>
          <p:nvPr>
            <p:ph type="pic" sz="quarter" idx="14"/>
          </p:nvPr>
        </p:nvSpPr>
        <p:spPr bwMode="auto">
          <a:xfrm>
            <a:off x="5380389" y="1660574"/>
            <a:ext cx="6005761" cy="4517976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314909899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548686942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cxnSp>
        <p:nvCxnSpPr>
          <p:cNvPr id="186606244" name="Straight Connector 15"/>
          <p:cNvCxnSpPr/>
          <p:nvPr userDrawn="1"/>
        </p:nvCxnSpPr>
        <p:spPr bwMode="auto">
          <a:xfrm>
            <a:off x="415222" y="2878283"/>
            <a:ext cx="3903080" cy="0"/>
          </a:xfrm>
          <a:prstGeom prst="line">
            <a:avLst/>
          </a:prstGeom>
          <a:noFill/>
          <a:ln w="9525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61364808" name="Straight Connector 16"/>
          <p:cNvCxnSpPr/>
          <p:nvPr userDrawn="1"/>
        </p:nvCxnSpPr>
        <p:spPr bwMode="auto">
          <a:xfrm>
            <a:off x="415222" y="4648313"/>
            <a:ext cx="3903080" cy="0"/>
          </a:xfrm>
          <a:prstGeom prst="line">
            <a:avLst/>
          </a:prstGeom>
          <a:noFill/>
          <a:ln w="9525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84205748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20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Rectangle 20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Rectangle 21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2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3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8_Closing slide_image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0849181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tx1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47867963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684903139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663484826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32491739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1229648336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346867599" name="Inhaltsplatzhalter 2"/>
          <p:cNvSpPr>
            <a:spLocks noGrp="1"/>
          </p:cNvSpPr>
          <p:nvPr>
            <p:ph idx="16" hasCustomPrompt="1"/>
          </p:nvPr>
        </p:nvSpPr>
        <p:spPr bwMode="auto">
          <a:xfrm>
            <a:off x="407987" y="1484312"/>
            <a:ext cx="3600451" cy="4897437"/>
          </a:xfrm>
        </p:spPr>
        <p:txBody>
          <a:bodyPr/>
          <a:lstStyle>
            <a:lvl1pPr marL="252000" indent="-252000">
              <a:buClr>
                <a:schemeClr val="accent1"/>
              </a:buClr>
              <a:buFont typeface="Arial"/>
              <a:buChar char="•"/>
              <a:defRPr>
                <a:solidFill>
                  <a:schemeClr val="tx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627054348" name="Picture Placeholder 24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127869" y="1569050"/>
            <a:ext cx="5389694" cy="3031703"/>
          </a:xfrm>
          <a:custGeom>
            <a:avLst/>
            <a:gdLst>
              <a:gd name="connsiteX0" fmla="*/ 0 w 5389694"/>
              <a:gd name="connsiteY0" fmla="*/ 0 h 3031703"/>
              <a:gd name="connsiteX1" fmla="*/ 5389694 w 5389694"/>
              <a:gd name="connsiteY1" fmla="*/ 0 h 3031703"/>
              <a:gd name="connsiteX2" fmla="*/ 5389694 w 5389694"/>
              <a:gd name="connsiteY2" fmla="*/ 3031703 h 3031703"/>
              <a:gd name="connsiteX3" fmla="*/ 1352550 w 5389694"/>
              <a:gd name="connsiteY3" fmla="*/ 3031703 h 3031703"/>
              <a:gd name="connsiteX4" fmla="*/ 303411 w 5389694"/>
              <a:gd name="connsiteY4" fmla="*/ 3031703 h 3031703"/>
              <a:gd name="connsiteX5" fmla="*/ 303411 w 5389694"/>
              <a:gd name="connsiteY5" fmla="*/ 2452577 h 3031703"/>
              <a:gd name="connsiteX6" fmla="*/ 305990 w 5389694"/>
              <a:gd name="connsiteY6" fmla="*/ 2452577 h 3031703"/>
              <a:gd name="connsiteX7" fmla="*/ 313728 w 5389694"/>
              <a:gd name="connsiteY7" fmla="*/ 2447419 h 3031703"/>
              <a:gd name="connsiteX8" fmla="*/ 313728 w 5389694"/>
              <a:gd name="connsiteY8" fmla="*/ 2073418 h 3031703"/>
              <a:gd name="connsiteX9" fmla="*/ 305990 w 5389694"/>
              <a:gd name="connsiteY9" fmla="*/ 2068259 h 3031703"/>
              <a:gd name="connsiteX10" fmla="*/ 303411 w 5389694"/>
              <a:gd name="connsiteY10" fmla="*/ 2068259 h 3031703"/>
              <a:gd name="connsiteX11" fmla="*/ 303411 w 5389694"/>
              <a:gd name="connsiteY11" fmla="*/ 1511128 h 3031703"/>
              <a:gd name="connsiteX12" fmla="*/ 226032 w 5389694"/>
              <a:gd name="connsiteY12" fmla="*/ 1315100 h 3031703"/>
              <a:gd name="connsiteX13" fmla="*/ 37742 w 5389694"/>
              <a:gd name="connsiteY13" fmla="*/ 1245458 h 3031703"/>
              <a:gd name="connsiteX14" fmla="*/ 0 w 5389694"/>
              <a:gd name="connsiteY14" fmla="*/ 1245458 h 3031703"/>
              <a:gd name="connsiteX15" fmla="*/ 0 w 5389694"/>
              <a:gd name="connsiteY15" fmla="*/ 1056853 h 30317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389694" h="3031703" fill="norm" stroke="1" extrusionOk="0">
                <a:moveTo>
                  <a:pt x="0" y="0"/>
                </a:moveTo>
                <a:lnTo>
                  <a:pt x="5389694" y="0"/>
                </a:lnTo>
                <a:lnTo>
                  <a:pt x="5389694" y="3031703"/>
                </a:lnTo>
                <a:lnTo>
                  <a:pt x="1352550" y="3031703"/>
                </a:lnTo>
                <a:lnTo>
                  <a:pt x="303411" y="3031703"/>
                </a:lnTo>
                <a:lnTo>
                  <a:pt x="303411" y="2452577"/>
                </a:lnTo>
                <a:lnTo>
                  <a:pt x="305990" y="2452577"/>
                </a:lnTo>
                <a:lnTo>
                  <a:pt x="313728" y="2447419"/>
                </a:lnTo>
                <a:lnTo>
                  <a:pt x="313728" y="2073418"/>
                </a:lnTo>
                <a:lnTo>
                  <a:pt x="305990" y="2068259"/>
                </a:lnTo>
                <a:lnTo>
                  <a:pt x="303411" y="2068259"/>
                </a:lnTo>
                <a:lnTo>
                  <a:pt x="303411" y="1511128"/>
                </a:lnTo>
                <a:cubicBezTo>
                  <a:pt x="303411" y="1511128"/>
                  <a:pt x="302336" y="1385924"/>
                  <a:pt x="226032" y="1315100"/>
                </a:cubicBezTo>
                <a:cubicBezTo>
                  <a:pt x="150909" y="1245351"/>
                  <a:pt x="37742" y="1245458"/>
                  <a:pt x="37742" y="1245458"/>
                </a:cubicBezTo>
                <a:lnTo>
                  <a:pt x="0" y="1245458"/>
                </a:lnTo>
                <a:lnTo>
                  <a:pt x="0" y="1056853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bIns="720000" anchor="ctr">
            <a:noAutofit/>
          </a:bodyPr>
          <a:lstStyle>
            <a:lvl1pPr marL="0" indent="0" algn="ctr">
              <a:buNone/>
              <a:defRPr sz="1000" b="1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de-DE"/>
              <a:t>Picture</a:t>
            </a:r>
            <a:endParaRPr/>
          </a:p>
        </p:txBody>
      </p:sp>
      <p:pic>
        <p:nvPicPr>
          <p:cNvPr id="924773658" name="Grafik 15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5934692" y="1371870"/>
            <a:ext cx="5776048" cy="5204824"/>
          </a:xfrm>
          <a:prstGeom prst="rect">
            <a:avLst/>
          </a:prstGeom>
        </p:spPr>
      </p:pic>
      <p:pic>
        <p:nvPicPr>
          <p:cNvPr id="756033550" name="Picture 23"/>
          <p:cNvPicPr>
            <a:picLocks noChangeAspect="1"/>
          </p:cNvPicPr>
          <p:nvPr userDrawn="1"/>
        </p:nvPicPr>
        <p:blipFill rotWithShape="1">
          <a:blip r:embed="rId3"/>
          <a:stretch/>
        </p:blipFill>
        <p:spPr bwMode="auto">
          <a:xfrm>
            <a:off x="4251759" y="2754636"/>
            <a:ext cx="2620583" cy="4124324"/>
          </a:xfrm>
          <a:prstGeom prst="rect">
            <a:avLst/>
          </a:prstGeom>
        </p:spPr>
      </p:pic>
      <p:sp>
        <p:nvSpPr>
          <p:cNvPr id="1670169671" name="Picture Placeholder 14"/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4760119" y="2900918"/>
            <a:ext cx="1578769" cy="3404161"/>
          </a:xfrm>
          <a:custGeom>
            <a:avLst/>
            <a:gdLst>
              <a:gd name="connsiteX0" fmla="*/ 219387 w 2231231"/>
              <a:gd name="connsiteY0" fmla="*/ 40 h 4833612"/>
              <a:gd name="connsiteX1" fmla="*/ 223489 w 2231231"/>
              <a:gd name="connsiteY1" fmla="*/ 207 h 4833612"/>
              <a:gd name="connsiteX2" fmla="*/ 520254 w 2231231"/>
              <a:gd name="connsiteY2" fmla="*/ 207 h 4833612"/>
              <a:gd name="connsiteX3" fmla="*/ 545900 w 2231231"/>
              <a:gd name="connsiteY3" fmla="*/ 11198 h 4833612"/>
              <a:gd name="connsiteX4" fmla="*/ 553228 w 2231231"/>
              <a:gd name="connsiteY4" fmla="*/ 29517 h 4833612"/>
              <a:gd name="connsiteX5" fmla="*/ 553228 w 2231231"/>
              <a:gd name="connsiteY5" fmla="*/ 58827 h 4833612"/>
              <a:gd name="connsiteX6" fmla="*/ 589866 w 2231231"/>
              <a:gd name="connsiteY6" fmla="*/ 128439 h 4833612"/>
              <a:gd name="connsiteX7" fmla="*/ 659477 w 2231231"/>
              <a:gd name="connsiteY7" fmla="*/ 161412 h 4833612"/>
              <a:gd name="connsiteX8" fmla="*/ 1571754 w 2231231"/>
              <a:gd name="connsiteY8" fmla="*/ 161412 h 4833612"/>
              <a:gd name="connsiteX9" fmla="*/ 1637702 w 2231231"/>
              <a:gd name="connsiteY9" fmla="*/ 121111 h 4833612"/>
              <a:gd name="connsiteX10" fmla="*/ 1667012 w 2231231"/>
              <a:gd name="connsiteY10" fmla="*/ 25853 h 4833612"/>
              <a:gd name="connsiteX11" fmla="*/ 1678003 w 2231231"/>
              <a:gd name="connsiteY11" fmla="*/ 7534 h 4833612"/>
              <a:gd name="connsiteX12" fmla="*/ 1699986 w 2231231"/>
              <a:gd name="connsiteY12" fmla="*/ 207 h 4833612"/>
              <a:gd name="connsiteX13" fmla="*/ 1985759 w 2231231"/>
              <a:gd name="connsiteY13" fmla="*/ 207 h 4833612"/>
              <a:gd name="connsiteX14" fmla="*/ 2168947 w 2231231"/>
              <a:gd name="connsiteY14" fmla="*/ 69818 h 4833612"/>
              <a:gd name="connsiteX15" fmla="*/ 2231231 w 2231231"/>
              <a:gd name="connsiteY15" fmla="*/ 227360 h 4833612"/>
              <a:gd name="connsiteX16" fmla="*/ 2231231 w 2231231"/>
              <a:gd name="connsiteY16" fmla="*/ 4612883 h 4833612"/>
              <a:gd name="connsiteX17" fmla="*/ 2183602 w 2231231"/>
              <a:gd name="connsiteY17" fmla="*/ 4759434 h 4833612"/>
              <a:gd name="connsiteX18" fmla="*/ 2044379 w 2231231"/>
              <a:gd name="connsiteY18" fmla="*/ 4832709 h 4833612"/>
              <a:gd name="connsiteX19" fmla="*/ 1674339 w 2231231"/>
              <a:gd name="connsiteY19" fmla="*/ 4832709 h 4833612"/>
              <a:gd name="connsiteX20" fmla="*/ 227153 w 2231231"/>
              <a:gd name="connsiteY20" fmla="*/ 4832709 h 4833612"/>
              <a:gd name="connsiteX21" fmla="*/ 51293 w 2231231"/>
              <a:gd name="connsiteY21" fmla="*/ 4766761 h 4833612"/>
              <a:gd name="connsiteX22" fmla="*/ 0 w 2231231"/>
              <a:gd name="connsiteY22" fmla="*/ 4612883 h 4833612"/>
              <a:gd name="connsiteX23" fmla="*/ 0 w 2231231"/>
              <a:gd name="connsiteY23" fmla="*/ 209041 h 4833612"/>
              <a:gd name="connsiteX24" fmla="*/ 65948 w 2231231"/>
              <a:gd name="connsiteY24" fmla="*/ 58827 h 4833612"/>
              <a:gd name="connsiteX25" fmla="*/ 219387 w 2231231"/>
              <a:gd name="connsiteY25" fmla="*/ 40 h 48336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2231231" h="4833612" fill="norm" stroke="1" extrusionOk="0">
                <a:moveTo>
                  <a:pt x="219387" y="40"/>
                </a:moveTo>
                <a:cubicBezTo>
                  <a:pt x="222044" y="100"/>
                  <a:pt x="223489" y="207"/>
                  <a:pt x="223489" y="207"/>
                </a:cubicBezTo>
                <a:lnTo>
                  <a:pt x="520254" y="207"/>
                </a:lnTo>
                <a:cubicBezTo>
                  <a:pt x="520254" y="207"/>
                  <a:pt x="532925" y="-1777"/>
                  <a:pt x="545900" y="11198"/>
                </a:cubicBezTo>
                <a:cubicBezTo>
                  <a:pt x="553228" y="18526"/>
                  <a:pt x="553228" y="29517"/>
                  <a:pt x="553228" y="29517"/>
                </a:cubicBezTo>
                <a:lnTo>
                  <a:pt x="553228" y="58827"/>
                </a:lnTo>
                <a:cubicBezTo>
                  <a:pt x="553228" y="58827"/>
                  <a:pt x="559487" y="102029"/>
                  <a:pt x="589866" y="128439"/>
                </a:cubicBezTo>
                <a:cubicBezTo>
                  <a:pt x="625893" y="159733"/>
                  <a:pt x="659477" y="161412"/>
                  <a:pt x="659477" y="161412"/>
                </a:cubicBezTo>
                <a:lnTo>
                  <a:pt x="1571754" y="161412"/>
                </a:lnTo>
                <a:cubicBezTo>
                  <a:pt x="1571754" y="161412"/>
                  <a:pt x="1610071" y="156069"/>
                  <a:pt x="1637702" y="121111"/>
                </a:cubicBezTo>
                <a:cubicBezTo>
                  <a:pt x="1668691" y="82031"/>
                  <a:pt x="1667012" y="25853"/>
                  <a:pt x="1667012" y="25853"/>
                </a:cubicBezTo>
                <a:cubicBezTo>
                  <a:pt x="1667012" y="25853"/>
                  <a:pt x="1670523" y="14251"/>
                  <a:pt x="1678003" y="7534"/>
                </a:cubicBezTo>
                <a:cubicBezTo>
                  <a:pt x="1687315" y="-710"/>
                  <a:pt x="1699986" y="207"/>
                  <a:pt x="1699986" y="207"/>
                </a:cubicBezTo>
                <a:lnTo>
                  <a:pt x="1985759" y="207"/>
                </a:lnTo>
                <a:cubicBezTo>
                  <a:pt x="1985759" y="207"/>
                  <a:pt x="2103458" y="-1014"/>
                  <a:pt x="2168947" y="69818"/>
                </a:cubicBezTo>
                <a:cubicBezTo>
                  <a:pt x="2231231" y="137292"/>
                  <a:pt x="2231231" y="227360"/>
                  <a:pt x="2231231" y="227360"/>
                </a:cubicBezTo>
                <a:lnTo>
                  <a:pt x="2231231" y="4612883"/>
                </a:lnTo>
                <a:cubicBezTo>
                  <a:pt x="2231231" y="4612883"/>
                  <a:pt x="2228484" y="4699286"/>
                  <a:pt x="2183602" y="4759434"/>
                </a:cubicBezTo>
                <a:cubicBezTo>
                  <a:pt x="2128341" y="4833472"/>
                  <a:pt x="2044379" y="4832709"/>
                  <a:pt x="2044379" y="4832709"/>
                </a:cubicBezTo>
                <a:lnTo>
                  <a:pt x="1674339" y="4832709"/>
                </a:lnTo>
                <a:lnTo>
                  <a:pt x="227153" y="4832709"/>
                </a:lnTo>
                <a:cubicBezTo>
                  <a:pt x="227153" y="4832709"/>
                  <a:pt x="125789" y="4846449"/>
                  <a:pt x="51293" y="4766761"/>
                </a:cubicBezTo>
                <a:cubicBezTo>
                  <a:pt x="3359" y="4715469"/>
                  <a:pt x="0" y="4612883"/>
                  <a:pt x="0" y="4612883"/>
                </a:cubicBezTo>
                <a:lnTo>
                  <a:pt x="0" y="209041"/>
                </a:lnTo>
                <a:cubicBezTo>
                  <a:pt x="0" y="209041"/>
                  <a:pt x="4581" y="120653"/>
                  <a:pt x="65948" y="58827"/>
                </a:cubicBezTo>
                <a:cubicBezTo>
                  <a:pt x="122851" y="1524"/>
                  <a:pt x="200791" y="-380"/>
                  <a:pt x="219387" y="4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 bIns="720000" anchor="ctr">
            <a:noAutofit/>
          </a:bodyPr>
          <a:lstStyle>
            <a:lvl1pPr marL="0" indent="0" algn="ctr">
              <a:buNone/>
              <a:defRPr sz="1000" b="1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de-DE"/>
              <a:t> Picture</a:t>
            </a:r>
            <a:endParaRPr/>
          </a:p>
        </p:txBody>
      </p:sp>
      <p:grpSp>
        <p:nvGrpSpPr>
          <p:cNvPr id="983878909" name="Gruppieren 14"/>
          <p:cNvGrpSpPr/>
          <p:nvPr userDrawn="1"/>
        </p:nvGrpSpPr>
        <p:grpSpPr bwMode="black">
          <a:xfrm>
            <a:off x="10982324" y="6270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4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" name="Rectangle 5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" name="Rectangle 7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3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2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3_Closing slide_imag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5436914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023533859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773983193" name="Inhaltsplatzhalter 2"/>
          <p:cNvSpPr>
            <a:spLocks noGrp="1"/>
          </p:cNvSpPr>
          <p:nvPr>
            <p:ph idx="16" hasCustomPrompt="1"/>
          </p:nvPr>
        </p:nvSpPr>
        <p:spPr bwMode="auto">
          <a:xfrm>
            <a:off x="407987" y="1484312"/>
            <a:ext cx="3600451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1744422228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942739919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539056245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1744730074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pic>
        <p:nvPicPr>
          <p:cNvPr id="992956947" name="Grafik 15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5934692" y="1371870"/>
            <a:ext cx="5776048" cy="5204824"/>
          </a:xfrm>
          <a:prstGeom prst="rect">
            <a:avLst/>
          </a:prstGeom>
        </p:spPr>
      </p:pic>
      <p:sp>
        <p:nvSpPr>
          <p:cNvPr id="766202732" name="Picture Placeholder 24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127869" y="1569050"/>
            <a:ext cx="5389694" cy="3031703"/>
          </a:xfrm>
          <a:custGeom>
            <a:avLst/>
            <a:gdLst>
              <a:gd name="connsiteX0" fmla="*/ 0 w 5389694"/>
              <a:gd name="connsiteY0" fmla="*/ 0 h 3031703"/>
              <a:gd name="connsiteX1" fmla="*/ 5389694 w 5389694"/>
              <a:gd name="connsiteY1" fmla="*/ 0 h 3031703"/>
              <a:gd name="connsiteX2" fmla="*/ 5389694 w 5389694"/>
              <a:gd name="connsiteY2" fmla="*/ 3031703 h 3031703"/>
              <a:gd name="connsiteX3" fmla="*/ 1352550 w 5389694"/>
              <a:gd name="connsiteY3" fmla="*/ 3031703 h 3031703"/>
              <a:gd name="connsiteX4" fmla="*/ 303411 w 5389694"/>
              <a:gd name="connsiteY4" fmla="*/ 3031703 h 3031703"/>
              <a:gd name="connsiteX5" fmla="*/ 303411 w 5389694"/>
              <a:gd name="connsiteY5" fmla="*/ 2452577 h 3031703"/>
              <a:gd name="connsiteX6" fmla="*/ 305990 w 5389694"/>
              <a:gd name="connsiteY6" fmla="*/ 2452577 h 3031703"/>
              <a:gd name="connsiteX7" fmla="*/ 313728 w 5389694"/>
              <a:gd name="connsiteY7" fmla="*/ 2447419 h 3031703"/>
              <a:gd name="connsiteX8" fmla="*/ 313728 w 5389694"/>
              <a:gd name="connsiteY8" fmla="*/ 2073418 h 3031703"/>
              <a:gd name="connsiteX9" fmla="*/ 305990 w 5389694"/>
              <a:gd name="connsiteY9" fmla="*/ 2068259 h 3031703"/>
              <a:gd name="connsiteX10" fmla="*/ 303411 w 5389694"/>
              <a:gd name="connsiteY10" fmla="*/ 2068259 h 3031703"/>
              <a:gd name="connsiteX11" fmla="*/ 303411 w 5389694"/>
              <a:gd name="connsiteY11" fmla="*/ 1511128 h 3031703"/>
              <a:gd name="connsiteX12" fmla="*/ 226032 w 5389694"/>
              <a:gd name="connsiteY12" fmla="*/ 1315100 h 3031703"/>
              <a:gd name="connsiteX13" fmla="*/ 37742 w 5389694"/>
              <a:gd name="connsiteY13" fmla="*/ 1245458 h 3031703"/>
              <a:gd name="connsiteX14" fmla="*/ 0 w 5389694"/>
              <a:gd name="connsiteY14" fmla="*/ 1245458 h 3031703"/>
              <a:gd name="connsiteX15" fmla="*/ 0 w 5389694"/>
              <a:gd name="connsiteY15" fmla="*/ 1056853 h 30317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389694" h="3031703" fill="norm" stroke="1" extrusionOk="0">
                <a:moveTo>
                  <a:pt x="0" y="0"/>
                </a:moveTo>
                <a:lnTo>
                  <a:pt x="5389694" y="0"/>
                </a:lnTo>
                <a:lnTo>
                  <a:pt x="5389694" y="3031703"/>
                </a:lnTo>
                <a:lnTo>
                  <a:pt x="1352550" y="3031703"/>
                </a:lnTo>
                <a:lnTo>
                  <a:pt x="303411" y="3031703"/>
                </a:lnTo>
                <a:lnTo>
                  <a:pt x="303411" y="2452577"/>
                </a:lnTo>
                <a:lnTo>
                  <a:pt x="305990" y="2452577"/>
                </a:lnTo>
                <a:lnTo>
                  <a:pt x="313728" y="2447419"/>
                </a:lnTo>
                <a:lnTo>
                  <a:pt x="313728" y="2073418"/>
                </a:lnTo>
                <a:lnTo>
                  <a:pt x="305990" y="2068259"/>
                </a:lnTo>
                <a:lnTo>
                  <a:pt x="303411" y="2068259"/>
                </a:lnTo>
                <a:lnTo>
                  <a:pt x="303411" y="1511128"/>
                </a:lnTo>
                <a:cubicBezTo>
                  <a:pt x="303411" y="1511128"/>
                  <a:pt x="302336" y="1385924"/>
                  <a:pt x="226032" y="1315100"/>
                </a:cubicBezTo>
                <a:cubicBezTo>
                  <a:pt x="150909" y="1245351"/>
                  <a:pt x="37742" y="1245458"/>
                  <a:pt x="37742" y="1245458"/>
                </a:cubicBezTo>
                <a:lnTo>
                  <a:pt x="0" y="1245458"/>
                </a:lnTo>
                <a:lnTo>
                  <a:pt x="0" y="1056853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bIns="720000" anchor="ctr">
            <a:noAutofit/>
          </a:bodyPr>
          <a:lstStyle>
            <a:lvl1pPr marL="0" indent="0" algn="ctr">
              <a:buNone/>
              <a:defRPr sz="1000" b="1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de-DE"/>
              <a:t>Picture </a:t>
            </a:r>
            <a:endParaRPr/>
          </a:p>
        </p:txBody>
      </p:sp>
      <p:pic>
        <p:nvPicPr>
          <p:cNvPr id="395980855" name="Picture 23"/>
          <p:cNvPicPr>
            <a:picLocks noChangeAspect="1"/>
          </p:cNvPicPr>
          <p:nvPr userDrawn="1"/>
        </p:nvPicPr>
        <p:blipFill rotWithShape="1">
          <a:blip r:embed="rId3"/>
          <a:stretch/>
        </p:blipFill>
        <p:spPr bwMode="auto">
          <a:xfrm>
            <a:off x="4251759" y="2754636"/>
            <a:ext cx="2620583" cy="4124324"/>
          </a:xfrm>
          <a:prstGeom prst="rect">
            <a:avLst/>
          </a:prstGeom>
        </p:spPr>
      </p:pic>
      <p:sp>
        <p:nvSpPr>
          <p:cNvPr id="564771654" name="Picture Placeholder 14"/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4760119" y="2900918"/>
            <a:ext cx="1578769" cy="3404161"/>
          </a:xfrm>
          <a:custGeom>
            <a:avLst/>
            <a:gdLst>
              <a:gd name="connsiteX0" fmla="*/ 219387 w 2231231"/>
              <a:gd name="connsiteY0" fmla="*/ 40 h 4833612"/>
              <a:gd name="connsiteX1" fmla="*/ 223489 w 2231231"/>
              <a:gd name="connsiteY1" fmla="*/ 207 h 4833612"/>
              <a:gd name="connsiteX2" fmla="*/ 520254 w 2231231"/>
              <a:gd name="connsiteY2" fmla="*/ 207 h 4833612"/>
              <a:gd name="connsiteX3" fmla="*/ 545900 w 2231231"/>
              <a:gd name="connsiteY3" fmla="*/ 11198 h 4833612"/>
              <a:gd name="connsiteX4" fmla="*/ 553228 w 2231231"/>
              <a:gd name="connsiteY4" fmla="*/ 29517 h 4833612"/>
              <a:gd name="connsiteX5" fmla="*/ 553228 w 2231231"/>
              <a:gd name="connsiteY5" fmla="*/ 58827 h 4833612"/>
              <a:gd name="connsiteX6" fmla="*/ 589866 w 2231231"/>
              <a:gd name="connsiteY6" fmla="*/ 128439 h 4833612"/>
              <a:gd name="connsiteX7" fmla="*/ 659477 w 2231231"/>
              <a:gd name="connsiteY7" fmla="*/ 161412 h 4833612"/>
              <a:gd name="connsiteX8" fmla="*/ 1571754 w 2231231"/>
              <a:gd name="connsiteY8" fmla="*/ 161412 h 4833612"/>
              <a:gd name="connsiteX9" fmla="*/ 1637702 w 2231231"/>
              <a:gd name="connsiteY9" fmla="*/ 121111 h 4833612"/>
              <a:gd name="connsiteX10" fmla="*/ 1667012 w 2231231"/>
              <a:gd name="connsiteY10" fmla="*/ 25853 h 4833612"/>
              <a:gd name="connsiteX11" fmla="*/ 1678003 w 2231231"/>
              <a:gd name="connsiteY11" fmla="*/ 7534 h 4833612"/>
              <a:gd name="connsiteX12" fmla="*/ 1699986 w 2231231"/>
              <a:gd name="connsiteY12" fmla="*/ 207 h 4833612"/>
              <a:gd name="connsiteX13" fmla="*/ 1985759 w 2231231"/>
              <a:gd name="connsiteY13" fmla="*/ 207 h 4833612"/>
              <a:gd name="connsiteX14" fmla="*/ 2168947 w 2231231"/>
              <a:gd name="connsiteY14" fmla="*/ 69818 h 4833612"/>
              <a:gd name="connsiteX15" fmla="*/ 2231231 w 2231231"/>
              <a:gd name="connsiteY15" fmla="*/ 227360 h 4833612"/>
              <a:gd name="connsiteX16" fmla="*/ 2231231 w 2231231"/>
              <a:gd name="connsiteY16" fmla="*/ 4612883 h 4833612"/>
              <a:gd name="connsiteX17" fmla="*/ 2183602 w 2231231"/>
              <a:gd name="connsiteY17" fmla="*/ 4759434 h 4833612"/>
              <a:gd name="connsiteX18" fmla="*/ 2044379 w 2231231"/>
              <a:gd name="connsiteY18" fmla="*/ 4832709 h 4833612"/>
              <a:gd name="connsiteX19" fmla="*/ 1674339 w 2231231"/>
              <a:gd name="connsiteY19" fmla="*/ 4832709 h 4833612"/>
              <a:gd name="connsiteX20" fmla="*/ 227153 w 2231231"/>
              <a:gd name="connsiteY20" fmla="*/ 4832709 h 4833612"/>
              <a:gd name="connsiteX21" fmla="*/ 51293 w 2231231"/>
              <a:gd name="connsiteY21" fmla="*/ 4766761 h 4833612"/>
              <a:gd name="connsiteX22" fmla="*/ 0 w 2231231"/>
              <a:gd name="connsiteY22" fmla="*/ 4612883 h 4833612"/>
              <a:gd name="connsiteX23" fmla="*/ 0 w 2231231"/>
              <a:gd name="connsiteY23" fmla="*/ 209041 h 4833612"/>
              <a:gd name="connsiteX24" fmla="*/ 65948 w 2231231"/>
              <a:gd name="connsiteY24" fmla="*/ 58827 h 4833612"/>
              <a:gd name="connsiteX25" fmla="*/ 219387 w 2231231"/>
              <a:gd name="connsiteY25" fmla="*/ 40 h 48336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2231231" h="4833612" fill="norm" stroke="1" extrusionOk="0">
                <a:moveTo>
                  <a:pt x="219387" y="40"/>
                </a:moveTo>
                <a:cubicBezTo>
                  <a:pt x="222044" y="100"/>
                  <a:pt x="223489" y="207"/>
                  <a:pt x="223489" y="207"/>
                </a:cubicBezTo>
                <a:lnTo>
                  <a:pt x="520254" y="207"/>
                </a:lnTo>
                <a:cubicBezTo>
                  <a:pt x="520254" y="207"/>
                  <a:pt x="532925" y="-1777"/>
                  <a:pt x="545900" y="11198"/>
                </a:cubicBezTo>
                <a:cubicBezTo>
                  <a:pt x="553228" y="18526"/>
                  <a:pt x="553228" y="29517"/>
                  <a:pt x="553228" y="29517"/>
                </a:cubicBezTo>
                <a:lnTo>
                  <a:pt x="553228" y="58827"/>
                </a:lnTo>
                <a:cubicBezTo>
                  <a:pt x="553228" y="58827"/>
                  <a:pt x="559487" y="102029"/>
                  <a:pt x="589866" y="128439"/>
                </a:cubicBezTo>
                <a:cubicBezTo>
                  <a:pt x="625893" y="159733"/>
                  <a:pt x="659477" y="161412"/>
                  <a:pt x="659477" y="161412"/>
                </a:cubicBezTo>
                <a:lnTo>
                  <a:pt x="1571754" y="161412"/>
                </a:lnTo>
                <a:cubicBezTo>
                  <a:pt x="1571754" y="161412"/>
                  <a:pt x="1610071" y="156069"/>
                  <a:pt x="1637702" y="121111"/>
                </a:cubicBezTo>
                <a:cubicBezTo>
                  <a:pt x="1668691" y="82031"/>
                  <a:pt x="1667012" y="25853"/>
                  <a:pt x="1667012" y="25853"/>
                </a:cubicBezTo>
                <a:cubicBezTo>
                  <a:pt x="1667012" y="25853"/>
                  <a:pt x="1670523" y="14251"/>
                  <a:pt x="1678003" y="7534"/>
                </a:cubicBezTo>
                <a:cubicBezTo>
                  <a:pt x="1687315" y="-710"/>
                  <a:pt x="1699986" y="207"/>
                  <a:pt x="1699986" y="207"/>
                </a:cubicBezTo>
                <a:lnTo>
                  <a:pt x="1985759" y="207"/>
                </a:lnTo>
                <a:cubicBezTo>
                  <a:pt x="1985759" y="207"/>
                  <a:pt x="2103458" y="-1014"/>
                  <a:pt x="2168947" y="69818"/>
                </a:cubicBezTo>
                <a:cubicBezTo>
                  <a:pt x="2231231" y="137292"/>
                  <a:pt x="2231231" y="227360"/>
                  <a:pt x="2231231" y="227360"/>
                </a:cubicBezTo>
                <a:lnTo>
                  <a:pt x="2231231" y="4612883"/>
                </a:lnTo>
                <a:cubicBezTo>
                  <a:pt x="2231231" y="4612883"/>
                  <a:pt x="2228484" y="4699286"/>
                  <a:pt x="2183602" y="4759434"/>
                </a:cubicBezTo>
                <a:cubicBezTo>
                  <a:pt x="2128341" y="4833472"/>
                  <a:pt x="2044379" y="4832709"/>
                  <a:pt x="2044379" y="4832709"/>
                </a:cubicBezTo>
                <a:lnTo>
                  <a:pt x="1674339" y="4832709"/>
                </a:lnTo>
                <a:lnTo>
                  <a:pt x="227153" y="4832709"/>
                </a:lnTo>
                <a:cubicBezTo>
                  <a:pt x="227153" y="4832709"/>
                  <a:pt x="125789" y="4846449"/>
                  <a:pt x="51293" y="4766761"/>
                </a:cubicBezTo>
                <a:cubicBezTo>
                  <a:pt x="3359" y="4715469"/>
                  <a:pt x="0" y="4612883"/>
                  <a:pt x="0" y="4612883"/>
                </a:cubicBezTo>
                <a:lnTo>
                  <a:pt x="0" y="209041"/>
                </a:lnTo>
                <a:cubicBezTo>
                  <a:pt x="0" y="209041"/>
                  <a:pt x="4581" y="120653"/>
                  <a:pt x="65948" y="58827"/>
                </a:cubicBezTo>
                <a:cubicBezTo>
                  <a:pt x="122851" y="1524"/>
                  <a:pt x="200791" y="-380"/>
                  <a:pt x="219387" y="4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 bIns="720000" anchor="ctr">
            <a:noAutofit/>
          </a:bodyPr>
          <a:lstStyle>
            <a:lvl1pPr marL="0" indent="0" algn="ctr">
              <a:buNone/>
              <a:defRPr sz="1000" b="1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de-DE"/>
              <a:t> Picture </a:t>
            </a:r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2_Closing slide_imag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0049235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750102732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369908855" name="Picture Placeholder 19"/>
          <p:cNvSpPr>
            <a:spLocks noGrp="1"/>
          </p:cNvSpPr>
          <p:nvPr>
            <p:ph type="pic" sz="quarter" idx="14"/>
          </p:nvPr>
        </p:nvSpPr>
        <p:spPr bwMode="auto">
          <a:xfrm>
            <a:off x="2713389" y="1679108"/>
            <a:ext cx="6786211" cy="4227657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029475031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784580873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023259731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1392124224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pic>
        <p:nvPicPr>
          <p:cNvPr id="810565725" name="Grafik 10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1217436" y="951235"/>
            <a:ext cx="9757128" cy="560059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9_Closing slide_image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0868894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tx1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059744471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018173084" name="Picture Placeholder 19"/>
          <p:cNvSpPr>
            <a:spLocks noGrp="1"/>
          </p:cNvSpPr>
          <p:nvPr>
            <p:ph type="pic" sz="quarter" idx="14"/>
          </p:nvPr>
        </p:nvSpPr>
        <p:spPr bwMode="auto">
          <a:xfrm>
            <a:off x="2713389" y="1679108"/>
            <a:ext cx="6786211" cy="4227657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166226123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sp>
        <p:nvSpPr>
          <p:cNvPr id="1082065252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815611782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pic>
        <p:nvPicPr>
          <p:cNvPr id="580475237" name="Grafik 10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1217436" y="951235"/>
            <a:ext cx="9757128" cy="5600592"/>
          </a:xfrm>
          <a:prstGeom prst="rect">
            <a:avLst/>
          </a:prstGeom>
        </p:spPr>
      </p:pic>
      <p:grpSp>
        <p:nvGrpSpPr>
          <p:cNvPr id="417245763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11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6" name="Rectangle 15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7" name="Rectangle 16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10_Closing slide_image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0500309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tx1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268907122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903247442" name="Textplatzhalter 52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414341" y="1478883"/>
            <a:ext cx="1452558" cy="44846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solidFill>
              <a:schemeClr val="tx1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600" cap="none">
                <a:solidFill>
                  <a:schemeClr val="tx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en-CA"/>
              <a:t>Lorem Ipsum</a:t>
            </a:r>
            <a:endParaRPr/>
          </a:p>
        </p:txBody>
      </p:sp>
      <p:sp>
        <p:nvSpPr>
          <p:cNvPr id="905418475" name="Inhaltsplatzhalter 2"/>
          <p:cNvSpPr>
            <a:spLocks noGrp="1"/>
          </p:cNvSpPr>
          <p:nvPr>
            <p:ph idx="15" hasCustomPrompt="1"/>
          </p:nvPr>
        </p:nvSpPr>
        <p:spPr bwMode="auto">
          <a:xfrm>
            <a:off x="407988" y="2103683"/>
            <a:ext cx="2820988" cy="427806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1293928278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sp>
        <p:nvSpPr>
          <p:cNvPr id="217875590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613504675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pic>
        <p:nvPicPr>
          <p:cNvPr id="1328668719" name="Grafik 10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2789061" y="951235"/>
            <a:ext cx="9757128" cy="5600592"/>
          </a:xfrm>
          <a:prstGeom prst="rect">
            <a:avLst/>
          </a:prstGeom>
        </p:spPr>
      </p:pic>
      <p:sp>
        <p:nvSpPr>
          <p:cNvPr id="667693362" name="Picture Placeholder 19"/>
          <p:cNvSpPr>
            <a:spLocks noGrp="1"/>
          </p:cNvSpPr>
          <p:nvPr>
            <p:ph type="pic" sz="quarter" idx="14"/>
          </p:nvPr>
        </p:nvSpPr>
        <p:spPr bwMode="auto">
          <a:xfrm>
            <a:off x="4285014" y="1679108"/>
            <a:ext cx="6786211" cy="4227657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grpSp>
        <p:nvGrpSpPr>
          <p:cNvPr id="1122916357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1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Rectangle 17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Rectangle 18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3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2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5_Closing slide_imag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3777082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2144293641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857843743" name="Textplatzhalter 52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414341" y="1478883"/>
            <a:ext cx="1452558" cy="44846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600" cap="none">
                <a:solidFill>
                  <a:schemeClr val="tx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en-CA"/>
              <a:t>Lorem Ipsum</a:t>
            </a:r>
            <a:endParaRPr/>
          </a:p>
        </p:txBody>
      </p:sp>
      <p:sp>
        <p:nvSpPr>
          <p:cNvPr id="176117738" name="Inhaltsplatzhalter 2"/>
          <p:cNvSpPr>
            <a:spLocks noGrp="1"/>
          </p:cNvSpPr>
          <p:nvPr>
            <p:ph idx="15" hasCustomPrompt="1"/>
          </p:nvPr>
        </p:nvSpPr>
        <p:spPr bwMode="auto">
          <a:xfrm>
            <a:off x="407988" y="2103683"/>
            <a:ext cx="2820988" cy="427806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sp>
        <p:nvSpPr>
          <p:cNvPr id="1506142138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147650804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933619039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26.01.2026</a:t>
            </a:fld>
            <a:endParaRPr lang="en-CA"/>
          </a:p>
        </p:txBody>
      </p:sp>
      <p:sp>
        <p:nvSpPr>
          <p:cNvPr id="1580361394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pic>
        <p:nvPicPr>
          <p:cNvPr id="859017580" name="Grafik 10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2789061" y="951235"/>
            <a:ext cx="9757128" cy="5600592"/>
          </a:xfrm>
          <a:prstGeom prst="rect">
            <a:avLst/>
          </a:prstGeom>
        </p:spPr>
      </p:pic>
      <p:sp>
        <p:nvSpPr>
          <p:cNvPr id="356668216" name="Picture Placeholder 19"/>
          <p:cNvSpPr>
            <a:spLocks noGrp="1"/>
          </p:cNvSpPr>
          <p:nvPr>
            <p:ph type="pic" sz="quarter" idx="14"/>
          </p:nvPr>
        </p:nvSpPr>
        <p:spPr bwMode="auto">
          <a:xfrm>
            <a:off x="4285014" y="1679108"/>
            <a:ext cx="6786211" cy="4227657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1_2 contents white/blue">
    <p:bg>
      <p:bgPr shadeToTitle="0"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4025044" name="Rechteck 37"/>
          <p:cNvSpPr/>
          <p:nvPr userDrawn="1"/>
        </p:nvSpPr>
        <p:spPr bwMode="white">
          <a:xfrm>
            <a:off x="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sp>
        <p:nvSpPr>
          <p:cNvPr id="53582314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8" y="219691"/>
            <a:ext cx="5399999" cy="153888"/>
          </a:xfrm>
        </p:spPr>
        <p:txBody>
          <a:bodyPr wrap="square"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68204498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5399999" cy="369332"/>
          </a:xfrm>
        </p:spPr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629193940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64BB44E-8903-4313-BBED-09991CD8D6D8}" type="datetime1">
              <a:rPr lang="de-DE"/>
              <a:t>26.01.2026</a:t>
            </a:fld>
            <a:endParaRPr lang="en-CA"/>
          </a:p>
        </p:txBody>
      </p:sp>
      <p:sp>
        <p:nvSpPr>
          <p:cNvPr id="417499360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997234861" name="Textfeld 32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631178942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8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810066206" name="Picture Placeholder 19"/>
          <p:cNvSpPr>
            <a:spLocks noGrp="1"/>
          </p:cNvSpPr>
          <p:nvPr>
            <p:ph type="pic" sz="quarter" idx="14"/>
          </p:nvPr>
        </p:nvSpPr>
        <p:spPr bwMode="auto">
          <a:xfrm>
            <a:off x="4738688" y="1692275"/>
            <a:ext cx="6643687" cy="4203700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831388271" name="Textplatzhalter 52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414341" y="1478883"/>
            <a:ext cx="1452558" cy="4484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6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en-CA"/>
              <a:t>Lorem Ipsum</a:t>
            </a:r>
            <a:endParaRPr/>
          </a:p>
        </p:txBody>
      </p:sp>
      <p:sp>
        <p:nvSpPr>
          <p:cNvPr id="897847747" name="Inhaltsplatzhalter 2"/>
          <p:cNvSpPr>
            <a:spLocks noGrp="1"/>
          </p:cNvSpPr>
          <p:nvPr>
            <p:ph idx="15" hasCustomPrompt="1"/>
          </p:nvPr>
        </p:nvSpPr>
        <p:spPr bwMode="auto">
          <a:xfrm>
            <a:off x="407987" y="2103683"/>
            <a:ext cx="3600451" cy="1657105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  <p:pic>
        <p:nvPicPr>
          <p:cNvPr id="1435019020" name="Grafik 10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3317818" y="1034241"/>
            <a:ext cx="9504595" cy="5455638"/>
          </a:xfrm>
          <a:prstGeom prst="rect">
            <a:avLst/>
          </a:prstGeom>
        </p:spPr>
      </p:pic>
      <p:sp>
        <p:nvSpPr>
          <p:cNvPr id="687050243" name="Textplatzhalter 52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414341" y="4100785"/>
            <a:ext cx="1452558" cy="4484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6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en-CA"/>
              <a:t>Lorem Ipsum</a:t>
            </a:r>
            <a:endParaRPr/>
          </a:p>
        </p:txBody>
      </p:sp>
      <p:sp>
        <p:nvSpPr>
          <p:cNvPr id="576423700" name="Inhaltsplatzhalter 2"/>
          <p:cNvSpPr>
            <a:spLocks noGrp="1"/>
          </p:cNvSpPr>
          <p:nvPr>
            <p:ph idx="21" hasCustomPrompt="1"/>
          </p:nvPr>
        </p:nvSpPr>
        <p:spPr bwMode="auto">
          <a:xfrm>
            <a:off x="407987" y="4727851"/>
            <a:ext cx="3600451" cy="1657105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theme" Target="../theme/theme1.xml"/><Relationship Id="rId57" Type="http://schemas.openxmlformats.org/officeDocument/2006/relationships/image" Target="../media/image1.emf"/><Relationship Id="rId58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1088350873" name="think-cell data - do not delete"/>
          <p:cNvGraphicFramePr>
            <a:graphicFrameLocks xmlns:a="http://schemas.openxmlformats.org/drawingml/2006/main" noChangeAspect="1"/>
          </p:cNvGraphicFramePr>
          <p:nvPr/>
        </p:nvGraphicFramePr>
        <p:xfrm>
          <a:off x="1587" y="1587"/>
          <a:ext cx="1587" cy="1587"/>
        </p:xfrm>
        <a:graphic>
          <a:graphicData uri="http://schemas.openxmlformats.org/presentationml/2006/ole">
            <p:oleObj name="oleObj" r:id="rId58" imgW="0" imgH="0" progId="TCLayout.ActiveDocument.1">
              <p:embed/>
              <p:pic>
                <p:nvPicPr>
                  <p:cNvPr id="1088350873" name="think-cell data - do not delete" hidden="1"/>
                  <p:cNvPicPr/>
                  <p:nvPr/>
                </p:nvPicPr>
                <p:blipFill rotWithShape="1">
                  <a:blip r:embed="rId57"/>
                  <a:stretch/>
                </p:blipFill>
                <p:spPr bwMode="auto">
                  <a:xfrm>
                    <a:off x="1587" y="1587"/>
                    <a:ext cx="1587" cy="15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280748990" name="Titelplatzhalter 1"/>
          <p:cNvSpPr>
            <a:spLocks noGrp="1"/>
          </p:cNvSpPr>
          <p:nvPr>
            <p:ph type="title"/>
          </p:nvPr>
        </p:nvSpPr>
        <p:spPr bwMode="auto">
          <a:xfrm>
            <a:off x="407988" y="404813"/>
            <a:ext cx="10050812" cy="36933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478174861" name="Textplatzhalter 2"/>
          <p:cNvSpPr>
            <a:spLocks noGrp="1"/>
          </p:cNvSpPr>
          <p:nvPr>
            <p:ph type="body" idx="1"/>
          </p:nvPr>
        </p:nvSpPr>
        <p:spPr bwMode="auto">
          <a:xfrm>
            <a:off x="407987" y="1484312"/>
            <a:ext cx="11376025" cy="489743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>
              <a:defRPr/>
            </a:pPr>
            <a:r>
              <a:rPr lang="de-DE"/>
              <a:t>First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1">
              <a:defRPr/>
            </a:pPr>
            <a:r>
              <a:rPr lang="de-DE"/>
              <a:t>Second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2">
              <a:defRPr/>
            </a:pPr>
            <a:r>
              <a:rPr lang="de-DE"/>
              <a:t>Third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3">
              <a:defRPr/>
            </a:pPr>
            <a:r>
              <a:rPr lang="de-DE"/>
              <a:t>Fourth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/>
          </a:p>
          <a:p>
            <a:pPr lvl="4">
              <a:defRPr/>
            </a:pPr>
            <a:r>
              <a:rPr lang="de-DE"/>
              <a:t>Fifth</a:t>
            </a:r>
            <a:r>
              <a:rPr lang="de-DE"/>
              <a:t> </a:t>
            </a:r>
            <a:r>
              <a:rPr lang="de-DE"/>
              <a:t>level</a:t>
            </a:r>
            <a:r>
              <a:rPr lang="de-DE"/>
              <a:t>, Segoe UI, 14pt</a:t>
            </a:r>
            <a:endParaRPr lang="en-CA"/>
          </a:p>
        </p:txBody>
      </p:sp>
      <p:grpSp>
        <p:nvGrpSpPr>
          <p:cNvPr id="1441849751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46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fill="norm" stroke="1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fill="norm" stroke="1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fill="norm" stroke="1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fill="norm" stroke="1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fill="norm" stroke="1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fill="norm" stroke="1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fill="norm" stroke="1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fill="norm" stroke="1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fill="norm" stroke="1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fill="norm" stroke="1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fill="norm" stroke="1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fill="norm" stroke="1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2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fill="norm" stroke="1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3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fill="norm" stroke="1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4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fill="norm" stroke="1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5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6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fill="norm" stroke="1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7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fill="norm" stroke="1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8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fill="norm" stroke="1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93" r:id="rId45"/>
    <p:sldLayoutId id="2147483694" r:id="rId46"/>
    <p:sldLayoutId id="2147483695" r:id="rId47"/>
    <p:sldLayoutId id="2147483696" r:id="rId48"/>
    <p:sldLayoutId id="2147483697" r:id="rId49"/>
    <p:sldLayoutId id="2147483698" r:id="rId50"/>
    <p:sldLayoutId id="2147483699" r:id="rId51"/>
    <p:sldLayoutId id="2147483700" r:id="rId52"/>
    <p:sldLayoutId id="2147483701" r:id="rId53"/>
    <p:sldLayoutId id="2147483702" r:id="rId54"/>
    <p:sldLayoutId id="2147483703" r:id="rId55"/>
  </p:sldLayoutIdLst>
  <p:hf dt="1" ftr="0" hdr="0" sldNum="1"/>
  <p:txStyles>
    <p:titleStyle>
      <a:lvl1pPr algn="l" defTabSz="914400" rtl="0">
        <a:lnSpc>
          <a:spcPct val="100000"/>
        </a:lnSpc>
        <a:spcBef>
          <a:spcPts val="0"/>
        </a:spcBef>
        <a:buNone/>
        <a:defRPr sz="24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52000" indent="-252000" algn="l" defTabSz="914400" rtl="0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Arial"/>
        <a:buChar char="•"/>
        <a:defRPr sz="1400">
          <a:solidFill>
            <a:schemeClr val="tx1"/>
          </a:solidFill>
          <a:latin typeface="+mn-lt"/>
          <a:ea typeface="+mn-ea"/>
          <a:cs typeface="+mn-cs"/>
        </a:defRPr>
      </a:lvl1pPr>
      <a:lvl2pPr marL="504000" indent="-252000" algn="l" defTabSz="914400" rtl="0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Symbol"/>
        <a:buChar char="-"/>
        <a:defRPr sz="1400">
          <a:solidFill>
            <a:schemeClr val="tx1"/>
          </a:solidFill>
          <a:latin typeface="+mn-lt"/>
          <a:ea typeface="+mn-ea"/>
          <a:cs typeface="+mn-cs"/>
        </a:defRPr>
      </a:lvl2pPr>
      <a:lvl3pPr marL="756000" indent="-252000" algn="l" defTabSz="914400" rtl="0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Symbol"/>
        <a:buChar char="-"/>
        <a:defRPr sz="1400">
          <a:solidFill>
            <a:schemeClr val="tx1"/>
          </a:solidFill>
          <a:latin typeface="+mn-lt"/>
          <a:ea typeface="+mn-ea"/>
          <a:cs typeface="+mn-cs"/>
        </a:defRPr>
      </a:lvl3pPr>
      <a:lvl4pPr marL="1008000" indent="-252000" algn="l" defTabSz="914400" rtl="0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Symbol"/>
        <a:buChar char="-"/>
        <a:defRPr sz="1400">
          <a:solidFill>
            <a:schemeClr val="tx1"/>
          </a:solidFill>
          <a:latin typeface="+mn-lt"/>
          <a:ea typeface="+mn-ea"/>
          <a:cs typeface="+mn-cs"/>
        </a:defRPr>
      </a:lvl4pPr>
      <a:lvl5pPr marL="1260000" indent="-252000" algn="l" defTabSz="914400" rtl="0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Symbol"/>
        <a:buChar char="-"/>
        <a:defRPr sz="14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4770135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M1: IAM/PAM</a:t>
            </a:r>
            <a:endParaRPr/>
          </a:p>
        </p:txBody>
      </p:sp>
      <p:sp>
        <p:nvSpPr>
          <p:cNvPr id="223297110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Zugriffskontrolle, privilegierte Accounts</a:t>
            </a:r>
            <a:endParaRPr lang="en-US"/>
          </a:p>
        </p:txBody>
      </p:sp>
      <p:sp>
        <p:nvSpPr>
          <p:cNvPr id="775209564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Wer darf was im Unternehmen? Diese Maßnahme stellt sicher, dass nur berechtigte Personen Zugang zu sensiblen Systemen haben - wie ein digitaler Türsteher.</a:t>
            </a:r>
            <a:endParaRPr/>
          </a:p>
        </p:txBody>
      </p:sp>
      <p:sp>
        <p:nvSpPr>
          <p:cNvPr id="1991829876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Zentrale Benutzerverwaltung, Admins brauchen zwei Faktoren zum Einloggen</a:t>
            </a:r>
            <a:endParaRPr lang="en-US" sz="2400"/>
          </a:p>
        </p:txBody>
      </p:sp>
      <p:sp>
        <p:nvSpPr>
          <p:cNvPr id="174940121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1 (L1)</a:t>
            </a:r>
            <a:endParaRPr/>
          </a:p>
        </p:txBody>
      </p:sp>
      <p:sp>
        <p:nvSpPr>
          <p:cNvPr id="175694513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822820343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+2  |  </a:t>
            </a:r>
            <a:r>
              <a:rPr lang="de-DE" sz="2400" b="1"/>
              <a:t>I</a:t>
            </a:r>
            <a:r>
              <a:rPr lang="de-DE" sz="2400"/>
              <a:t> +1  |  </a:t>
            </a:r>
            <a:r>
              <a:rPr lang="de-DE" sz="2400" b="1"/>
              <a:t>A</a:t>
            </a:r>
            <a:r>
              <a:rPr lang="de-DE" sz="2400"/>
              <a:t> +0</a:t>
            </a:r>
            <a:endParaRPr/>
          </a:p>
        </p:txBody>
      </p:sp>
      <p:sp>
        <p:nvSpPr>
          <p:cNvPr id="978932898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120258983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30k€  |  </a:t>
            </a:r>
            <a:r>
              <a:rPr lang="de-DE" sz="2400" b="1"/>
              <a:t>OPEX</a:t>
            </a:r>
            <a:r>
              <a:rPr lang="de-DE" sz="2400"/>
              <a:t>: 4k€/Welle</a:t>
            </a:r>
            <a:endParaRPr/>
          </a:p>
        </p:txBody>
      </p:sp>
      <p:sp>
        <p:nvSpPr>
          <p:cNvPr id="1120101812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1617137760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1698771991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897649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M1: IAM/PAM</a:t>
            </a:r>
            <a:endParaRPr/>
          </a:p>
        </p:txBody>
      </p:sp>
      <p:sp>
        <p:nvSpPr>
          <p:cNvPr id="170884585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Zugriffskontrolle, privilegierte Accounts</a:t>
            </a:r>
            <a:endParaRPr lang="en-US"/>
          </a:p>
        </p:txBody>
      </p:sp>
      <p:sp>
        <p:nvSpPr>
          <p:cNvPr id="211302735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Wer darf was im Unternehmen? Diese Maßnahme stellt sicher, dass nur berechtigte Personen Zugang zu sensiblen Systemen haben - wie ein digitaler Türsteher.</a:t>
            </a:r>
            <a:endParaRPr/>
          </a:p>
        </p:txBody>
      </p:sp>
      <p:sp>
        <p:nvSpPr>
          <p:cNvPr id="1634598813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Spezielle Verwaltung für Admin-Konten, klare Rollen wer was darf.</a:t>
            </a:r>
            <a:endParaRPr lang="en-US" sz="2400"/>
          </a:p>
        </p:txBody>
      </p:sp>
      <p:sp>
        <p:nvSpPr>
          <p:cNvPr id="1190627734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2 (L2)</a:t>
            </a:r>
            <a:endParaRPr/>
          </a:p>
        </p:txBody>
      </p:sp>
      <p:sp>
        <p:nvSpPr>
          <p:cNvPr id="1431687574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1487595506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+4  |  </a:t>
            </a:r>
            <a:r>
              <a:rPr lang="de-DE" sz="2400" b="1"/>
              <a:t>I</a:t>
            </a:r>
            <a:r>
              <a:rPr lang="de-DE" sz="2400"/>
              <a:t> +3  |  </a:t>
            </a:r>
            <a:r>
              <a:rPr lang="de-DE" sz="2400" b="1"/>
              <a:t>A</a:t>
            </a:r>
            <a:r>
              <a:rPr lang="de-DE" sz="2400"/>
              <a:t> +0</a:t>
            </a:r>
            <a:endParaRPr/>
          </a:p>
        </p:txBody>
      </p:sp>
      <p:sp>
        <p:nvSpPr>
          <p:cNvPr id="839617859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445879619" name="Text Placeholder 8"/>
          <p:cNvSpPr txBox="1"/>
          <p:nvPr/>
        </p:nvSpPr>
        <p:spPr bwMode="auto"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endParaRPr lang="de-DE"/>
          </a:p>
        </p:txBody>
      </p:sp>
      <p:sp>
        <p:nvSpPr>
          <p:cNvPr id="1041064015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60k€  |  </a:t>
            </a:r>
            <a:r>
              <a:rPr lang="de-DE" sz="2400" b="1"/>
              <a:t>OPEX</a:t>
            </a:r>
            <a:r>
              <a:rPr lang="de-DE" sz="2400"/>
              <a:t>: 10k€/Welle</a:t>
            </a:r>
            <a:endParaRPr/>
          </a:p>
        </p:txBody>
      </p:sp>
      <p:sp>
        <p:nvSpPr>
          <p:cNvPr id="341345134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1804728131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1827384221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7347857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M1: IAM/PAM</a:t>
            </a:r>
            <a:endParaRPr/>
          </a:p>
        </p:txBody>
      </p:sp>
      <p:sp>
        <p:nvSpPr>
          <p:cNvPr id="454598957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Zugriffskontrolle, privilegierte Accounts</a:t>
            </a:r>
            <a:endParaRPr lang="en-US"/>
          </a:p>
        </p:txBody>
      </p:sp>
      <p:sp>
        <p:nvSpPr>
          <p:cNvPr id="1086161937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Wer darf was im Unternehmen? Diese Maßnahme stellt sicher, dass nur berechtigte Personen Zugang zu sensiblen Systemen haben - wie ein digitaler Türsteher.</a:t>
            </a:r>
            <a:endParaRPr/>
          </a:p>
        </p:txBody>
      </p:sp>
      <p:sp>
        <p:nvSpPr>
          <p:cNvPr id="2004243851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Zugriff nur bei Bedarf, alle Admin-Aktionen werden aufgezeichnet.</a:t>
            </a:r>
            <a:endParaRPr lang="en-US" sz="2400"/>
          </a:p>
        </p:txBody>
      </p:sp>
      <p:sp>
        <p:nvSpPr>
          <p:cNvPr id="834715193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3 (L3)</a:t>
            </a:r>
            <a:endParaRPr/>
          </a:p>
        </p:txBody>
      </p:sp>
      <p:sp>
        <p:nvSpPr>
          <p:cNvPr id="215150940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819751902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+6  |  </a:t>
            </a:r>
            <a:r>
              <a:rPr lang="de-DE" sz="2400" b="1"/>
              <a:t>I</a:t>
            </a:r>
            <a:r>
              <a:rPr lang="de-DE" sz="2400"/>
              <a:t> +5  |  </a:t>
            </a:r>
            <a:r>
              <a:rPr lang="de-DE" sz="2400" b="1"/>
              <a:t>A</a:t>
            </a:r>
            <a:r>
              <a:rPr lang="de-DE" sz="2400"/>
              <a:t> +1</a:t>
            </a:r>
            <a:endParaRPr/>
          </a:p>
        </p:txBody>
      </p:sp>
      <p:sp>
        <p:nvSpPr>
          <p:cNvPr id="272727985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1026862834" name="Text Placeholder 8"/>
          <p:cNvSpPr txBox="1"/>
          <p:nvPr/>
        </p:nvSpPr>
        <p:spPr bwMode="auto"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endParaRPr lang="de-DE"/>
          </a:p>
        </p:txBody>
      </p:sp>
      <p:sp>
        <p:nvSpPr>
          <p:cNvPr id="1096210139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100k€  |  </a:t>
            </a:r>
            <a:r>
              <a:rPr lang="de-DE" sz="2400" b="1"/>
              <a:t>OPEX</a:t>
            </a:r>
            <a:r>
              <a:rPr lang="de-DE" sz="2400"/>
              <a:t>: 20k€/Welle</a:t>
            </a:r>
            <a:endParaRPr/>
          </a:p>
        </p:txBody>
      </p:sp>
      <p:sp>
        <p:nvSpPr>
          <p:cNvPr id="1537141445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1182122099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>
                <a:solidFill>
                  <a:srgbClr val="C00000"/>
                </a:solidFill>
              </a:rPr>
              <a:t>M2 min. L2</a:t>
            </a:r>
            <a:endParaRPr/>
          </a:p>
        </p:txBody>
      </p:sp>
      <p:sp>
        <p:nvSpPr>
          <p:cNvPr id="2084406249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2045031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M2: </a:t>
            </a:r>
            <a:r>
              <a:rPr lang="de-DE" sz="4000"/>
              <a:t>Logging</a:t>
            </a:r>
            <a:r>
              <a:rPr lang="de-DE" sz="4000"/>
              <a:t> &amp; SIEM/MDR</a:t>
            </a:r>
            <a:endParaRPr lang="en-US" sz="4000"/>
          </a:p>
        </p:txBody>
      </p:sp>
      <p:sp>
        <p:nvSpPr>
          <p:cNvPr id="637575277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Sichtbarkeit schaffen, Angriffe erkennen</a:t>
            </a:r>
            <a:endParaRPr lang="en-US"/>
          </a:p>
        </p:txBody>
      </p:sp>
      <p:sp>
        <p:nvSpPr>
          <p:cNvPr id="1686069178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Wie ein Überwachungssystem für die IT: Alle wichtigen Ereignisse werden protokolliert und ausgewertet, um verdächtige Aktivitäten frühzeitig zu erkennen.</a:t>
            </a:r>
            <a:endParaRPr/>
          </a:p>
        </p:txBody>
      </p:sp>
      <p:sp>
        <p:nvSpPr>
          <p:cNvPr id="576578404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Protokolle werden gesammelt und 30 Tage aufbewahrt.</a:t>
            </a:r>
            <a:endParaRPr lang="en-US" sz="2400"/>
          </a:p>
        </p:txBody>
      </p:sp>
      <p:sp>
        <p:nvSpPr>
          <p:cNvPr id="1694999712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1 (L1)</a:t>
            </a:r>
            <a:endParaRPr/>
          </a:p>
        </p:txBody>
      </p:sp>
      <p:sp>
        <p:nvSpPr>
          <p:cNvPr id="441476250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80007246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+1  |  </a:t>
            </a:r>
            <a:r>
              <a:rPr lang="de-DE" sz="2400" b="1"/>
              <a:t>I</a:t>
            </a:r>
            <a:r>
              <a:rPr lang="de-DE" sz="2400"/>
              <a:t> +3  |  </a:t>
            </a:r>
            <a:r>
              <a:rPr lang="de-DE" sz="2400" b="1"/>
              <a:t>A</a:t>
            </a:r>
            <a:r>
              <a:rPr lang="de-DE" sz="2400"/>
              <a:t> +0</a:t>
            </a:r>
            <a:endParaRPr/>
          </a:p>
        </p:txBody>
      </p:sp>
      <p:sp>
        <p:nvSpPr>
          <p:cNvPr id="356295491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876552572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20k€  |  </a:t>
            </a:r>
            <a:r>
              <a:rPr lang="de-DE" sz="2400" b="1"/>
              <a:t>OPEX</a:t>
            </a:r>
            <a:r>
              <a:rPr lang="de-DE" sz="2400"/>
              <a:t>: 2k€/Welle</a:t>
            </a:r>
            <a:endParaRPr/>
          </a:p>
        </p:txBody>
      </p:sp>
      <p:sp>
        <p:nvSpPr>
          <p:cNvPr id="616037670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1608817128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2050545456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6071154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M2: </a:t>
            </a:r>
            <a:r>
              <a:rPr lang="de-DE" sz="4000"/>
              <a:t>Logging</a:t>
            </a:r>
            <a:r>
              <a:rPr lang="de-DE" sz="4000"/>
              <a:t> &amp; SIEM/MDR</a:t>
            </a:r>
            <a:endParaRPr lang="en-US" sz="4000"/>
          </a:p>
        </p:txBody>
      </p:sp>
      <p:sp>
        <p:nvSpPr>
          <p:cNvPr id="503217509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Sichtbarkeit schaffen, Angriffe erkennen</a:t>
            </a:r>
            <a:endParaRPr lang="en-US"/>
          </a:p>
        </p:txBody>
      </p:sp>
      <p:sp>
        <p:nvSpPr>
          <p:cNvPr id="1251661759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Wie ein Überwachungssystem für die IT: Alle wichtigen Ereignisse werden protokolliert und ausgewertet, um verdächtige Aktivitäten frühzeitig zu erkennen.</a:t>
            </a:r>
            <a:endParaRPr/>
          </a:p>
        </p:txBody>
      </p:sp>
      <p:sp>
        <p:nvSpPr>
          <p:cNvPr id="1598447011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Automatische Alarme bei verdächtigen Mustern (z.B. viele fehlgeschlagene Logins).</a:t>
            </a:r>
            <a:endParaRPr lang="en-US" sz="2400"/>
          </a:p>
        </p:txBody>
      </p:sp>
      <p:sp>
        <p:nvSpPr>
          <p:cNvPr id="316852873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2 (L2)</a:t>
            </a:r>
            <a:endParaRPr/>
          </a:p>
        </p:txBody>
      </p:sp>
      <p:sp>
        <p:nvSpPr>
          <p:cNvPr id="588501703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80501165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+2  |  </a:t>
            </a:r>
            <a:r>
              <a:rPr lang="de-DE" sz="2400" b="1"/>
              <a:t>I</a:t>
            </a:r>
            <a:r>
              <a:rPr lang="de-DE" sz="2400"/>
              <a:t> +5  |  </a:t>
            </a:r>
            <a:r>
              <a:rPr lang="de-DE" sz="2400" b="1"/>
              <a:t>A</a:t>
            </a:r>
            <a:r>
              <a:rPr lang="de-DE" sz="2400"/>
              <a:t> +1</a:t>
            </a:r>
            <a:endParaRPr/>
          </a:p>
        </p:txBody>
      </p:sp>
      <p:sp>
        <p:nvSpPr>
          <p:cNvPr id="568714873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1405333965" name="Text Placeholder 8"/>
          <p:cNvSpPr txBox="1"/>
          <p:nvPr/>
        </p:nvSpPr>
        <p:spPr bwMode="auto"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endParaRPr lang="de-DE"/>
          </a:p>
        </p:txBody>
      </p:sp>
      <p:sp>
        <p:nvSpPr>
          <p:cNvPr id="1515678513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50k€  |  </a:t>
            </a:r>
            <a:r>
              <a:rPr lang="de-DE" sz="2400" b="1"/>
              <a:t>OPEX</a:t>
            </a:r>
            <a:r>
              <a:rPr lang="de-DE" sz="2400"/>
              <a:t>: 8k€/Welle</a:t>
            </a:r>
            <a:endParaRPr/>
          </a:p>
        </p:txBody>
      </p:sp>
      <p:sp>
        <p:nvSpPr>
          <p:cNvPr id="1509111081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788597394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683767032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4899619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M2: </a:t>
            </a:r>
            <a:r>
              <a:rPr lang="de-DE" sz="4000"/>
              <a:t>Logging</a:t>
            </a:r>
            <a:r>
              <a:rPr lang="de-DE" sz="4000"/>
              <a:t> &amp; SIEM/MDR</a:t>
            </a:r>
            <a:endParaRPr lang="en-US" sz="4000"/>
          </a:p>
        </p:txBody>
      </p:sp>
      <p:sp>
        <p:nvSpPr>
          <p:cNvPr id="1364795194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Sichtbarkeit schaffen, Angriffe erkennen</a:t>
            </a:r>
            <a:endParaRPr lang="en-US"/>
          </a:p>
        </p:txBody>
      </p:sp>
      <p:sp>
        <p:nvSpPr>
          <p:cNvPr id="2011332904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Wie ein Überwachungssystem für die IT: Alle wichtigen Ereignisse werden protokolliert und ausgewertet, um verdächtige Aktivitäten frühzeitig zu erkennen.</a:t>
            </a:r>
            <a:endParaRPr/>
          </a:p>
        </p:txBody>
      </p:sp>
      <p:sp>
        <p:nvSpPr>
          <p:cNvPr id="672466096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Externe Sicherheitsexperten überwachen rund um die Uhr.</a:t>
            </a:r>
            <a:endParaRPr lang="en-US" sz="2400"/>
          </a:p>
        </p:txBody>
      </p:sp>
      <p:sp>
        <p:nvSpPr>
          <p:cNvPr id="1534862098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3 (L3)</a:t>
            </a:r>
            <a:endParaRPr/>
          </a:p>
        </p:txBody>
      </p:sp>
      <p:sp>
        <p:nvSpPr>
          <p:cNvPr id="1630025847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738018371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+3  |  </a:t>
            </a:r>
            <a:r>
              <a:rPr lang="de-DE" sz="2400" b="1"/>
              <a:t>I</a:t>
            </a:r>
            <a:r>
              <a:rPr lang="de-DE" sz="2400"/>
              <a:t> +7  |  </a:t>
            </a:r>
            <a:r>
              <a:rPr lang="de-DE" sz="2400" b="1"/>
              <a:t>A</a:t>
            </a:r>
            <a:r>
              <a:rPr lang="de-DE" sz="2400"/>
              <a:t> +2</a:t>
            </a:r>
            <a:endParaRPr/>
          </a:p>
        </p:txBody>
      </p:sp>
      <p:sp>
        <p:nvSpPr>
          <p:cNvPr id="467023673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772231510" name="Text Placeholder 8"/>
          <p:cNvSpPr txBox="1"/>
          <p:nvPr/>
        </p:nvSpPr>
        <p:spPr bwMode="auto"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endParaRPr lang="de-DE"/>
          </a:p>
        </p:txBody>
      </p:sp>
      <p:sp>
        <p:nvSpPr>
          <p:cNvPr id="482174594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80k€  |  </a:t>
            </a:r>
            <a:r>
              <a:rPr lang="de-DE" sz="2400" b="1"/>
              <a:t>OPEX</a:t>
            </a:r>
            <a:r>
              <a:rPr lang="de-DE" sz="2400"/>
              <a:t>: 24k€/Welle</a:t>
            </a:r>
            <a:endParaRPr/>
          </a:p>
        </p:txBody>
      </p:sp>
      <p:sp>
        <p:nvSpPr>
          <p:cNvPr id="430140758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118852449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1495595562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8853613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M3: EDR/XDR</a:t>
            </a:r>
            <a:endParaRPr/>
          </a:p>
        </p:txBody>
      </p:sp>
      <p:sp>
        <p:nvSpPr>
          <p:cNvPr id="972858156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Schadsoftware auf Clients/Servern erkennen</a:t>
            </a:r>
            <a:endParaRPr lang="en-US"/>
          </a:p>
        </p:txBody>
      </p:sp>
      <p:sp>
        <p:nvSpPr>
          <p:cNvPr id="1676040368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Der Virenschutz für alle Computer im Unternehmen. Erkennt und stoppt Schadsoftware, bevor sie Schaden anrichten kann.</a:t>
            </a:r>
            <a:endParaRPr/>
          </a:p>
        </p:txBody>
      </p:sp>
      <p:sp>
        <p:nvSpPr>
          <p:cNvPr id="2030508051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Klassischer Virenscanner, der bekannte Schadsoftware erkennt.</a:t>
            </a:r>
            <a:endParaRPr lang="en-US" sz="2400"/>
          </a:p>
        </p:txBody>
      </p:sp>
      <p:sp>
        <p:nvSpPr>
          <p:cNvPr id="198323391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1 (L1)</a:t>
            </a:r>
            <a:endParaRPr/>
          </a:p>
        </p:txBody>
      </p:sp>
      <p:sp>
        <p:nvSpPr>
          <p:cNvPr id="1051887511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651269354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+3  |  </a:t>
            </a:r>
            <a:r>
              <a:rPr lang="de-DE" sz="2400" b="1"/>
              <a:t>I</a:t>
            </a:r>
            <a:r>
              <a:rPr lang="de-DE" sz="2400"/>
              <a:t> +2  |  </a:t>
            </a:r>
            <a:r>
              <a:rPr lang="de-DE" sz="2400" b="1"/>
              <a:t>A</a:t>
            </a:r>
            <a:r>
              <a:rPr lang="de-DE" sz="2400"/>
              <a:t> +1</a:t>
            </a:r>
            <a:endParaRPr/>
          </a:p>
        </p:txBody>
      </p:sp>
      <p:sp>
        <p:nvSpPr>
          <p:cNvPr id="495552144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1515224500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24k€  |  </a:t>
            </a:r>
            <a:r>
              <a:rPr lang="de-DE" sz="2400" b="1"/>
              <a:t>OPEX</a:t>
            </a:r>
            <a:r>
              <a:rPr lang="de-DE" sz="2400"/>
              <a:t>: 4k€/Welle</a:t>
            </a:r>
            <a:endParaRPr/>
          </a:p>
        </p:txBody>
      </p:sp>
      <p:sp>
        <p:nvSpPr>
          <p:cNvPr id="472092372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204532090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128141207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1421530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M3: EDR/XDR</a:t>
            </a:r>
            <a:endParaRPr lang="en-US" sz="4000"/>
          </a:p>
        </p:txBody>
      </p:sp>
      <p:sp>
        <p:nvSpPr>
          <p:cNvPr id="686845215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Schadsoftware auf Clients/Servern erkennen</a:t>
            </a:r>
            <a:endParaRPr lang="en-US"/>
          </a:p>
        </p:txBody>
      </p:sp>
      <p:sp>
        <p:nvSpPr>
          <p:cNvPr id="528434937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Der Virenschutz für alle Computer im Unternehmen. Erkennt und stoppt Schadsoftware, bevor sie Schaden anrichten kann.</a:t>
            </a:r>
            <a:endParaRPr/>
          </a:p>
        </p:txBody>
      </p:sp>
      <p:sp>
        <p:nvSpPr>
          <p:cNvPr id="323469311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1" y="3129770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Erkennt auch unbekannte Bedrohungen anhand von verdächtigem Verhalten, isoliert befallene Rechner automatisch.</a:t>
            </a:r>
            <a:endParaRPr lang="en-US" sz="2400"/>
          </a:p>
        </p:txBody>
      </p:sp>
      <p:sp>
        <p:nvSpPr>
          <p:cNvPr id="748166931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2 (L2)</a:t>
            </a:r>
            <a:endParaRPr/>
          </a:p>
        </p:txBody>
      </p:sp>
      <p:sp>
        <p:nvSpPr>
          <p:cNvPr id="2125963323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130667874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+5  |  </a:t>
            </a:r>
            <a:r>
              <a:rPr lang="de-DE" sz="2400" b="1"/>
              <a:t>I</a:t>
            </a:r>
            <a:r>
              <a:rPr lang="de-DE" sz="2400"/>
              <a:t> +4  |  </a:t>
            </a:r>
            <a:r>
              <a:rPr lang="de-DE" sz="2400" b="1"/>
              <a:t>A</a:t>
            </a:r>
            <a:r>
              <a:rPr lang="de-DE" sz="2400"/>
              <a:t> +2</a:t>
            </a:r>
            <a:endParaRPr/>
          </a:p>
        </p:txBody>
      </p:sp>
      <p:sp>
        <p:nvSpPr>
          <p:cNvPr id="1496548801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622055626" name="Text Placeholder 8"/>
          <p:cNvSpPr txBox="1"/>
          <p:nvPr/>
        </p:nvSpPr>
        <p:spPr bwMode="auto"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endParaRPr lang="de-DE"/>
          </a:p>
        </p:txBody>
      </p:sp>
      <p:sp>
        <p:nvSpPr>
          <p:cNvPr id="924072515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56k€  |  </a:t>
            </a:r>
            <a:r>
              <a:rPr lang="de-DE" sz="2400" b="1"/>
              <a:t>OPEX</a:t>
            </a:r>
            <a:r>
              <a:rPr lang="de-DE" sz="2400"/>
              <a:t>: 10k€/Welle</a:t>
            </a:r>
            <a:endParaRPr/>
          </a:p>
        </p:txBody>
      </p:sp>
      <p:sp>
        <p:nvSpPr>
          <p:cNvPr id="464834355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995033134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1082854626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8905284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M3: EDR/XDR</a:t>
            </a:r>
            <a:endParaRPr lang="en-US" sz="4000"/>
          </a:p>
        </p:txBody>
      </p:sp>
      <p:sp>
        <p:nvSpPr>
          <p:cNvPr id="350084483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Schadsoftware auf Clients/Servern erkennen</a:t>
            </a:r>
            <a:endParaRPr lang="en-US"/>
          </a:p>
        </p:txBody>
      </p:sp>
      <p:sp>
        <p:nvSpPr>
          <p:cNvPr id="968246985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Der Virenschutz für alle Computer im Unternehmen. Erkennt und stoppt Schadsoftware, bevor sie Schaden anrichten kann.</a:t>
            </a:r>
            <a:endParaRPr/>
          </a:p>
        </p:txBody>
      </p:sp>
      <p:sp>
        <p:nvSpPr>
          <p:cNvPr id="1465800207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Vernetzt alle Sicherheitssysteme - erkennt komplexe Angriffe über mehrere Systeme hinweg.</a:t>
            </a:r>
            <a:endParaRPr lang="en-US" sz="2400"/>
          </a:p>
        </p:txBody>
      </p:sp>
      <p:sp>
        <p:nvSpPr>
          <p:cNvPr id="162625784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3 (L3)</a:t>
            </a:r>
            <a:endParaRPr/>
          </a:p>
        </p:txBody>
      </p:sp>
      <p:sp>
        <p:nvSpPr>
          <p:cNvPr id="92438185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174208023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+7  |  </a:t>
            </a:r>
            <a:r>
              <a:rPr lang="de-DE" sz="2400" b="1"/>
              <a:t>I</a:t>
            </a:r>
            <a:r>
              <a:rPr lang="de-DE" sz="2400"/>
              <a:t> +6  |  </a:t>
            </a:r>
            <a:r>
              <a:rPr lang="de-DE" sz="2400" b="1"/>
              <a:t>A</a:t>
            </a:r>
            <a:r>
              <a:rPr lang="de-DE" sz="2400"/>
              <a:t> +3</a:t>
            </a:r>
            <a:endParaRPr/>
          </a:p>
        </p:txBody>
      </p:sp>
      <p:sp>
        <p:nvSpPr>
          <p:cNvPr id="1668143163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1865222835" name="Text Placeholder 8"/>
          <p:cNvSpPr txBox="1"/>
          <p:nvPr/>
        </p:nvSpPr>
        <p:spPr bwMode="auto"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endParaRPr lang="de-DE"/>
          </a:p>
        </p:txBody>
      </p:sp>
      <p:sp>
        <p:nvSpPr>
          <p:cNvPr id="1721008368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90k€  |  </a:t>
            </a:r>
            <a:r>
              <a:rPr lang="de-DE" sz="2400" b="1"/>
              <a:t>OPEX</a:t>
            </a:r>
            <a:r>
              <a:rPr lang="de-DE" sz="2400"/>
              <a:t>: 18k€/Welle</a:t>
            </a:r>
            <a:endParaRPr/>
          </a:p>
        </p:txBody>
      </p:sp>
      <p:sp>
        <p:nvSpPr>
          <p:cNvPr id="99328205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989768800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0" i="0" u="none" strike="noStrike" cap="none" spc="0">
                <a:solidFill>
                  <a:srgbClr val="C00000"/>
                </a:solidFill>
                <a:latin typeface="Segoe UI"/>
                <a:ea typeface="Segoe UI"/>
                <a:cs typeface="Segoe UI"/>
              </a:rPr>
              <a:t>M2 min. L2</a:t>
            </a:r>
            <a:endParaRPr sz="2400" b="0">
              <a:solidFill>
                <a:srgbClr val="C00000"/>
              </a:solidFill>
            </a:endParaRPr>
          </a:p>
        </p:txBody>
      </p:sp>
      <p:sp>
        <p:nvSpPr>
          <p:cNvPr id="344293675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7852423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M4: Backup &amp; </a:t>
            </a:r>
            <a:r>
              <a:rPr lang="de-DE" sz="4000"/>
              <a:t>Disaster</a:t>
            </a:r>
            <a:r>
              <a:rPr lang="de-DE" sz="4000"/>
              <a:t> Recovery</a:t>
            </a:r>
            <a:endParaRPr/>
          </a:p>
        </p:txBody>
      </p:sp>
      <p:sp>
        <p:nvSpPr>
          <p:cNvPr id="243143164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Daten wiederherstellen, Betrieb aufrechterhalten</a:t>
            </a:r>
            <a:endParaRPr lang="en-US"/>
          </a:p>
        </p:txBody>
      </p:sp>
      <p:sp>
        <p:nvSpPr>
          <p:cNvPr id="1291553949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Die Lebensversicherung für Unternehmensdaten. Regelmäßige Sicherungskopien ermöglichen es, nach einem Angriff oder Ausfall schnell wieder arbeitsfähig zu sein.</a:t>
            </a:r>
            <a:endParaRPr/>
          </a:p>
        </p:txBody>
      </p:sp>
      <p:sp>
        <p:nvSpPr>
          <p:cNvPr id="1918627491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Tägliche Datensicherung, aber ohne regelmäßige Tests ob die Wiederherstellung funktioniert.</a:t>
            </a:r>
            <a:endParaRPr lang="en-US" sz="2400"/>
          </a:p>
        </p:txBody>
      </p:sp>
      <p:sp>
        <p:nvSpPr>
          <p:cNvPr id="1732648478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1 (L1)</a:t>
            </a:r>
            <a:endParaRPr/>
          </a:p>
        </p:txBody>
      </p:sp>
      <p:sp>
        <p:nvSpPr>
          <p:cNvPr id="1921451079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165447289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+0  |  </a:t>
            </a:r>
            <a:r>
              <a:rPr lang="de-DE" sz="2400" b="1"/>
              <a:t>I</a:t>
            </a:r>
            <a:r>
              <a:rPr lang="de-DE" sz="2400"/>
              <a:t> +4  |  </a:t>
            </a:r>
            <a:r>
              <a:rPr lang="de-DE" sz="2400" b="1"/>
              <a:t>A</a:t>
            </a:r>
            <a:r>
              <a:rPr lang="de-DE" sz="2400"/>
              <a:t> +3</a:t>
            </a:r>
            <a:endParaRPr/>
          </a:p>
        </p:txBody>
      </p:sp>
      <p:sp>
        <p:nvSpPr>
          <p:cNvPr id="1490815581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611315871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16k€  |  </a:t>
            </a:r>
            <a:r>
              <a:rPr lang="de-DE" sz="2400" b="1"/>
              <a:t>OPEX</a:t>
            </a:r>
            <a:r>
              <a:rPr lang="de-DE" sz="2400"/>
              <a:t>: 6k€/Welle</a:t>
            </a:r>
            <a:endParaRPr/>
          </a:p>
        </p:txBody>
      </p:sp>
      <p:sp>
        <p:nvSpPr>
          <p:cNvPr id="57005342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476697364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1218958391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9749334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M4: Backup &amp; </a:t>
            </a:r>
            <a:r>
              <a:rPr lang="de-DE" sz="4000"/>
              <a:t>Disaster</a:t>
            </a:r>
            <a:r>
              <a:rPr lang="de-DE" sz="4000"/>
              <a:t> Recovery</a:t>
            </a:r>
            <a:endParaRPr lang="en-US" sz="4000"/>
          </a:p>
        </p:txBody>
      </p:sp>
      <p:sp>
        <p:nvSpPr>
          <p:cNvPr id="1936855674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Daten wiederherstellen, Betrieb aufrechterhalten</a:t>
            </a:r>
            <a:endParaRPr lang="en-US"/>
          </a:p>
        </p:txBody>
      </p:sp>
      <p:sp>
        <p:nvSpPr>
          <p:cNvPr id="1435402519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Die Lebensversicherung für Unternehmensdaten. Regelmäßige Sicherungskopien ermöglichen es, nach einem Angriff oder Ausfall schnell wieder arbeitsfähig zu sein.</a:t>
            </a:r>
            <a:endParaRPr/>
          </a:p>
        </p:txBody>
      </p:sp>
      <p:sp>
        <p:nvSpPr>
          <p:cNvPr id="1827046493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Backups an mehreren Orten, monatlich wird geprüft ob Wiederherstellung klappt.</a:t>
            </a:r>
            <a:endParaRPr lang="en-US" sz="2400"/>
          </a:p>
        </p:txBody>
      </p:sp>
      <p:sp>
        <p:nvSpPr>
          <p:cNvPr id="1434165554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2 (L2)</a:t>
            </a:r>
            <a:endParaRPr/>
          </a:p>
        </p:txBody>
      </p:sp>
      <p:sp>
        <p:nvSpPr>
          <p:cNvPr id="2054927672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125581678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+1  |  </a:t>
            </a:r>
            <a:r>
              <a:rPr lang="de-DE" sz="2400" b="1"/>
              <a:t>I</a:t>
            </a:r>
            <a:r>
              <a:rPr lang="de-DE" sz="2400"/>
              <a:t> +6  |  </a:t>
            </a:r>
            <a:r>
              <a:rPr lang="de-DE" sz="2400" b="1"/>
              <a:t>A</a:t>
            </a:r>
            <a:r>
              <a:rPr lang="de-DE" sz="2400"/>
              <a:t> +5</a:t>
            </a:r>
            <a:endParaRPr/>
          </a:p>
        </p:txBody>
      </p:sp>
      <p:sp>
        <p:nvSpPr>
          <p:cNvPr id="1334860529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623659097" name="Text Placeholder 8"/>
          <p:cNvSpPr txBox="1"/>
          <p:nvPr/>
        </p:nvSpPr>
        <p:spPr bwMode="auto"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endParaRPr lang="de-DE"/>
          </a:p>
        </p:txBody>
      </p:sp>
      <p:sp>
        <p:nvSpPr>
          <p:cNvPr id="729716143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40k€  |  </a:t>
            </a:r>
            <a:r>
              <a:rPr lang="de-DE" sz="2400" b="1"/>
              <a:t>OPEX</a:t>
            </a:r>
            <a:r>
              <a:rPr lang="de-DE" sz="2400"/>
              <a:t>: 12k€/Welle</a:t>
            </a:r>
            <a:endParaRPr/>
          </a:p>
        </p:txBody>
      </p:sp>
      <p:sp>
        <p:nvSpPr>
          <p:cNvPr id="1953665247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1662198524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50633630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3076044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M4: Backup &amp; </a:t>
            </a:r>
            <a:r>
              <a:rPr lang="de-DE" sz="4000"/>
              <a:t>Disaster</a:t>
            </a:r>
            <a:r>
              <a:rPr lang="de-DE" sz="4000"/>
              <a:t> Recovery</a:t>
            </a:r>
            <a:endParaRPr lang="en-US" sz="4000"/>
          </a:p>
        </p:txBody>
      </p:sp>
      <p:sp>
        <p:nvSpPr>
          <p:cNvPr id="1922034796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Daten wiederherstellen, Betrieb aufrechterhalten</a:t>
            </a:r>
            <a:endParaRPr lang="en-US"/>
          </a:p>
        </p:txBody>
      </p:sp>
      <p:sp>
        <p:nvSpPr>
          <p:cNvPr id="92320684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Die Lebensversicherung für Unternehmensdaten. Regelmäßige Sicherungskopien ermöglichen es, nach einem Angriff oder Ausfall schnell wieder arbeitsfähig zu sein.</a:t>
            </a:r>
            <a:endParaRPr/>
          </a:p>
        </p:txBody>
      </p:sp>
      <p:sp>
        <p:nvSpPr>
          <p:cNvPr id="1565654451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3 (L3)</a:t>
            </a:r>
            <a:endParaRPr/>
          </a:p>
        </p:txBody>
      </p:sp>
      <p:sp>
        <p:nvSpPr>
          <p:cNvPr id="1363328880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1652889703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+1  |  </a:t>
            </a:r>
            <a:r>
              <a:rPr lang="de-DE" sz="2400" b="1"/>
              <a:t>I</a:t>
            </a:r>
            <a:r>
              <a:rPr lang="de-DE" sz="2400"/>
              <a:t> +8  |  </a:t>
            </a:r>
            <a:r>
              <a:rPr lang="de-DE" sz="2400" b="1"/>
              <a:t>A</a:t>
            </a:r>
            <a:r>
              <a:rPr lang="de-DE" sz="2400"/>
              <a:t> +7</a:t>
            </a:r>
            <a:endParaRPr/>
          </a:p>
        </p:txBody>
      </p:sp>
      <p:sp>
        <p:nvSpPr>
          <p:cNvPr id="1779251257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6105094" name="Text Placeholder 8"/>
          <p:cNvSpPr txBox="1"/>
          <p:nvPr/>
        </p:nvSpPr>
        <p:spPr bwMode="auto"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endParaRPr lang="de-DE"/>
          </a:p>
        </p:txBody>
      </p:sp>
      <p:sp>
        <p:nvSpPr>
          <p:cNvPr id="1812548232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80k€  |  </a:t>
            </a:r>
            <a:r>
              <a:rPr lang="de-DE" sz="2400" b="1"/>
              <a:t>OPEX</a:t>
            </a:r>
            <a:r>
              <a:rPr lang="de-DE" sz="2400"/>
              <a:t>: 20k€/Welle</a:t>
            </a:r>
            <a:endParaRPr/>
          </a:p>
        </p:txBody>
      </p:sp>
      <p:sp>
        <p:nvSpPr>
          <p:cNvPr id="345843054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522557224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1551602627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1512227476" name="Text Placeholder 8"/>
          <p:cNvSpPr txBox="1"/>
          <p:nvPr/>
        </p:nvSpPr>
        <p:spPr bwMode="auto">
          <a:xfrm>
            <a:off x="608006" y="3124784"/>
            <a:ext cx="5229827" cy="220008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Backups sind unveränderbar und vom Netzwerk getrennt - selbst Hacker können sie nicht löschen. Schnelle Wiederherstellung garantiert.</a:t>
            </a:r>
            <a:endParaRPr lang="en-US"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7817155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M5: OT/IT-Netz-Segmentierung</a:t>
            </a:r>
            <a:endParaRPr/>
          </a:p>
        </p:txBody>
      </p:sp>
      <p:sp>
        <p:nvSpPr>
          <p:cNvPr id="1277234825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Produktionsnetz vom Office-Netz trennen</a:t>
            </a:r>
            <a:endParaRPr lang="en-US"/>
          </a:p>
        </p:txBody>
      </p:sp>
      <p:sp>
        <p:nvSpPr>
          <p:cNvPr id="536917697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Baut digitale Brandmauern zwischen Büro und Produktion. Ein Angriff im Büro soll nicht die Fertigungsanlagen lahmlegen können.</a:t>
            </a:r>
            <a:endParaRPr/>
          </a:p>
        </p:txBody>
      </p:sp>
      <p:sp>
        <p:nvSpPr>
          <p:cNvPr id="39131735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Netzwerke sind logisch getrennt, aber ohne strenge Zugangskontrollen.</a:t>
            </a:r>
            <a:endParaRPr lang="en-US" sz="2400"/>
          </a:p>
        </p:txBody>
      </p:sp>
      <p:sp>
        <p:nvSpPr>
          <p:cNvPr id="1388530275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1 (L1)</a:t>
            </a:r>
            <a:endParaRPr/>
          </a:p>
        </p:txBody>
      </p:sp>
      <p:sp>
        <p:nvSpPr>
          <p:cNvPr id="693719240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1806612863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+2  |  </a:t>
            </a:r>
            <a:r>
              <a:rPr lang="de-DE" sz="2400" b="1"/>
              <a:t>I</a:t>
            </a:r>
            <a:r>
              <a:rPr lang="de-DE" sz="2400"/>
              <a:t> +1  |  </a:t>
            </a:r>
            <a:r>
              <a:rPr lang="de-DE" sz="2400" b="1"/>
              <a:t>A</a:t>
            </a:r>
            <a:r>
              <a:rPr lang="de-DE" sz="2400"/>
              <a:t> +4</a:t>
            </a:r>
            <a:endParaRPr/>
          </a:p>
        </p:txBody>
      </p:sp>
      <p:sp>
        <p:nvSpPr>
          <p:cNvPr id="52962427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1724350479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40k€  |  </a:t>
            </a:r>
            <a:r>
              <a:rPr lang="de-DE" sz="2400" b="1"/>
              <a:t>OPEX</a:t>
            </a:r>
            <a:r>
              <a:rPr lang="de-DE" sz="2400"/>
              <a:t>: 2k€/Welle</a:t>
            </a:r>
            <a:endParaRPr/>
          </a:p>
        </p:txBody>
      </p:sp>
      <p:sp>
        <p:nvSpPr>
          <p:cNvPr id="1252205774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331513716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1026742911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7415791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M5: OT/IT-Netz-Segmentierung</a:t>
            </a:r>
            <a:endParaRPr lang="en-US" sz="4000"/>
          </a:p>
        </p:txBody>
      </p:sp>
      <p:sp>
        <p:nvSpPr>
          <p:cNvPr id="1897585942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Produktionsnetz vom Office-Netz trennen</a:t>
            </a:r>
            <a:endParaRPr lang="en-US"/>
          </a:p>
        </p:txBody>
      </p:sp>
      <p:sp>
        <p:nvSpPr>
          <p:cNvPr id="721519279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Baut digitale Brandmauern zwischen Büro und Produktion. Ein Angriff im Büro soll nicht die Fertigungsanlagen lahmlegen können.</a:t>
            </a:r>
            <a:endParaRPr/>
          </a:p>
        </p:txBody>
      </p:sp>
      <p:sp>
        <p:nvSpPr>
          <p:cNvPr id="1419501366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Echte Firewall zwischen Büro und Produktion - nur explizit erlaubter Datenverkehr kommt durch.</a:t>
            </a:r>
            <a:endParaRPr lang="en-US" sz="2400"/>
          </a:p>
        </p:txBody>
      </p:sp>
      <p:sp>
        <p:nvSpPr>
          <p:cNvPr id="416679144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2 (L2)</a:t>
            </a:r>
            <a:endParaRPr/>
          </a:p>
        </p:txBody>
      </p:sp>
      <p:sp>
        <p:nvSpPr>
          <p:cNvPr id="1248596543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897844707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+3  |  </a:t>
            </a:r>
            <a:r>
              <a:rPr lang="de-DE" sz="2400" b="1"/>
              <a:t>I</a:t>
            </a:r>
            <a:r>
              <a:rPr lang="de-DE" sz="2400"/>
              <a:t> +2  |  </a:t>
            </a:r>
            <a:r>
              <a:rPr lang="de-DE" sz="2400" b="1"/>
              <a:t>A</a:t>
            </a:r>
            <a:r>
              <a:rPr lang="de-DE" sz="2400"/>
              <a:t> +6</a:t>
            </a:r>
            <a:endParaRPr/>
          </a:p>
        </p:txBody>
      </p:sp>
      <p:sp>
        <p:nvSpPr>
          <p:cNvPr id="561464533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1761808423" name="Text Placeholder 8"/>
          <p:cNvSpPr txBox="1"/>
          <p:nvPr/>
        </p:nvSpPr>
        <p:spPr bwMode="auto"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endParaRPr lang="de-DE"/>
          </a:p>
        </p:txBody>
      </p:sp>
      <p:sp>
        <p:nvSpPr>
          <p:cNvPr id="1761547735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70k€  |  </a:t>
            </a:r>
            <a:r>
              <a:rPr lang="de-DE" sz="2400" b="1"/>
              <a:t>OPEX</a:t>
            </a:r>
            <a:r>
              <a:rPr lang="de-DE" sz="2400"/>
              <a:t>: 6k€/Welle</a:t>
            </a:r>
            <a:endParaRPr/>
          </a:p>
        </p:txBody>
      </p:sp>
      <p:sp>
        <p:nvSpPr>
          <p:cNvPr id="1289452151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1981254756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149020223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5007630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M5: OT/IT-Netz-Segmentierung</a:t>
            </a:r>
            <a:endParaRPr lang="en-US" sz="4000"/>
          </a:p>
        </p:txBody>
      </p:sp>
      <p:sp>
        <p:nvSpPr>
          <p:cNvPr id="246552047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Produktionsnetz vom Office-Netz trennen</a:t>
            </a:r>
            <a:endParaRPr lang="en-US"/>
          </a:p>
        </p:txBody>
      </p:sp>
      <p:sp>
        <p:nvSpPr>
          <p:cNvPr id="354469051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Baut digitale Brandmauern zwischen Büro und Produktion. Ein Angriff im Büro soll nicht die Fertigungsanlagen lahmlegen können.</a:t>
            </a:r>
            <a:endParaRPr/>
          </a:p>
        </p:txBody>
      </p:sp>
      <p:sp>
        <p:nvSpPr>
          <p:cNvPr id="1076238598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341162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Jede Produktionslinie ist einzeln abgesichert, verdächtiger Datenverkehr wird automatisch blockiert.</a:t>
            </a:r>
            <a:endParaRPr lang="en-US" sz="2400"/>
          </a:p>
        </p:txBody>
      </p:sp>
      <p:sp>
        <p:nvSpPr>
          <p:cNvPr id="1187818452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3 (L3)</a:t>
            </a:r>
            <a:endParaRPr/>
          </a:p>
        </p:txBody>
      </p:sp>
      <p:sp>
        <p:nvSpPr>
          <p:cNvPr id="643873842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1489622223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+4  |  </a:t>
            </a:r>
            <a:r>
              <a:rPr lang="de-DE" sz="2400" b="1"/>
              <a:t>I</a:t>
            </a:r>
            <a:r>
              <a:rPr lang="de-DE" sz="2400"/>
              <a:t> +3  |  </a:t>
            </a:r>
            <a:r>
              <a:rPr lang="de-DE" sz="2400" b="1"/>
              <a:t>A</a:t>
            </a:r>
            <a:r>
              <a:rPr lang="de-DE" sz="2400"/>
              <a:t> +8</a:t>
            </a:r>
            <a:endParaRPr/>
          </a:p>
        </p:txBody>
      </p:sp>
      <p:sp>
        <p:nvSpPr>
          <p:cNvPr id="664649161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651934713" name="Text Placeholder 8"/>
          <p:cNvSpPr txBox="1"/>
          <p:nvPr/>
        </p:nvSpPr>
        <p:spPr bwMode="auto"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endParaRPr lang="de-DE"/>
          </a:p>
        </p:txBody>
      </p:sp>
      <p:sp>
        <p:nvSpPr>
          <p:cNvPr id="2044334140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110k€  |  </a:t>
            </a:r>
            <a:r>
              <a:rPr lang="de-DE" sz="2400" b="1"/>
              <a:t>OPEX</a:t>
            </a:r>
            <a:r>
              <a:rPr lang="de-DE" sz="2400"/>
              <a:t>: 12k€/Welle</a:t>
            </a:r>
            <a:endParaRPr/>
          </a:p>
        </p:txBody>
      </p:sp>
      <p:sp>
        <p:nvSpPr>
          <p:cNvPr id="1886625128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86709888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67400917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6582297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M6: Security Awareness &amp; Training</a:t>
            </a:r>
            <a:endParaRPr/>
          </a:p>
        </p:txBody>
      </p:sp>
      <p:sp>
        <p:nvSpPr>
          <p:cNvPr id="1328828908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Mitarbeitende sensibilisieren, Phishing abwehren</a:t>
            </a:r>
            <a:endParaRPr lang="en-US"/>
          </a:p>
        </p:txBody>
      </p:sp>
      <p:sp>
        <p:nvSpPr>
          <p:cNvPr id="2105515745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Macht Mitarbeiter zur ersten Verteidigungslinie. Geschulte Mitarbeiter erkennen Betrugsversuche und gefährliche E-Mails, bevor Schaden entsteht.</a:t>
            </a:r>
            <a:endParaRPr/>
          </a:p>
        </p:txBody>
      </p:sp>
      <p:sp>
        <p:nvSpPr>
          <p:cNvPr id="1081249470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Einmal im Jahr eine kurze Online-Schulung zum Thema IT-Sicherheit.</a:t>
            </a:r>
            <a:endParaRPr lang="en-US" sz="2400"/>
          </a:p>
        </p:txBody>
      </p:sp>
      <p:sp>
        <p:nvSpPr>
          <p:cNvPr id="658259120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1 (L1)</a:t>
            </a:r>
            <a:endParaRPr/>
          </a:p>
        </p:txBody>
      </p:sp>
      <p:sp>
        <p:nvSpPr>
          <p:cNvPr id="230568671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983297583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+2  |  </a:t>
            </a:r>
            <a:r>
              <a:rPr lang="de-DE" sz="2400" b="1"/>
              <a:t>I</a:t>
            </a:r>
            <a:r>
              <a:rPr lang="de-DE" sz="2400"/>
              <a:t> +1  |  </a:t>
            </a:r>
            <a:r>
              <a:rPr lang="de-DE" sz="2400" b="1"/>
              <a:t>A</a:t>
            </a:r>
            <a:r>
              <a:rPr lang="de-DE" sz="2400"/>
              <a:t> +1</a:t>
            </a:r>
            <a:endParaRPr/>
          </a:p>
        </p:txBody>
      </p:sp>
      <p:sp>
        <p:nvSpPr>
          <p:cNvPr id="1615607346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18688229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10k€  |  </a:t>
            </a:r>
            <a:r>
              <a:rPr lang="de-DE" sz="2400" b="1"/>
              <a:t>OPEX</a:t>
            </a:r>
            <a:r>
              <a:rPr lang="de-DE" sz="2400"/>
              <a:t>: 2k€/Welle</a:t>
            </a:r>
            <a:endParaRPr/>
          </a:p>
        </p:txBody>
      </p:sp>
      <p:sp>
        <p:nvSpPr>
          <p:cNvPr id="640137988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1919375632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557485355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3773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M6: Security Awareness &amp; Training</a:t>
            </a:r>
            <a:endParaRPr lang="en-US" sz="4000"/>
          </a:p>
        </p:txBody>
      </p:sp>
      <p:sp>
        <p:nvSpPr>
          <p:cNvPr id="1926979190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Mitarbeitende sensibilisieren, Phishing abwehren</a:t>
            </a:r>
            <a:endParaRPr lang="en-US"/>
          </a:p>
        </p:txBody>
      </p:sp>
      <p:sp>
        <p:nvSpPr>
          <p:cNvPr id="489948067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Macht Mitarbeiter zur ersten Verteidigungslinie. Geschulte Mitarbeiter erkennen Betrugsversuche und gefährliche E-Mails, bevor Schaden entsteht.</a:t>
            </a:r>
            <a:endParaRPr/>
          </a:p>
        </p:txBody>
      </p:sp>
      <p:sp>
        <p:nvSpPr>
          <p:cNvPr id="1425468818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Regelmäßige Schulungen plus Test-Phishing-Mails, um die Wachsamkeit zu prüfen.</a:t>
            </a:r>
            <a:endParaRPr lang="en-US" sz="2400"/>
          </a:p>
        </p:txBody>
      </p:sp>
      <p:sp>
        <p:nvSpPr>
          <p:cNvPr id="891767480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2 (L2)</a:t>
            </a:r>
            <a:endParaRPr/>
          </a:p>
        </p:txBody>
      </p:sp>
      <p:sp>
        <p:nvSpPr>
          <p:cNvPr id="1759277710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1784635327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+3  |  </a:t>
            </a:r>
            <a:r>
              <a:rPr lang="de-DE" sz="2400" b="1"/>
              <a:t>I</a:t>
            </a:r>
            <a:r>
              <a:rPr lang="de-DE" sz="2400"/>
              <a:t> +2  |  </a:t>
            </a:r>
            <a:r>
              <a:rPr lang="de-DE" sz="2400" b="1"/>
              <a:t>A</a:t>
            </a:r>
            <a:r>
              <a:rPr lang="de-DE" sz="2400"/>
              <a:t> +2</a:t>
            </a:r>
            <a:endParaRPr/>
          </a:p>
        </p:txBody>
      </p:sp>
      <p:sp>
        <p:nvSpPr>
          <p:cNvPr id="1467914044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1713596236" name="Text Placeholder 8"/>
          <p:cNvSpPr txBox="1"/>
          <p:nvPr/>
        </p:nvSpPr>
        <p:spPr bwMode="auto"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endParaRPr lang="de-DE"/>
          </a:p>
        </p:txBody>
      </p:sp>
      <p:sp>
        <p:nvSpPr>
          <p:cNvPr id="1007097119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24k€  |  </a:t>
            </a:r>
            <a:r>
              <a:rPr lang="de-DE" sz="2400" b="1"/>
              <a:t>OPEX</a:t>
            </a:r>
            <a:r>
              <a:rPr lang="de-DE" sz="2400"/>
              <a:t>: 6k€/Welle</a:t>
            </a:r>
            <a:endParaRPr/>
          </a:p>
        </p:txBody>
      </p:sp>
      <p:sp>
        <p:nvSpPr>
          <p:cNvPr id="38171608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1226705894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766467766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8951295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M6: Security Awareness &amp; Training</a:t>
            </a:r>
            <a:endParaRPr lang="en-US" sz="4000"/>
          </a:p>
        </p:txBody>
      </p:sp>
      <p:sp>
        <p:nvSpPr>
          <p:cNvPr id="811404394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Mitarbeitende sensibilisieren, Phishing abwehren</a:t>
            </a:r>
            <a:endParaRPr lang="en-US"/>
          </a:p>
        </p:txBody>
      </p:sp>
      <p:sp>
        <p:nvSpPr>
          <p:cNvPr id="2071403919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Macht Mitarbeiter zur ersten Verteidigungslinie. Geschulte Mitarbeiter erkennen Betrugsversuche und gefährliche E-Mails, bevor Schaden entsteht.</a:t>
            </a:r>
            <a:endParaRPr/>
          </a:p>
        </p:txBody>
      </p:sp>
      <p:sp>
        <p:nvSpPr>
          <p:cNvPr id="1549926053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Externe Sicherheitsexperten überwachen rund um die Uhr.</a:t>
            </a:r>
            <a:endParaRPr lang="en-US" sz="2400"/>
          </a:p>
        </p:txBody>
      </p:sp>
      <p:sp>
        <p:nvSpPr>
          <p:cNvPr id="852493639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3 (L3)</a:t>
            </a:r>
            <a:endParaRPr/>
          </a:p>
        </p:txBody>
      </p:sp>
      <p:sp>
        <p:nvSpPr>
          <p:cNvPr id="1891322290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871419886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+5  |  </a:t>
            </a:r>
            <a:r>
              <a:rPr lang="de-DE" sz="2400" b="1"/>
              <a:t>I</a:t>
            </a:r>
            <a:r>
              <a:rPr lang="de-DE" sz="2400"/>
              <a:t> +3  |  </a:t>
            </a:r>
            <a:r>
              <a:rPr lang="de-DE" sz="2400" b="1"/>
              <a:t>A</a:t>
            </a:r>
            <a:r>
              <a:rPr lang="de-DE" sz="2400"/>
              <a:t> +3</a:t>
            </a:r>
            <a:endParaRPr/>
          </a:p>
        </p:txBody>
      </p:sp>
      <p:sp>
        <p:nvSpPr>
          <p:cNvPr id="625003870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756085751" name="Text Placeholder 8"/>
          <p:cNvSpPr txBox="1"/>
          <p:nvPr/>
        </p:nvSpPr>
        <p:spPr bwMode="auto"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endParaRPr lang="de-DE"/>
          </a:p>
        </p:txBody>
      </p:sp>
      <p:sp>
        <p:nvSpPr>
          <p:cNvPr id="1618883752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40k€  |  </a:t>
            </a:r>
            <a:r>
              <a:rPr lang="de-DE" sz="2400" b="1"/>
              <a:t>OPEX</a:t>
            </a:r>
            <a:r>
              <a:rPr lang="de-DE" sz="2400"/>
              <a:t>: 10k€/Welle</a:t>
            </a:r>
            <a:endParaRPr/>
          </a:p>
        </p:txBody>
      </p:sp>
      <p:sp>
        <p:nvSpPr>
          <p:cNvPr id="1111297702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707542028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1662534746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6629695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M7: </a:t>
            </a:r>
            <a:r>
              <a:rPr lang="de-DE" sz="4000"/>
              <a:t>Vulnerability</a:t>
            </a:r>
            <a:r>
              <a:rPr lang="de-DE" sz="4000"/>
              <a:t> &amp; Patch Management</a:t>
            </a:r>
            <a:endParaRPr/>
          </a:p>
        </p:txBody>
      </p:sp>
      <p:sp>
        <p:nvSpPr>
          <p:cNvPr id="334277751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Schwachstellen schließen, Angriffsfläche reduzieren</a:t>
            </a:r>
            <a:endParaRPr lang="en-US"/>
          </a:p>
        </p:txBody>
      </p:sp>
      <p:sp>
        <p:nvSpPr>
          <p:cNvPr id="1371860413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Hält alle Systeme auf dem neuesten Stand. Sicherheitslücken werden durch Updates geschlossen, bevor Angreifer sie ausnutzen können.</a:t>
            </a:r>
            <a:endParaRPr/>
          </a:p>
        </p:txBody>
      </p:sp>
      <p:sp>
        <p:nvSpPr>
          <p:cNvPr id="1724078915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Windows-Updates laufen automatisch, Produktionssysteme werden unregelmäßig aktualisiert.</a:t>
            </a:r>
            <a:endParaRPr lang="en-US" sz="2400"/>
          </a:p>
        </p:txBody>
      </p:sp>
      <p:sp>
        <p:nvSpPr>
          <p:cNvPr id="696324884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1 (L1)</a:t>
            </a:r>
            <a:endParaRPr/>
          </a:p>
        </p:txBody>
      </p:sp>
      <p:sp>
        <p:nvSpPr>
          <p:cNvPr id="1063303168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1260429589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+2  |  </a:t>
            </a:r>
            <a:r>
              <a:rPr lang="de-DE" sz="2400" b="1"/>
              <a:t>I</a:t>
            </a:r>
            <a:r>
              <a:rPr lang="de-DE" sz="2400"/>
              <a:t> +3  |  </a:t>
            </a:r>
            <a:r>
              <a:rPr lang="de-DE" sz="2400" b="1"/>
              <a:t>A</a:t>
            </a:r>
            <a:r>
              <a:rPr lang="de-DE" sz="2400"/>
              <a:t> +2</a:t>
            </a:r>
            <a:endParaRPr/>
          </a:p>
        </p:txBody>
      </p:sp>
      <p:sp>
        <p:nvSpPr>
          <p:cNvPr id="1361457115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779472553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20k€  |  </a:t>
            </a:r>
            <a:r>
              <a:rPr lang="de-DE" sz="2400" b="1"/>
              <a:t>OPEX</a:t>
            </a:r>
            <a:r>
              <a:rPr lang="de-DE" sz="2400"/>
              <a:t>: 4k€/Welle</a:t>
            </a:r>
            <a:endParaRPr/>
          </a:p>
        </p:txBody>
      </p:sp>
      <p:sp>
        <p:nvSpPr>
          <p:cNvPr id="902318240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42213726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1278835400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7142727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M7: </a:t>
            </a:r>
            <a:r>
              <a:rPr lang="de-DE" sz="4000"/>
              <a:t>Vulnerability</a:t>
            </a:r>
            <a:r>
              <a:rPr lang="de-DE" sz="4000"/>
              <a:t> &amp; Patch Management</a:t>
            </a:r>
            <a:endParaRPr lang="en-US" sz="4000"/>
          </a:p>
        </p:txBody>
      </p:sp>
      <p:sp>
        <p:nvSpPr>
          <p:cNvPr id="1032326515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Schwachstellen schließen, Angriffsfläche reduzieren</a:t>
            </a:r>
            <a:endParaRPr lang="en-US"/>
          </a:p>
        </p:txBody>
      </p:sp>
      <p:sp>
        <p:nvSpPr>
          <p:cNvPr id="310462924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Hält alle Systeme auf dem neuesten Stand. Sicherheitslücken werden durch Updates geschlossen, bevor Angreifer sie ausnutzen können.</a:t>
            </a:r>
            <a:endParaRPr/>
          </a:p>
        </p:txBody>
      </p:sp>
      <p:sp>
        <p:nvSpPr>
          <p:cNvPr id="2000554216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Strukturierter monatlicher Update-Prozess, regelmäßige Suche nach Schwachstellen.</a:t>
            </a:r>
            <a:endParaRPr lang="en-US" sz="2400"/>
          </a:p>
        </p:txBody>
      </p:sp>
      <p:sp>
        <p:nvSpPr>
          <p:cNvPr id="884749002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2 (L2)</a:t>
            </a:r>
            <a:endParaRPr/>
          </a:p>
        </p:txBody>
      </p:sp>
      <p:sp>
        <p:nvSpPr>
          <p:cNvPr id="1979157552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1762950810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+4  |  </a:t>
            </a:r>
            <a:r>
              <a:rPr lang="de-DE" sz="2400" b="1"/>
              <a:t>I</a:t>
            </a:r>
            <a:r>
              <a:rPr lang="de-DE" sz="2400"/>
              <a:t> +5  |  </a:t>
            </a:r>
            <a:r>
              <a:rPr lang="de-DE" sz="2400" b="1"/>
              <a:t>A</a:t>
            </a:r>
            <a:r>
              <a:rPr lang="de-DE" sz="2400"/>
              <a:t> +3</a:t>
            </a:r>
            <a:endParaRPr/>
          </a:p>
        </p:txBody>
      </p:sp>
      <p:sp>
        <p:nvSpPr>
          <p:cNvPr id="817079024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649861049" name="Text Placeholder 8"/>
          <p:cNvSpPr txBox="1"/>
          <p:nvPr/>
        </p:nvSpPr>
        <p:spPr bwMode="auto"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endParaRPr lang="de-DE"/>
          </a:p>
        </p:txBody>
      </p:sp>
      <p:sp>
        <p:nvSpPr>
          <p:cNvPr id="98984636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44k€  |  </a:t>
            </a:r>
            <a:r>
              <a:rPr lang="de-DE" sz="2400" b="1"/>
              <a:t>OPEX</a:t>
            </a:r>
            <a:r>
              <a:rPr lang="de-DE" sz="2400"/>
              <a:t>: 8k€/Welle</a:t>
            </a:r>
            <a:endParaRPr/>
          </a:p>
        </p:txBody>
      </p:sp>
      <p:sp>
        <p:nvSpPr>
          <p:cNvPr id="29381848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988940622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272074458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0769873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M7: </a:t>
            </a:r>
            <a:r>
              <a:rPr lang="de-DE" sz="4000"/>
              <a:t>Vulnerability</a:t>
            </a:r>
            <a:r>
              <a:rPr lang="de-DE" sz="4000"/>
              <a:t> &amp; Patch Management</a:t>
            </a:r>
            <a:endParaRPr lang="en-US" sz="4000"/>
          </a:p>
        </p:txBody>
      </p:sp>
      <p:sp>
        <p:nvSpPr>
          <p:cNvPr id="782459736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Schwachstellen schließen, Angriffsfläche reduzieren</a:t>
            </a:r>
            <a:endParaRPr lang="en-US"/>
          </a:p>
        </p:txBody>
      </p:sp>
      <p:sp>
        <p:nvSpPr>
          <p:cNvPr id="667992814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Hält alle Systeme auf dem neuesten Stand. Sicherheitslücken werden durch Updates geschlossen, bevor Angreifer sie ausnutzen können.</a:t>
            </a:r>
            <a:endParaRPr/>
          </a:p>
        </p:txBody>
      </p:sp>
      <p:sp>
        <p:nvSpPr>
          <p:cNvPr id="1324729964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Kritische Lücken werden priorisiert geschlossen, wöchentliche automatische Schwachstellen-Scans.</a:t>
            </a:r>
            <a:endParaRPr lang="en-US" sz="2400"/>
          </a:p>
        </p:txBody>
      </p:sp>
      <p:sp>
        <p:nvSpPr>
          <p:cNvPr id="635803922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3 (L3)</a:t>
            </a:r>
            <a:endParaRPr/>
          </a:p>
        </p:txBody>
      </p:sp>
      <p:sp>
        <p:nvSpPr>
          <p:cNvPr id="939237544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1809539059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+6  |  </a:t>
            </a:r>
            <a:r>
              <a:rPr lang="de-DE" sz="2400" b="1"/>
              <a:t>I</a:t>
            </a:r>
            <a:r>
              <a:rPr lang="de-DE" sz="2400"/>
              <a:t> +7  |  </a:t>
            </a:r>
            <a:r>
              <a:rPr lang="de-DE" sz="2400" b="1"/>
              <a:t>A</a:t>
            </a:r>
            <a:r>
              <a:rPr lang="de-DE" sz="2400"/>
              <a:t> +4</a:t>
            </a:r>
            <a:endParaRPr/>
          </a:p>
        </p:txBody>
      </p:sp>
      <p:sp>
        <p:nvSpPr>
          <p:cNvPr id="69648667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447224793" name="Text Placeholder 8"/>
          <p:cNvSpPr txBox="1"/>
          <p:nvPr/>
        </p:nvSpPr>
        <p:spPr bwMode="auto"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endParaRPr lang="de-DE"/>
          </a:p>
        </p:txBody>
      </p:sp>
      <p:sp>
        <p:nvSpPr>
          <p:cNvPr id="162114350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76k€  |  </a:t>
            </a:r>
            <a:r>
              <a:rPr lang="de-DE" sz="2400" b="1"/>
              <a:t>OPEX</a:t>
            </a:r>
            <a:r>
              <a:rPr lang="de-DE" sz="2400"/>
              <a:t>: 14k€/Welle</a:t>
            </a:r>
            <a:endParaRPr/>
          </a:p>
        </p:txBody>
      </p:sp>
      <p:sp>
        <p:nvSpPr>
          <p:cNvPr id="22859708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1806652491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>
                <a:solidFill>
                  <a:srgbClr val="C00000"/>
                </a:solidFill>
              </a:rPr>
              <a:t>M2 min. L1</a:t>
            </a:r>
            <a:endParaRPr/>
          </a:p>
        </p:txBody>
      </p:sp>
      <p:sp>
        <p:nvSpPr>
          <p:cNvPr id="1607753862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1996869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en-US" sz="4000"/>
              <a:t>M8: Supplier Security &amp; Supply Chain</a:t>
            </a:r>
            <a:endParaRPr/>
          </a:p>
        </p:txBody>
      </p:sp>
      <p:sp>
        <p:nvSpPr>
          <p:cNvPr id="1360022951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Lieferanten-Risiken managen, Abhängigkeiten absichern</a:t>
            </a:r>
            <a:endParaRPr lang="en-US"/>
          </a:p>
        </p:txBody>
      </p:sp>
      <p:sp>
        <p:nvSpPr>
          <p:cNvPr id="1495442467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Schützt vor Risiken durch Geschäftspartner. Denn auch über einen gehackten Lieferanten können Angreifer ins Unternehmen gelangen.</a:t>
            </a:r>
            <a:endParaRPr/>
          </a:p>
        </p:txBody>
      </p:sp>
      <p:sp>
        <p:nvSpPr>
          <p:cNvPr id="1152700129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Sicherheitsanforderungen stehen im Vertrag, gelegentliche Überprüfungen.</a:t>
            </a:r>
            <a:endParaRPr lang="en-US" sz="2400"/>
          </a:p>
        </p:txBody>
      </p:sp>
      <p:sp>
        <p:nvSpPr>
          <p:cNvPr id="1439583686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1 (L1)</a:t>
            </a:r>
            <a:endParaRPr/>
          </a:p>
        </p:txBody>
      </p:sp>
      <p:sp>
        <p:nvSpPr>
          <p:cNvPr id="733452977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1733343055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+1  |  </a:t>
            </a:r>
            <a:r>
              <a:rPr lang="de-DE" sz="2400" b="1"/>
              <a:t>I</a:t>
            </a:r>
            <a:r>
              <a:rPr lang="de-DE" sz="2400"/>
              <a:t> +2  |  </a:t>
            </a:r>
            <a:r>
              <a:rPr lang="de-DE" sz="2400" b="1"/>
              <a:t>A</a:t>
            </a:r>
            <a:r>
              <a:rPr lang="de-DE" sz="2400"/>
              <a:t> +2</a:t>
            </a:r>
            <a:endParaRPr/>
          </a:p>
        </p:txBody>
      </p:sp>
      <p:sp>
        <p:nvSpPr>
          <p:cNvPr id="962532147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1526292784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16k€  |  </a:t>
            </a:r>
            <a:r>
              <a:rPr lang="de-DE" sz="2400" b="1"/>
              <a:t>OPEX</a:t>
            </a:r>
            <a:r>
              <a:rPr lang="de-DE" sz="2400"/>
              <a:t>: 4k€/Welle</a:t>
            </a:r>
            <a:endParaRPr/>
          </a:p>
        </p:txBody>
      </p:sp>
      <p:sp>
        <p:nvSpPr>
          <p:cNvPr id="1187270514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834979468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624532255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2069856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en-US" sz="4000"/>
              <a:t>M8: Supplier Security &amp; Supply Chain</a:t>
            </a:r>
            <a:endParaRPr/>
          </a:p>
        </p:txBody>
      </p:sp>
      <p:sp>
        <p:nvSpPr>
          <p:cNvPr id="307356688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Lieferanten-Risiken managen, Abhängigkeiten absichern</a:t>
            </a:r>
            <a:endParaRPr lang="en-US"/>
          </a:p>
        </p:txBody>
      </p:sp>
      <p:sp>
        <p:nvSpPr>
          <p:cNvPr id="1415570212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Schützt vor Risiken durch Geschäftspartner. Denn auch über einen gehackten Lieferanten können Angreifer ins Unternehmen gelangen.</a:t>
            </a:r>
            <a:endParaRPr/>
          </a:p>
        </p:txBody>
      </p:sp>
      <p:sp>
        <p:nvSpPr>
          <p:cNvPr id="1941347067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Jährliche Sicherheitsbewertung aller wichtigen Lieferanten, Überwachung der Leistungsversprechen.</a:t>
            </a:r>
            <a:endParaRPr lang="en-US" sz="2400"/>
          </a:p>
        </p:txBody>
      </p:sp>
      <p:sp>
        <p:nvSpPr>
          <p:cNvPr id="1938295126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2 (L2)</a:t>
            </a:r>
            <a:endParaRPr/>
          </a:p>
        </p:txBody>
      </p:sp>
      <p:sp>
        <p:nvSpPr>
          <p:cNvPr id="1200877731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1771349476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+2  |  </a:t>
            </a:r>
            <a:r>
              <a:rPr lang="de-DE" sz="2400" b="1"/>
              <a:t>I</a:t>
            </a:r>
            <a:r>
              <a:rPr lang="de-DE" sz="2400"/>
              <a:t> +4  |  </a:t>
            </a:r>
            <a:r>
              <a:rPr lang="de-DE" sz="2400" b="1"/>
              <a:t>A</a:t>
            </a:r>
            <a:r>
              <a:rPr lang="de-DE" sz="2400"/>
              <a:t> +4</a:t>
            </a:r>
            <a:endParaRPr/>
          </a:p>
        </p:txBody>
      </p:sp>
      <p:sp>
        <p:nvSpPr>
          <p:cNvPr id="1917009789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242047351" name="Text Placeholder 8"/>
          <p:cNvSpPr txBox="1"/>
          <p:nvPr/>
        </p:nvSpPr>
        <p:spPr bwMode="auto"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endParaRPr lang="de-DE"/>
          </a:p>
        </p:txBody>
      </p:sp>
      <p:sp>
        <p:nvSpPr>
          <p:cNvPr id="2055548805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36k€  |  </a:t>
            </a:r>
            <a:r>
              <a:rPr lang="de-DE" sz="2400" b="1"/>
              <a:t>OPEX</a:t>
            </a:r>
            <a:r>
              <a:rPr lang="de-DE" sz="2400"/>
              <a:t>: 8k€/Welle</a:t>
            </a:r>
            <a:endParaRPr/>
          </a:p>
        </p:txBody>
      </p:sp>
      <p:sp>
        <p:nvSpPr>
          <p:cNvPr id="855291217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1452532273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211417024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5503344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en-US" sz="4000"/>
              <a:t>M8: Supplier Security &amp; Supply Chain</a:t>
            </a:r>
            <a:endParaRPr/>
          </a:p>
        </p:txBody>
      </p:sp>
      <p:sp>
        <p:nvSpPr>
          <p:cNvPr id="1877607756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Lieferanten-Risiken managen, Abhängigkeiten absichern</a:t>
            </a:r>
            <a:endParaRPr lang="en-US"/>
          </a:p>
        </p:txBody>
      </p:sp>
      <p:sp>
        <p:nvSpPr>
          <p:cNvPr id="384139179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Schützt vor Risiken durch Geschäftspartner. Denn auch über einen gehackten Lieferanten können Angreifer ins Unternehmen gelangen.</a:t>
            </a:r>
            <a:endParaRPr/>
          </a:p>
        </p:txBody>
      </p:sp>
      <p:sp>
        <p:nvSpPr>
          <p:cNvPr id="1767438395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Kontinuierliche Überwachung, Backup-Lieferanten für kritische Teile, Schutz bei Lieferanten-Insolvenz.</a:t>
            </a:r>
            <a:endParaRPr lang="en-US" sz="2400"/>
          </a:p>
        </p:txBody>
      </p:sp>
      <p:sp>
        <p:nvSpPr>
          <p:cNvPr id="1471110258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3 (L3)</a:t>
            </a:r>
            <a:endParaRPr/>
          </a:p>
        </p:txBody>
      </p:sp>
      <p:sp>
        <p:nvSpPr>
          <p:cNvPr id="2080207944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1556620415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+3  |  </a:t>
            </a:r>
            <a:r>
              <a:rPr lang="de-DE" sz="2400" b="1"/>
              <a:t>I</a:t>
            </a:r>
            <a:r>
              <a:rPr lang="de-DE" sz="2400"/>
              <a:t> +6  |  </a:t>
            </a:r>
            <a:r>
              <a:rPr lang="de-DE" sz="2400" b="1"/>
              <a:t>A</a:t>
            </a:r>
            <a:r>
              <a:rPr lang="de-DE" sz="2400"/>
              <a:t> +6</a:t>
            </a:r>
            <a:endParaRPr/>
          </a:p>
        </p:txBody>
      </p:sp>
      <p:sp>
        <p:nvSpPr>
          <p:cNvPr id="52425786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2011183773" name="Text Placeholder 8"/>
          <p:cNvSpPr txBox="1"/>
          <p:nvPr/>
        </p:nvSpPr>
        <p:spPr bwMode="auto"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endParaRPr lang="de-DE"/>
          </a:p>
        </p:txBody>
      </p:sp>
      <p:sp>
        <p:nvSpPr>
          <p:cNvPr id="994097933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70k€  |  </a:t>
            </a:r>
            <a:r>
              <a:rPr lang="de-DE" sz="2400" b="1"/>
              <a:t>OPEX</a:t>
            </a:r>
            <a:r>
              <a:rPr lang="de-DE" sz="2400"/>
              <a:t>: 16k€/Welle</a:t>
            </a:r>
            <a:endParaRPr/>
          </a:p>
        </p:txBody>
      </p:sp>
      <p:sp>
        <p:nvSpPr>
          <p:cNvPr id="958645810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745293330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1014262909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9897939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M9: Cloud Security (CSPM)</a:t>
            </a:r>
            <a:endParaRPr/>
          </a:p>
        </p:txBody>
      </p:sp>
      <p:sp>
        <p:nvSpPr>
          <p:cNvPr id="1244992115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Cloud-Konfigurationen überwachen &amp; absichern</a:t>
            </a:r>
            <a:endParaRPr lang="en-US"/>
          </a:p>
        </p:txBody>
      </p:sp>
      <p:sp>
        <p:nvSpPr>
          <p:cNvPr id="877753633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Sichert Daten und Dienste in der Cloud ab. Prüft automatisch, ob Cloud-Systeme sicher konfiguriert sind.</a:t>
            </a:r>
            <a:endParaRPr/>
          </a:p>
        </p:txBody>
      </p:sp>
      <p:sp>
        <p:nvSpPr>
          <p:cNvPr id="618764219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Einfache Überwachung der Cloud-Backups.</a:t>
            </a:r>
            <a:endParaRPr lang="en-US" sz="2400"/>
          </a:p>
        </p:txBody>
      </p:sp>
      <p:sp>
        <p:nvSpPr>
          <p:cNvPr id="364635336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1 (L1)</a:t>
            </a:r>
            <a:endParaRPr/>
          </a:p>
        </p:txBody>
      </p:sp>
      <p:sp>
        <p:nvSpPr>
          <p:cNvPr id="1421815241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940328630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+2  |  </a:t>
            </a:r>
            <a:r>
              <a:rPr lang="de-DE" sz="2400" b="1"/>
              <a:t>I</a:t>
            </a:r>
            <a:r>
              <a:rPr lang="de-DE" sz="2400"/>
              <a:t> +2  |  </a:t>
            </a:r>
            <a:r>
              <a:rPr lang="de-DE" sz="2400" b="1"/>
              <a:t>A</a:t>
            </a:r>
            <a:r>
              <a:rPr lang="de-DE" sz="2400"/>
              <a:t> +1</a:t>
            </a:r>
            <a:endParaRPr/>
          </a:p>
        </p:txBody>
      </p:sp>
      <p:sp>
        <p:nvSpPr>
          <p:cNvPr id="1865046495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300431845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18k€  |  </a:t>
            </a:r>
            <a:r>
              <a:rPr lang="de-DE" sz="2400" b="1"/>
              <a:t>OPEX</a:t>
            </a:r>
            <a:r>
              <a:rPr lang="de-DE" sz="2400"/>
              <a:t>: 3k€/Welle</a:t>
            </a:r>
            <a:endParaRPr/>
          </a:p>
        </p:txBody>
      </p:sp>
      <p:sp>
        <p:nvSpPr>
          <p:cNvPr id="833355108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1425017031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93565647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9068789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M9: Cloud Security (CSPM)</a:t>
            </a:r>
            <a:endParaRPr lang="en-US" sz="4000"/>
          </a:p>
        </p:txBody>
      </p:sp>
      <p:sp>
        <p:nvSpPr>
          <p:cNvPr id="920786073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Cloud-Konfigurationen überwachen &amp; absichern</a:t>
            </a:r>
            <a:endParaRPr lang="en-US"/>
          </a:p>
        </p:txBody>
      </p:sp>
      <p:sp>
        <p:nvSpPr>
          <p:cNvPr id="136706945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Sichert Daten und Dienste in der Cloud ab. Prüft automatisch, ob Cloud-Systeme sicher konfiguriert sind.</a:t>
            </a:r>
            <a:endParaRPr/>
          </a:p>
        </p:txBody>
      </p:sp>
      <p:sp>
        <p:nvSpPr>
          <p:cNvPr id="1373049830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Automatische Prüfung ob Cloud-Einstellungen den Sicherheitsrichtlinien entsprechen.</a:t>
            </a:r>
            <a:endParaRPr lang="en-US" sz="2400"/>
          </a:p>
        </p:txBody>
      </p:sp>
      <p:sp>
        <p:nvSpPr>
          <p:cNvPr id="513118115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2 (L2)</a:t>
            </a:r>
            <a:endParaRPr/>
          </a:p>
        </p:txBody>
      </p:sp>
      <p:sp>
        <p:nvSpPr>
          <p:cNvPr id="1028382946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1688508633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+3  |  </a:t>
            </a:r>
            <a:r>
              <a:rPr lang="de-DE" sz="2400" b="1"/>
              <a:t>I</a:t>
            </a:r>
            <a:r>
              <a:rPr lang="de-DE" sz="2400"/>
              <a:t> +3  |  </a:t>
            </a:r>
            <a:r>
              <a:rPr lang="de-DE" sz="2400" b="1"/>
              <a:t>A</a:t>
            </a:r>
            <a:r>
              <a:rPr lang="de-DE" sz="2400"/>
              <a:t> +2</a:t>
            </a:r>
            <a:endParaRPr/>
          </a:p>
        </p:txBody>
      </p:sp>
      <p:sp>
        <p:nvSpPr>
          <p:cNvPr id="328456954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1199129897" name="Text Placeholder 8"/>
          <p:cNvSpPr txBox="1"/>
          <p:nvPr/>
        </p:nvSpPr>
        <p:spPr bwMode="auto"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endParaRPr lang="de-DE"/>
          </a:p>
        </p:txBody>
      </p:sp>
      <p:sp>
        <p:nvSpPr>
          <p:cNvPr id="1029221713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40k€  |  </a:t>
            </a:r>
            <a:r>
              <a:rPr lang="de-DE" sz="2400" b="1"/>
              <a:t>OPEX</a:t>
            </a:r>
            <a:r>
              <a:rPr lang="de-DE" sz="2400"/>
              <a:t>: 7k€/Welle</a:t>
            </a:r>
            <a:endParaRPr/>
          </a:p>
        </p:txBody>
      </p:sp>
      <p:sp>
        <p:nvSpPr>
          <p:cNvPr id="637123386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1235387650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1202375321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9923887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M9: Cloud Security (CSPM)</a:t>
            </a:r>
            <a:endParaRPr lang="en-US" sz="4000"/>
          </a:p>
        </p:txBody>
      </p:sp>
      <p:sp>
        <p:nvSpPr>
          <p:cNvPr id="634397083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Cloud-Konfigurationen überwachen &amp; absichern</a:t>
            </a:r>
            <a:endParaRPr lang="en-US"/>
          </a:p>
        </p:txBody>
      </p:sp>
      <p:sp>
        <p:nvSpPr>
          <p:cNvPr id="1600645476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Sichert Daten und Dienste in der Cloud ab. Prüft automatisch, ob Cloud-Systeme sicher konfiguriert sind.</a:t>
            </a:r>
            <a:endParaRPr/>
          </a:p>
        </p:txBody>
      </p:sp>
      <p:sp>
        <p:nvSpPr>
          <p:cNvPr id="1193077726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Umfassende Sicherheit über mehrere Cloud-Anbieter, automatische Prüfung aller Cloud-Konfigurationen.</a:t>
            </a:r>
            <a:endParaRPr lang="en-US" sz="2400"/>
          </a:p>
        </p:txBody>
      </p:sp>
      <p:sp>
        <p:nvSpPr>
          <p:cNvPr id="636836573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3 (L3)</a:t>
            </a:r>
            <a:endParaRPr/>
          </a:p>
        </p:txBody>
      </p:sp>
      <p:sp>
        <p:nvSpPr>
          <p:cNvPr id="964208215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798651834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+4  |  </a:t>
            </a:r>
            <a:r>
              <a:rPr lang="de-DE" sz="2400" b="1"/>
              <a:t>I</a:t>
            </a:r>
            <a:r>
              <a:rPr lang="de-DE" sz="2400"/>
              <a:t> +4  |  </a:t>
            </a:r>
            <a:r>
              <a:rPr lang="de-DE" sz="2400" b="1"/>
              <a:t>A</a:t>
            </a:r>
            <a:r>
              <a:rPr lang="de-DE" sz="2400"/>
              <a:t> +3</a:t>
            </a:r>
            <a:endParaRPr/>
          </a:p>
        </p:txBody>
      </p:sp>
      <p:sp>
        <p:nvSpPr>
          <p:cNvPr id="1183082697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1264893260" name="Text Placeholder 8"/>
          <p:cNvSpPr txBox="1"/>
          <p:nvPr/>
        </p:nvSpPr>
        <p:spPr bwMode="auto"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endParaRPr lang="de-DE"/>
          </a:p>
        </p:txBody>
      </p:sp>
      <p:sp>
        <p:nvSpPr>
          <p:cNvPr id="1958583562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70k€  |  </a:t>
            </a:r>
            <a:r>
              <a:rPr lang="de-DE" sz="2400" b="1"/>
              <a:t>OPEX</a:t>
            </a:r>
            <a:r>
              <a:rPr lang="de-DE" sz="2400"/>
              <a:t>: 14k€/Welle</a:t>
            </a:r>
            <a:endParaRPr/>
          </a:p>
        </p:txBody>
      </p:sp>
      <p:sp>
        <p:nvSpPr>
          <p:cNvPr id="1354243621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557445850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1308261110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5958941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fr-FR" sz="4000"/>
              <a:t>M10: Mobile </a:t>
            </a:r>
            <a:r>
              <a:rPr lang="fr-FR" sz="4000"/>
              <a:t>Device</a:t>
            </a:r>
            <a:r>
              <a:rPr lang="fr-FR" sz="4000"/>
              <a:t> Management (MDM)</a:t>
            </a:r>
            <a:endParaRPr/>
          </a:p>
        </p:txBody>
      </p:sp>
      <p:sp>
        <p:nvSpPr>
          <p:cNvPr id="809455739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Smartphones/Tablets absichern</a:t>
            </a:r>
            <a:endParaRPr lang="en-US"/>
          </a:p>
        </p:txBody>
      </p:sp>
      <p:sp>
        <p:nvSpPr>
          <p:cNvPr id="458213147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Schützt mobile Geräte der Mitarbeiter. Verhindert Datenverlust bei Diebstahl und kontrolliert welche Apps genutzt werden dürfen.</a:t>
            </a:r>
            <a:endParaRPr/>
          </a:p>
        </p:txBody>
      </p:sp>
      <p:sp>
        <p:nvSpPr>
          <p:cNvPr id="1049553768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Protokolle werden gesammelt und 30 Tage aufbewahrt.</a:t>
            </a:r>
            <a:endParaRPr lang="en-US" sz="2400"/>
          </a:p>
        </p:txBody>
      </p:sp>
      <p:sp>
        <p:nvSpPr>
          <p:cNvPr id="1598140925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1 (L1)</a:t>
            </a:r>
            <a:endParaRPr/>
          </a:p>
        </p:txBody>
      </p:sp>
      <p:sp>
        <p:nvSpPr>
          <p:cNvPr id="1616026981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1571502491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+1  |  </a:t>
            </a:r>
            <a:r>
              <a:rPr lang="de-DE" sz="2400" b="1"/>
              <a:t>I</a:t>
            </a:r>
            <a:r>
              <a:rPr lang="de-DE" sz="2400"/>
              <a:t> +1  |  </a:t>
            </a:r>
            <a:r>
              <a:rPr lang="de-DE" sz="2400" b="1"/>
              <a:t>A</a:t>
            </a:r>
            <a:r>
              <a:rPr lang="de-DE" sz="2400"/>
              <a:t> +0</a:t>
            </a:r>
            <a:endParaRPr/>
          </a:p>
        </p:txBody>
      </p:sp>
      <p:sp>
        <p:nvSpPr>
          <p:cNvPr id="450945883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1779697707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12k€  |  </a:t>
            </a:r>
            <a:r>
              <a:rPr lang="de-DE" sz="2400" b="1"/>
              <a:t>OPEX</a:t>
            </a:r>
            <a:r>
              <a:rPr lang="de-DE" sz="2400"/>
              <a:t>: 2k€/Welle</a:t>
            </a:r>
            <a:endParaRPr/>
          </a:p>
        </p:txBody>
      </p:sp>
      <p:sp>
        <p:nvSpPr>
          <p:cNvPr id="1060975760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1994753585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1637238276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1182670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fr-FR" sz="4000"/>
              <a:t>M10: Mobile </a:t>
            </a:r>
            <a:r>
              <a:rPr lang="fr-FR" sz="4000"/>
              <a:t>Device</a:t>
            </a:r>
            <a:r>
              <a:rPr lang="fr-FR" sz="4000"/>
              <a:t> Management (MDM)</a:t>
            </a:r>
            <a:endParaRPr lang="en-US" sz="4000"/>
          </a:p>
        </p:txBody>
      </p:sp>
      <p:sp>
        <p:nvSpPr>
          <p:cNvPr id="698444595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Smartphones/Tablets absichern</a:t>
            </a:r>
            <a:endParaRPr lang="en-US"/>
          </a:p>
        </p:txBody>
      </p:sp>
      <p:sp>
        <p:nvSpPr>
          <p:cNvPr id="2097774521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Schützt mobile Geräte der Mitarbeiter. Verhindert Datenverlust bei Diebstahl und kontrolliert welche Apps genutzt werden dürfen.</a:t>
            </a:r>
            <a:endParaRPr/>
          </a:p>
        </p:txBody>
      </p:sp>
      <p:sp>
        <p:nvSpPr>
          <p:cNvPr id="1336203497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Zentrale Verwaltung aller Mobilgeräte, nur zugelassene Apps können installiert werden.</a:t>
            </a:r>
            <a:endParaRPr lang="en-US" sz="2400"/>
          </a:p>
        </p:txBody>
      </p:sp>
      <p:sp>
        <p:nvSpPr>
          <p:cNvPr id="119648653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2 (L2)</a:t>
            </a:r>
            <a:endParaRPr/>
          </a:p>
        </p:txBody>
      </p:sp>
      <p:sp>
        <p:nvSpPr>
          <p:cNvPr id="1571458799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1093386558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+2  |  </a:t>
            </a:r>
            <a:r>
              <a:rPr lang="de-DE" sz="2400" b="1"/>
              <a:t>I</a:t>
            </a:r>
            <a:r>
              <a:rPr lang="de-DE" sz="2400"/>
              <a:t> +2  |  </a:t>
            </a:r>
            <a:r>
              <a:rPr lang="de-DE" sz="2400" b="1"/>
              <a:t>A</a:t>
            </a:r>
            <a:r>
              <a:rPr lang="de-DE" sz="2400"/>
              <a:t> +1</a:t>
            </a:r>
            <a:endParaRPr/>
          </a:p>
        </p:txBody>
      </p:sp>
      <p:sp>
        <p:nvSpPr>
          <p:cNvPr id="1881780446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1953656108" name="Text Placeholder 8"/>
          <p:cNvSpPr txBox="1"/>
          <p:nvPr/>
        </p:nvSpPr>
        <p:spPr bwMode="auto"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endParaRPr lang="de-DE"/>
          </a:p>
        </p:txBody>
      </p:sp>
      <p:sp>
        <p:nvSpPr>
          <p:cNvPr id="2008542297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28k€  |  </a:t>
            </a:r>
            <a:r>
              <a:rPr lang="de-DE" sz="2400" b="1"/>
              <a:t>OPEX</a:t>
            </a:r>
            <a:r>
              <a:rPr lang="de-DE" sz="2400"/>
              <a:t>: 5k€/Welle</a:t>
            </a:r>
            <a:endParaRPr/>
          </a:p>
        </p:txBody>
      </p:sp>
      <p:sp>
        <p:nvSpPr>
          <p:cNvPr id="1696255907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56300155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13665736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92820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fr-FR" sz="4000"/>
              <a:t>M10: Mobile </a:t>
            </a:r>
            <a:r>
              <a:rPr lang="fr-FR" sz="4000"/>
              <a:t>Device</a:t>
            </a:r>
            <a:r>
              <a:rPr lang="fr-FR" sz="4000"/>
              <a:t> Management (MDM)</a:t>
            </a:r>
            <a:endParaRPr lang="en-US" sz="4000"/>
          </a:p>
        </p:txBody>
      </p:sp>
      <p:sp>
        <p:nvSpPr>
          <p:cNvPr id="1300555842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Maßnahme</a:t>
            </a:r>
            <a:r>
              <a:rPr lang="en-US"/>
              <a:t> - </a:t>
            </a:r>
            <a:r>
              <a:rPr lang="de-DE"/>
              <a:t>Smartphones/Tablets absichern</a:t>
            </a:r>
            <a:endParaRPr lang="en-US"/>
          </a:p>
        </p:txBody>
      </p:sp>
      <p:sp>
        <p:nvSpPr>
          <p:cNvPr id="2075704757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2" y="1265074"/>
            <a:ext cx="8360378" cy="1166976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Schützt mobile Geräte der Mitarbeiter. Verhindert Datenverlust bei Diebstahl und kontrolliert welche Apps genutzt werden dürfen.</a:t>
            </a:r>
            <a:endParaRPr/>
          </a:p>
        </p:txBody>
      </p:sp>
      <p:sp>
        <p:nvSpPr>
          <p:cNvPr id="727618838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Einheitliche Verwaltung aller Endgeräte, aktiver Schutz vor mobilen Bedrohungen.</a:t>
            </a:r>
            <a:endParaRPr lang="en-US" sz="2400"/>
          </a:p>
        </p:txBody>
      </p:sp>
      <p:sp>
        <p:nvSpPr>
          <p:cNvPr id="693243919" name="TextBox 41"/>
          <p:cNvSpPr txBox="1"/>
          <p:nvPr/>
        </p:nvSpPr>
        <p:spPr bwMode="auto"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>
              <a:defRPr/>
            </a:pPr>
            <a:r>
              <a:rPr lang="en-US" sz="3600">
                <a:solidFill>
                  <a:schemeClr val="accent1"/>
                </a:solidFill>
                <a:ea typeface="League Spartan"/>
                <a:cs typeface="Poppins"/>
              </a:rPr>
              <a:t>Level 3 (L3)</a:t>
            </a:r>
            <a:endParaRPr/>
          </a:p>
        </p:txBody>
      </p:sp>
      <p:sp>
        <p:nvSpPr>
          <p:cNvPr id="862981229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/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1330553449" name="Text Placeholder 8"/>
          <p:cNvSpPr txBox="1"/>
          <p:nvPr/>
        </p:nvSpPr>
        <p:spPr bwMode="auto"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C</a:t>
            </a:r>
            <a:r>
              <a:rPr lang="de-DE" sz="2400"/>
              <a:t> +3  |  </a:t>
            </a:r>
            <a:r>
              <a:rPr lang="de-DE" sz="2400" b="1"/>
              <a:t>I</a:t>
            </a:r>
            <a:r>
              <a:rPr lang="de-DE" sz="2400"/>
              <a:t> +3  |  </a:t>
            </a:r>
            <a:r>
              <a:rPr lang="de-DE" sz="2400" b="1"/>
              <a:t>A</a:t>
            </a:r>
            <a:r>
              <a:rPr lang="de-DE" sz="2400"/>
              <a:t> +2</a:t>
            </a:r>
            <a:endParaRPr/>
          </a:p>
        </p:txBody>
      </p:sp>
      <p:sp>
        <p:nvSpPr>
          <p:cNvPr id="278121799" name="TextBox 41"/>
          <p:cNvSpPr txBox="1"/>
          <p:nvPr/>
        </p:nvSpPr>
        <p:spPr bwMode="auto"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CIA-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Beitrag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1555847072" name="Text Placeholder 8"/>
          <p:cNvSpPr txBox="1"/>
          <p:nvPr/>
        </p:nvSpPr>
        <p:spPr bwMode="auto"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endParaRPr lang="de-DE"/>
          </a:p>
        </p:txBody>
      </p:sp>
      <p:sp>
        <p:nvSpPr>
          <p:cNvPr id="184838773" name="Text Placeholder 8"/>
          <p:cNvSpPr txBox="1"/>
          <p:nvPr/>
        </p:nvSpPr>
        <p:spPr bwMode="auto"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/>
              <a:t>Init</a:t>
            </a:r>
            <a:r>
              <a:rPr lang="de-DE" sz="2400"/>
              <a:t>: 50k€  |  </a:t>
            </a:r>
            <a:r>
              <a:rPr lang="de-DE" sz="2400" b="1"/>
              <a:t>OPEX</a:t>
            </a:r>
            <a:r>
              <a:rPr lang="de-DE" sz="2400"/>
              <a:t>: 10k€/Welle</a:t>
            </a:r>
            <a:endParaRPr/>
          </a:p>
        </p:txBody>
      </p:sp>
      <p:sp>
        <p:nvSpPr>
          <p:cNvPr id="707503786" name="TextBox 41"/>
          <p:cNvSpPr txBox="1"/>
          <p:nvPr/>
        </p:nvSpPr>
        <p:spPr bwMode="auto"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Kosten:</a:t>
            </a:r>
            <a:endParaRPr/>
          </a:p>
        </p:txBody>
      </p:sp>
      <p:sp>
        <p:nvSpPr>
          <p:cNvPr id="1112236285" name="Text Placeholder 8"/>
          <p:cNvSpPr txBox="1"/>
          <p:nvPr/>
        </p:nvSpPr>
        <p:spPr bwMode="auto">
          <a:xfrm>
            <a:off x="586772" y="5324866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1">
                <a:solidFill>
                  <a:srgbClr val="C00000"/>
                </a:solidFill>
              </a:rPr>
              <a:t>-</a:t>
            </a:r>
            <a:endParaRPr lang="de-DE" sz="2400">
              <a:solidFill>
                <a:srgbClr val="C00000"/>
              </a:solidFill>
            </a:endParaRPr>
          </a:p>
        </p:txBody>
      </p:sp>
      <p:sp>
        <p:nvSpPr>
          <p:cNvPr id="33659047" name="TextBox 41"/>
          <p:cNvSpPr txBox="1"/>
          <p:nvPr/>
        </p:nvSpPr>
        <p:spPr bwMode="auto"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Abhängigkeiten</a:t>
            </a:r>
            <a:r>
              <a:rPr lang="en-US" sz="2800">
                <a:solidFill>
                  <a:srgbClr val="C00000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MHP">
  <a:themeElements>
    <a:clrScheme name="MHP colors">
      <a:dk1>
        <a:srgbClr val="262626"/>
      </a:dk1>
      <a:lt1>
        <a:srgbClr val="FFFFFF"/>
      </a:lt1>
      <a:dk2>
        <a:srgbClr val="575757"/>
      </a:dk2>
      <a:lt2>
        <a:srgbClr val="B0B0B0"/>
      </a:lt2>
      <a:accent1>
        <a:srgbClr val="000099"/>
      </a:accent1>
      <a:accent2>
        <a:srgbClr val="1612FF"/>
      </a:accent2>
      <a:accent3>
        <a:srgbClr val="CDD6FF"/>
      </a:accent3>
      <a:accent4>
        <a:srgbClr val="DDEF03"/>
      </a:accent4>
      <a:accent5>
        <a:srgbClr val="00CC67"/>
      </a:accent5>
      <a:accent6>
        <a:srgbClr val="575757"/>
      </a:accent6>
      <a:hlink>
        <a:srgbClr val="262626"/>
      </a:hlink>
      <a:folHlink>
        <a:srgbClr val="262626"/>
      </a:folHlink>
    </a:clrScheme>
    <a:fontScheme name="MHP fonts">
      <a:majorFont>
        <a:latin typeface="Segoe UI"/>
        <a:ea typeface="Arial"/>
        <a:cs typeface="Arial"/>
      </a:majorFont>
      <a:minorFont>
        <a:latin typeface="Segoe U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ln>
          <a:noFill/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auto">
        <a:prstGeom prst="rect">
          <a:avLst/>
        </a:prstGeom>
        <a:noFill/>
        <a:ln w="12700">
          <a:solidFill>
            <a:schemeClr val="tx2"/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lnDef>
    <a:txDef>
      <a:spPr bwMode="auto">
        <a:prstGeom prst="rect">
          <a:avLst/>
        </a:prstGeom>
        <a:noFill/>
      </a:spPr>
      <a:bodyPr/>
      <a:lstStyle/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9f2d918-0e3a-466c-9f38-aa4613b31858">
      <Terms xmlns="http://schemas.microsoft.com/office/infopath/2007/PartnerControls"/>
    </lcf76f155ced4ddcb4097134ff3c332f>
    <RefNr xmlns="09f2d918-0e3a-466c-9f38-aa4613b31858">81646</RefNr>
    <Kontakt_x0020_E-Mail xmlns="09f2d918-0e3a-466c-9f38-aa4613b31858">lennart.brouwer@mhp.com</Kontakt_x0020_E-Mail>
    <_x00c4_nderungsdatum xmlns="09f2d918-0e3a-466c-9f38-aa4613b31858" xsi:nil="true"/>
    <Kontaktname xmlns="09f2d918-0e3a-466c-9f38-aa4613b31858">Lennart Brouwer</Kontaktname>
    <TaxCatchAll xmlns="49fdd0f7-b5e6-4db2-af4b-ed23e4d5c043" xsi:nil="true"/>
    <AuftragsID xmlns="09f2d918-0e3a-466c-9f38-aa4613b31858">9f13ceb6-de91-ef11-8a69-7c1e5276c1c0</AuftragsID>
    <Datum xmlns="09f2d918-0e3a-466c-9f38-aa4613b31858" xsi:nil="true"/>
    <FileServerLink xmlns="09f2d918-0e3a-466c-9f38-aa4613b31858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CAD236A75FEEE4D89C8DDCC17F2BFE1" ma:contentTypeVersion="18" ma:contentTypeDescription="Ein neues Dokument erstellen." ma:contentTypeScope="" ma:versionID="48aa947759bd3233cc2444d26638261d">
  <xsd:schema xmlns:xsd="http://www.w3.org/2001/XMLSchema" xmlns:xs="http://www.w3.org/2001/XMLSchema" xmlns:p="http://schemas.microsoft.com/office/2006/metadata/properties" xmlns:ns2="09f2d918-0e3a-466c-9f38-aa4613b31858" xmlns:ns3="49fdd0f7-b5e6-4db2-af4b-ed23e4d5c043" targetNamespace="http://schemas.microsoft.com/office/2006/metadata/properties" ma:root="true" ma:fieldsID="3e2c4945535a62c5b3257ee1736a203e" ns2:_="" ns3:_="">
    <xsd:import namespace="09f2d918-0e3a-466c-9f38-aa4613b31858"/>
    <xsd:import namespace="49fdd0f7-b5e6-4db2-af4b-ed23e4d5c043"/>
    <xsd:element name="properties">
      <xsd:complexType>
        <xsd:sequence>
          <xsd:element name="documentManagement">
            <xsd:complexType>
              <xsd:all>
                <xsd:element ref="ns2:Kontaktname" minOccurs="0"/>
                <xsd:element ref="ns2:AuftragsID" minOccurs="0"/>
                <xsd:element ref="ns2:RefNr" minOccurs="0"/>
                <xsd:element ref="ns2:Kontakt_x0020_E-Mail" minOccurs="0"/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  <xsd:element ref="ns2:_x00c4_nderungsdatum" minOccurs="0"/>
                <xsd:element ref="ns2:Datum" minOccurs="0"/>
                <xsd:element ref="ns2:MediaServiceLocation" minOccurs="0"/>
                <xsd:element ref="ns2:FileServerLink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9f2d918-0e3a-466c-9f38-aa4613b31858" elementFormDefault="qualified">
    <xsd:import namespace="http://schemas.microsoft.com/office/2006/documentManagement/types"/>
    <xsd:import namespace="http://schemas.microsoft.com/office/infopath/2007/PartnerControls"/>
    <xsd:element name="Kontaktname" ma:index="8" nillable="true" ma:displayName="Kontaktname" ma:default="" ma:internalName="Kontaktname" ma:readOnly="false">
      <xsd:simpleType>
        <xsd:restriction base="dms:Text">
          <xsd:maxLength value="255"/>
        </xsd:restriction>
      </xsd:simpleType>
    </xsd:element>
    <xsd:element name="AuftragsID" ma:index="9" nillable="true" ma:displayName="AuftragsID" ma:default="" ma:internalName="AuftragsID" ma:readOnly="false">
      <xsd:simpleType>
        <xsd:restriction base="dms:Text">
          <xsd:maxLength value="255"/>
        </xsd:restriction>
      </xsd:simpleType>
    </xsd:element>
    <xsd:element name="RefNr" ma:index="10" nillable="true" ma:displayName="RefNr" ma:format="Dropdown" ma:internalName="RefNr" ma:percentage="FALSE">
      <xsd:simpleType>
        <xsd:restriction base="dms:Number"/>
      </xsd:simpleType>
    </xsd:element>
    <xsd:element name="Kontakt_x0020_E-Mail" ma:index="11" nillable="true" ma:displayName="Kontakt E-Mail" ma:default="" ma:internalName="Kontakt_x0020_E_x002d_Mail">
      <xsd:simpleType>
        <xsd:restriction base="dms:Text">
          <xsd:maxLength value="255"/>
        </xsd:restriction>
      </xsd:simple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6" nillable="true" ma:displayName="MediaServiceDateTaken" ma:description="" ma:hidden="true" ma:indexed="true" ma:internalName="MediaServiceDateTaken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Bildmarkierungen" ma:readOnly="false" ma:fieldId="{5cf76f15-5ced-4ddc-b409-7134ff3c332f}" ma:taxonomyMulti="true" ma:sspId="528c2ea2-57a0-4bd9-92b2-10031419a81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_x00c4_nderungsdatum" ma:index="26" nillable="true" ma:displayName="Änderungsdatum" ma:format="DateTime" ma:internalName="_x00c4_nderungsdatum">
      <xsd:simpleType>
        <xsd:restriction base="dms:DateTime"/>
      </xsd:simpleType>
    </xsd:element>
    <xsd:element name="Datum" ma:index="27" nillable="true" ma:displayName="Datum" ma:format="DateTime" ma:internalName="Datum">
      <xsd:simpleType>
        <xsd:restriction base="dms:DateTime"/>
      </xsd:simpleType>
    </xsd:element>
    <xsd:element name="MediaServiceLocation" ma:index="28" nillable="true" ma:displayName="Location" ma:description="" ma:indexed="true" ma:internalName="MediaServiceLocation" ma:readOnly="true">
      <xsd:simpleType>
        <xsd:restriction base="dms:Text"/>
      </xsd:simpleType>
    </xsd:element>
    <xsd:element name="FileServerLink" ma:index="29" nillable="true" ma:displayName="FileServerLink" ma:format="Dropdown" ma:internalName="FileServerLink">
      <xsd:simpleType>
        <xsd:restriction base="dms:Text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9fdd0f7-b5e6-4db2-af4b-ed23e4d5c043" elementFormDefault="qualified">
    <xsd:import namespace="http://schemas.microsoft.com/office/2006/documentManagement/types"/>
    <xsd:import namespace="http://schemas.microsoft.com/office/infopath/2007/PartnerControls"/>
    <xsd:element name="TaxCatchAll" ma:index="22" nillable="true" ma:displayName="Taxonomy Catch All Column" ma:hidden="true" ma:list="{e8d51961-0080-464c-bfa8-a9a50a62e845}" ma:internalName="TaxCatchAll" ma:showField="CatchAllData" ma:web="49fdd0f7-b5e6-4db2-af4b-ed23e4d5c04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4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5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This value indicates the number of saves or revisions. The application is responsible for updating this value after each revision.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915BD6A-166C-4698-BC7C-77F6986BB76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A9CEE26-62B3-4470-8830-97A56F89C059}">
  <ds:schemaRefs>
    <ds:schemaRef ds:uri="http://schemas.microsoft.com/office/2006/metadata/properties"/>
    <ds:schemaRef ds:uri="http://purl.org/dc/terms/"/>
    <ds:schemaRef ds:uri="http://www.w3.org/XML/1998/namespace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http://purl.org/dc/dcmitype/"/>
    <ds:schemaRef ds:uri="http://schemas.microsoft.com/office/infopath/2007/PartnerControls"/>
    <ds:schemaRef ds:uri="49fdd0f7-b5e6-4db2-af4b-ed23e4d5c043"/>
    <ds:schemaRef ds:uri="09f2d918-0e3a-466c-9f38-aa4613b31858"/>
    <ds:schemaRef ds:uri="http://www.w3.org/2001/XMLSchema-instance"/>
  </ds:schemaRefs>
</ds:datastoreItem>
</file>

<file path=customXml/itemProps3.xml><?xml version="1.0" encoding="utf-8"?>
<ds:datastoreItem xmlns:ds="http://schemas.openxmlformats.org/officeDocument/2006/customXml" ds:itemID="{C6BB501E-27C9-4499-ACE1-B77D2856412E}">
  <ds:schemaRefs>
    <ds:schemaRef ds:uri="09f2d918-0e3a-466c-9f38-aa4613b31858"/>
    <ds:schemaRef ds:uri="49fdd0f7-b5e6-4db2-af4b-ed23e4d5c043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  <ds:schemaRef ds:uri="http://www.w3.org/2001/XMLSchema-instan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ONLYOFFICE/9.1.0.167</Application>
  <PresentationFormat>On-screen Show (4:3)</PresentationFormat>
  <Paragraphs>0</Paragraphs>
  <Slides>30</Slides>
  <Notes>30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1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Platzhaltertitel</dc:title>
  <dc:creator>Sophia Rybing | i-pointing</dc:creator>
  <cp:lastModifiedBy/>
  <cp:revision>10</cp:revision>
  <dcterms:created xsi:type="dcterms:W3CDTF">2024-05-08T11:14:55Z</dcterms:created>
  <dcterms:modified xsi:type="dcterms:W3CDTF">2026-01-28T01:28:34Z</dcterms:modified>
</cp:coreProperties>
</file>