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rels" ContentType="application/vnd.openxmlformats-package.relationships+xml"/>
  <Default Extension="xml" ContentType="application/xml"/>
  <Default Extension="png" ContentType="image/png"/>
  <Default Extension="wmf" ContentType="image/x-wmf"/>
  <Default Extension="emf" ContentType="image/x-emf"/>
  <Override PartName="/customXml/itemProps1.xml" ContentType="application/vnd.openxmlformats-officedocument.customXmlProperties+xml"/>
  <Override PartName="/ppt/slideLayouts/slideLayout8.xml" ContentType="application/vnd.openxmlformats-officedocument.presentationml.slideLayout+xml"/>
  <Override PartName="/customXml/itemProps2.xml" ContentType="application/vnd.openxmlformats-officedocument.customXmlProperties+xml"/>
  <Override PartName="/ppt/slideLayouts/slideLayout10.xml" ContentType="application/vnd.openxmlformats-officedocument.presentationml.slideLayout+xml"/>
  <Override PartName="/ppt/presentation.xml" ContentType="application/vnd.openxmlformats-officedocument.presentationml.presentation.main+xml"/>
  <Override PartName="/ppt/slideLayouts/slideLayout9.xml" ContentType="application/vnd.openxmlformats-officedocument.presentationml.slideLayout+xml"/>
  <Override PartName="/customXml/itemProps3.xml" ContentType="application/vnd.openxmlformats-officedocument.customXmlProperties+xml"/>
  <Override PartName="/ppt/slideLayouts/slideLayout5.xml" ContentType="application/vnd.openxmlformats-officedocument.presentationml.slideLayout+xml"/>
  <Override PartName="/ppt/tableStyles.xml" ContentType="application/vnd.openxmlformats-officedocument.presentationml.tableStyle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ppt/slideLayouts/slideLayout37.xml" ContentType="application/vnd.openxmlformats-officedocument.presentationml.slideLayout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Layouts/slideLayout28.xml" ContentType="application/vnd.openxmlformats-officedocument.presentationml.slideLayout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45.xml" ContentType="application/vnd.openxmlformats-officedocument.presentationml.slideLayout+xml"/>
  <Override PartName="/ppt/slideLayouts/slideLayout18.xml" ContentType="application/vnd.openxmlformats-officedocument.presentationml.slideLayout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notesSlides/notesSlide9.xml" ContentType="application/vnd.openxmlformats-officedocument.presentationml.notesSlide+xml"/>
  <Override PartName="/ppt/slideLayouts/slideLayout32.xml" ContentType="application/vnd.openxmlformats-officedocument.presentationml.slideLayout+xml"/>
  <Override PartName="/ppt/notesSlides/notesSlide8.xml" ContentType="application/vnd.openxmlformats-officedocument.presentationml.notesSlide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notesSlides/notesSlide3.xml" ContentType="application/vnd.openxmlformats-officedocument.presentationml.notesSlide+xml"/>
  <Override PartName="/ppt/slideLayouts/slideLayout38.xml" ContentType="application/vnd.openxmlformats-officedocument.presentationml.slideLayout+xml"/>
  <Override PartName="/ppt/notesSlides/notesSlide2.xml" ContentType="application/vnd.openxmlformats-officedocument.presentationml.notesSlide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autoCompressPictures="0" saveSubsetFonts="1">
  <p:sldMasterIdLst>
    <p:sldMasterId id="2147483648" r:id="rId4"/>
  </p:sldMasterIdLst>
  <p:notesMasterIdLst>
    <p:notesMasterId r:id="rId1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2000" cy="6858000"/>
  <p:notesSz cx="6858000" cy="9144000"/>
  <p:custDataLst>
    <p:custData r:id="rId1"/>
    <p:custData r:id="rId2"/>
    <p:custData r:id="rId3"/>
  </p:custDataLst>
  <p:defaultTextStyle>
    <a:defPPr>
      <a:defRPr lang="de-DE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</p:showPr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50" d="100"/>
          <a:sy n="150" d="100"/>
        </p:scale>
        <p:origin x="1212" y="132"/>
      </p:cViewPr>
      <p:guideLst>
        <p:guide pos="3840"/>
        <p:guide pos="2160" orient="horz"/>
      </p:guideLst>
    </p:cSldViewPr>
  </p:slide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theme" Target="theme/theme1.xml"/><Relationship Id="rId6" Type="http://schemas.openxmlformats.org/officeDocument/2006/relationships/theme" Target="theme/theme2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 /><Relationship Id="rId18" Type="http://schemas.openxmlformats.org/officeDocument/2006/relationships/tableStyles" Target="tableStyles.xml" /><Relationship Id="rId19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1904864" name="Kopfzeilenplatzhalt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CA"/>
          </a:p>
        </p:txBody>
      </p:sp>
      <p:sp>
        <p:nvSpPr>
          <p:cNvPr id="130687669" name="Datumsplatzhalt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D9BAC601-79EC-4230-922D-8A80BCD7E733}" type="datetimeFigureOut">
              <a:rPr lang="en-CA"/>
              <a:t>2026-01-26</a:t>
            </a:fld>
            <a:endParaRPr lang="en-CA"/>
          </a:p>
        </p:txBody>
      </p:sp>
      <p:sp>
        <p:nvSpPr>
          <p:cNvPr id="1774093685" name="Folienbildplatzhalt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CA"/>
          </a:p>
        </p:txBody>
      </p:sp>
      <p:sp>
        <p:nvSpPr>
          <p:cNvPr id="1402211129" name="Notizenplatzhalt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de-DE"/>
              <a:t>Mastertextformat bearbeiten</a:t>
            </a:r>
            <a:endParaRPr/>
          </a:p>
          <a:p>
            <a:pPr lvl="1">
              <a:defRPr/>
            </a:pPr>
            <a:r>
              <a:rPr lang="de-DE"/>
              <a:t>Zweite Ebene</a:t>
            </a:r>
            <a:endParaRPr/>
          </a:p>
          <a:p>
            <a:pPr lvl="2">
              <a:defRPr/>
            </a:pPr>
            <a:r>
              <a:rPr lang="de-DE"/>
              <a:t>Dritte Ebene</a:t>
            </a:r>
            <a:endParaRPr/>
          </a:p>
          <a:p>
            <a:pPr lvl="3">
              <a:defRPr/>
            </a:pPr>
            <a:r>
              <a:rPr lang="de-DE"/>
              <a:t>Vierte Ebene</a:t>
            </a:r>
            <a:endParaRPr/>
          </a:p>
          <a:p>
            <a:pPr lvl="4">
              <a:defRPr/>
            </a:pPr>
            <a:r>
              <a:rPr lang="de-DE"/>
              <a:t>Fünfte Ebene</a:t>
            </a:r>
            <a:endParaRPr lang="en-CA"/>
          </a:p>
        </p:txBody>
      </p:sp>
      <p:sp>
        <p:nvSpPr>
          <p:cNvPr id="484137976" name="Fußzeilenplatzhalt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CA"/>
          </a:p>
        </p:txBody>
      </p:sp>
      <p:sp>
        <p:nvSpPr>
          <p:cNvPr id="425407690" name="Foliennummernplatzhalt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4446FB33-408D-4E42-9983-6C93B3CEFE46}" type="slidenum">
              <a:rPr lang="en-CA"/>
              <a:t>‹Nr.›</a:t>
            </a:fld>
            <a:endParaRPr lang="en-CA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9419166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1013199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de-DE"/>
          </a:p>
        </p:txBody>
      </p:sp>
      <p:sp>
        <p:nvSpPr>
          <p:cNvPr id="1827777084" name="Slide Number Placeholder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C588CE55-D7C9-5CBB-EB4F-EE2E9CB20D76}" type="slidenum">
              <a:rPr lang="en-CA"/>
              <a:t/>
            </a:fld>
            <a:endParaRPr lang="en-CA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540550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024064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de-DE"/>
          </a:p>
        </p:txBody>
      </p:sp>
      <p:sp>
        <p:nvSpPr>
          <p:cNvPr id="43535446" name="Slide Number Placeholder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4FD642E8-E52A-0C2B-AE22-206D1C6E415D}" type="slidenum">
              <a:rPr lang="en-CA"/>
              <a:t/>
            </a:fld>
            <a:endParaRPr lang="en-CA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996297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6256642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de-DE"/>
          </a:p>
        </p:txBody>
      </p:sp>
      <p:sp>
        <p:nvSpPr>
          <p:cNvPr id="2051762155" name="Slide Number Placeholder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8F93770A-165D-7910-31E0-1B651AD795FE}" type="slidenum">
              <a:rPr lang="en-CA"/>
              <a:t/>
            </a:fld>
            <a:endParaRPr lang="en-CA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1580524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552488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de-DE"/>
          </a:p>
        </p:txBody>
      </p:sp>
      <p:sp>
        <p:nvSpPr>
          <p:cNvPr id="1285445741" name="Slide Number Placeholder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07C2A6BA-84E6-3C23-C2E1-505729CBEE49}" type="slidenum">
              <a:rPr lang="en-CA"/>
              <a:t/>
            </a:fld>
            <a:endParaRPr lang="en-CA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059246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3334523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de-DE"/>
          </a:p>
        </p:txBody>
      </p:sp>
      <p:sp>
        <p:nvSpPr>
          <p:cNvPr id="1561402406" name="Slide Number Placeholder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4446FB33-408D-4E42-9983-6C93B3CEFE46}" type="slidenum">
              <a:rPr lang="en-CA"/>
              <a:t>1</a:t>
            </a:fld>
            <a:endParaRPr lang="en-CA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816264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8880533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de-DE"/>
          </a:p>
        </p:txBody>
      </p:sp>
      <p:sp>
        <p:nvSpPr>
          <p:cNvPr id="2128351693" name="Slide Number Placeholder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EB9C6BDD-37CF-F2B3-3877-1C06F082902A}" type="slidenum">
              <a:rPr lang="en-CA"/>
              <a:t/>
            </a:fld>
            <a:endParaRPr lang="en-CA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373177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4580139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de-DE"/>
          </a:p>
        </p:txBody>
      </p:sp>
      <p:sp>
        <p:nvSpPr>
          <p:cNvPr id="594187717" name="Slide Number Placeholder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1775253-EC1C-6227-147D-E8627F2E0702}" type="slidenum">
              <a:rPr lang="en-CA"/>
              <a:t/>
            </a:fld>
            <a:endParaRPr lang="en-CA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000180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8858925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de-DE"/>
          </a:p>
        </p:txBody>
      </p:sp>
      <p:sp>
        <p:nvSpPr>
          <p:cNvPr id="2001154506" name="Slide Number Placeholder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1566719F-DFC7-A5C7-2E91-60FFA5554206}" type="slidenum">
              <a:rPr lang="en-CA"/>
              <a:t/>
            </a:fld>
            <a:endParaRPr lang="en-CA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787937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15177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de-DE"/>
          </a:p>
        </p:txBody>
      </p:sp>
      <p:sp>
        <p:nvSpPr>
          <p:cNvPr id="279831281" name="Slide Number Placeholder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B7432696-F370-DE92-79D4-4C2BFBAAB421}" type="slidenum">
              <a:rPr lang="en-CA"/>
              <a:t/>
            </a:fld>
            <a:endParaRPr lang="en-CA"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emf"/><Relationship Id="rId3" Type="http://schemas.openxmlformats.org/officeDocument/2006/relationships/oleObject" Target="../embeddings/oleObject2.bin"/></Relationships>
</file>

<file path=ppt/slideLayouts/_rels/slideLayout3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emf"/><Relationship Id="rId3" Type="http://schemas.openxmlformats.org/officeDocument/2006/relationships/oleObject" Target="../embeddings/oleObject3.bin"/></Relationships>
</file>

<file path=ppt/slideLayouts/_rels/slideLayout3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4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4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4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4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4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5.png"/></Relationships>
</file>

<file path=ppt/slideLayouts/_rels/slideLayout5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5.png"/></Relationships>
</file>

<file path=ppt/slideLayouts/_rels/slideLayout5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5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5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5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5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Title_Simple">
    <p:bg>
      <p:bgPr shadeToTitle="0"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4463999" name="Rechteck 43"/>
          <p:cNvSpPr/>
          <p:nvPr userDrawn="1"/>
        </p:nvSpPr>
        <p:spPr bwMode="white">
          <a:xfrm>
            <a:off x="13810" y="0"/>
            <a:ext cx="12192000" cy="6858000"/>
          </a:xfrm>
          <a:prstGeom prst="rect">
            <a:avLst/>
          </a:prstGeom>
          <a:gradFill>
            <a:gsLst>
              <a:gs pos="0">
                <a:schemeClr val="accent1">
                  <a:alpha val="95000"/>
                </a:schemeClr>
              </a:gs>
              <a:gs pos="100000">
                <a:srgbClr val="3A43FF">
                  <a:alpha val="89804"/>
                </a:srgbClr>
              </a:gs>
            </a:gsLst>
            <a:lin ang="81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CA"/>
          </a:p>
        </p:txBody>
      </p:sp>
      <p:sp>
        <p:nvSpPr>
          <p:cNvPr id="1770726878" name="Titel 1"/>
          <p:cNvSpPr>
            <a:spLocks noGrp="1"/>
          </p:cNvSpPr>
          <p:nvPr>
            <p:ph type="ctrTitle" hasCustomPrompt="1"/>
          </p:nvPr>
        </p:nvSpPr>
        <p:spPr bwMode="auto">
          <a:xfrm>
            <a:off x="1524000" y="3350659"/>
            <a:ext cx="9144000" cy="553998"/>
          </a:xfrm>
        </p:spPr>
        <p:txBody>
          <a:bodyPr vert="horz" anchor="t"/>
          <a:lstStyle>
            <a:lvl1pPr algn="ctr">
              <a:defRPr sz="3600" cap="all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Add </a:t>
            </a:r>
            <a:r>
              <a:rPr lang="de-DE"/>
              <a:t>presentation</a:t>
            </a:r>
            <a:r>
              <a:rPr lang="de-DE"/>
              <a:t> </a:t>
            </a:r>
            <a:r>
              <a:rPr lang="de-DE"/>
              <a:t>titlE</a:t>
            </a:r>
            <a:endParaRPr lang="en-CA"/>
          </a:p>
        </p:txBody>
      </p:sp>
      <p:sp>
        <p:nvSpPr>
          <p:cNvPr id="579863091" name="Untertitel 2"/>
          <p:cNvSpPr>
            <a:spLocks noGrp="1"/>
          </p:cNvSpPr>
          <p:nvPr>
            <p:ph type="subTitle" idx="1" hasCustomPrompt="1"/>
          </p:nvPr>
        </p:nvSpPr>
        <p:spPr bwMode="auto">
          <a:xfrm>
            <a:off x="1524000" y="5441245"/>
            <a:ext cx="9144000" cy="276999"/>
          </a:xfrm>
        </p:spPr>
        <p:txBody>
          <a:bodyPr>
            <a:spAutoFit/>
          </a:bodyPr>
          <a:lstStyle>
            <a:lvl1pPr marL="0" indent="0" algn="ctr">
              <a:buNone/>
              <a:defRPr sz="1800" cap="all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de-DE"/>
              <a:t>MHP Quote-</a:t>
            </a:r>
            <a:r>
              <a:rPr lang="de-DE"/>
              <a:t>No</a:t>
            </a:r>
            <a:r>
              <a:rPr lang="de-DE"/>
              <a:t>. </a:t>
            </a:r>
            <a:endParaRPr lang="en-CA"/>
          </a:p>
        </p:txBody>
      </p:sp>
      <p:grpSp>
        <p:nvGrpSpPr>
          <p:cNvPr id="1229022592" name="Gruppieren 14"/>
          <p:cNvGrpSpPr/>
          <p:nvPr userDrawn="1"/>
        </p:nvGrpSpPr>
        <p:grpSpPr bwMode="black">
          <a:xfrm>
            <a:off x="5051482" y="1484313"/>
            <a:ext cx="2089038" cy="833340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8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9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0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1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2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3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4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5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6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7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8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9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0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1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2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3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4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5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6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7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8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9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0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  <p:sp>
        <p:nvSpPr>
          <p:cNvPr id="1076497825" name="Textplatzhalter 42"/>
          <p:cNvSpPr>
            <a:spLocks noGrp="1"/>
          </p:cNvSpPr>
          <p:nvPr>
            <p:ph type="body" sz="quarter" idx="10" hasCustomPrompt="1"/>
          </p:nvPr>
        </p:nvSpPr>
        <p:spPr bwMode="auto">
          <a:xfrm>
            <a:off x="5558009" y="6019840"/>
            <a:ext cx="1103602" cy="361910"/>
          </a:xfrm>
          <a:prstGeom prst="roundRect">
            <a:avLst>
              <a:gd name="adj" fmla="val 50000"/>
            </a:avLst>
          </a:prstGeom>
          <a:ln>
            <a:solidFill>
              <a:schemeClr val="bg1"/>
            </a:solidFill>
          </a:ln>
        </p:spPr>
        <p:txBody>
          <a:bodyPr wrap="none" lIns="72000" tIns="36000" rIns="72000" bIns="36000" anchor="ctr">
            <a:spAutoFit/>
          </a:bodyPr>
          <a:lstStyle>
            <a:lvl1pPr marL="0" indent="0" algn="ctr">
              <a:buNone/>
              <a:defRPr sz="1200" cap="all">
                <a:solidFill>
                  <a:schemeClr val="bg1"/>
                </a:solidFill>
              </a:defRPr>
            </a:lvl1pPr>
            <a:lvl2pPr marL="252000" indent="0" algn="ctr">
              <a:buNone/>
              <a:defRPr>
                <a:solidFill>
                  <a:schemeClr val="bg1"/>
                </a:solidFill>
              </a:defRPr>
            </a:lvl2pPr>
            <a:lvl3pPr marL="504000" indent="0" algn="ctr">
              <a:buNone/>
              <a:defRPr>
                <a:solidFill>
                  <a:schemeClr val="bg1"/>
                </a:solidFill>
              </a:defRPr>
            </a:lvl3pPr>
            <a:lvl4pPr marL="756000" indent="0" algn="ctr">
              <a:buNone/>
              <a:defRPr>
                <a:solidFill>
                  <a:schemeClr val="bg1"/>
                </a:solidFill>
              </a:defRPr>
            </a:lvl4pPr>
            <a:lvl5pPr marL="1008000" indent="0" algn="ctr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Place, Date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Title_Client Logo">
    <p:bg>
      <p:bgPr shadeToTitle="0"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0957927" name="Rechteck 43"/>
          <p:cNvSpPr/>
          <p:nvPr userDrawn="1"/>
        </p:nvSpPr>
        <p:spPr bwMode="white"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chemeClr val="accent1">
                  <a:alpha val="95000"/>
                </a:schemeClr>
              </a:gs>
              <a:gs pos="100000">
                <a:srgbClr val="3A43FF">
                  <a:alpha val="90000"/>
                </a:srgbClr>
              </a:gs>
            </a:gsLst>
            <a:lin ang="81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CA"/>
          </a:p>
        </p:txBody>
      </p:sp>
      <p:grpSp>
        <p:nvGrpSpPr>
          <p:cNvPr id="326620360" name="Gruppieren 14"/>
          <p:cNvGrpSpPr/>
          <p:nvPr/>
        </p:nvGrpSpPr>
        <p:grpSpPr bwMode="black">
          <a:xfrm>
            <a:off x="6678254" y="1489175"/>
            <a:ext cx="1750997" cy="698495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9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0" name="Rectangle 9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1" name="Rectangle 10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2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3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4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5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6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7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8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9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0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1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2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3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4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5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6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7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8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9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0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1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  <p:sp>
        <p:nvSpPr>
          <p:cNvPr id="1517847483" name="Text Placeholder 35"/>
          <p:cNvSpPr>
            <a:spLocks noGrp="1"/>
          </p:cNvSpPr>
          <p:nvPr>
            <p:ph type="body" sz="quarter" idx="11" hasCustomPrompt="1"/>
          </p:nvPr>
        </p:nvSpPr>
        <p:spPr bwMode="auto">
          <a:xfrm>
            <a:off x="3570471" y="1484313"/>
            <a:ext cx="1943100" cy="69840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en-CA"/>
              <a:t>Dedicated placeholder for client logo</a:t>
            </a:r>
            <a:endParaRPr/>
          </a:p>
        </p:txBody>
      </p:sp>
      <p:sp>
        <p:nvSpPr>
          <p:cNvPr id="1497859367" name="Titel 1"/>
          <p:cNvSpPr>
            <a:spLocks noGrp="1"/>
          </p:cNvSpPr>
          <p:nvPr>
            <p:ph type="ctrTitle" hasCustomPrompt="1"/>
          </p:nvPr>
        </p:nvSpPr>
        <p:spPr bwMode="auto">
          <a:xfrm>
            <a:off x="1524000" y="3350659"/>
            <a:ext cx="9144000" cy="553998"/>
          </a:xfrm>
        </p:spPr>
        <p:txBody>
          <a:bodyPr vert="horz" anchor="t"/>
          <a:lstStyle>
            <a:lvl1pPr algn="ctr">
              <a:defRPr sz="3600" cap="all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Add </a:t>
            </a:r>
            <a:r>
              <a:rPr lang="de-DE"/>
              <a:t>presentation</a:t>
            </a:r>
            <a:r>
              <a:rPr lang="de-DE"/>
              <a:t> </a:t>
            </a:r>
            <a:r>
              <a:rPr lang="de-DE"/>
              <a:t>titlE</a:t>
            </a:r>
            <a:endParaRPr lang="en-CA"/>
          </a:p>
        </p:txBody>
      </p:sp>
      <p:sp>
        <p:nvSpPr>
          <p:cNvPr id="118429624" name="Untertitel 2"/>
          <p:cNvSpPr>
            <a:spLocks noGrp="1"/>
          </p:cNvSpPr>
          <p:nvPr>
            <p:ph type="subTitle" idx="1" hasCustomPrompt="1"/>
          </p:nvPr>
        </p:nvSpPr>
        <p:spPr bwMode="auto">
          <a:xfrm>
            <a:off x="1524000" y="5441245"/>
            <a:ext cx="9144000" cy="276999"/>
          </a:xfrm>
        </p:spPr>
        <p:txBody>
          <a:bodyPr>
            <a:spAutoFit/>
          </a:bodyPr>
          <a:lstStyle>
            <a:lvl1pPr marL="0" indent="0" algn="ctr">
              <a:buNone/>
              <a:defRPr sz="1800" cap="all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de-DE"/>
              <a:t>MHP Quote-</a:t>
            </a:r>
            <a:r>
              <a:rPr lang="de-DE"/>
              <a:t>No</a:t>
            </a:r>
            <a:r>
              <a:rPr lang="de-DE"/>
              <a:t>. </a:t>
            </a:r>
            <a:endParaRPr lang="en-CA"/>
          </a:p>
        </p:txBody>
      </p:sp>
      <p:sp>
        <p:nvSpPr>
          <p:cNvPr id="697361360" name="Textplatzhalter 42"/>
          <p:cNvSpPr>
            <a:spLocks noGrp="1"/>
          </p:cNvSpPr>
          <p:nvPr>
            <p:ph type="body" sz="quarter" idx="10" hasCustomPrompt="1"/>
          </p:nvPr>
        </p:nvSpPr>
        <p:spPr bwMode="auto">
          <a:xfrm>
            <a:off x="5558009" y="6019840"/>
            <a:ext cx="1103602" cy="361910"/>
          </a:xfrm>
          <a:prstGeom prst="roundRect">
            <a:avLst>
              <a:gd name="adj" fmla="val 50000"/>
            </a:avLst>
          </a:prstGeom>
          <a:ln>
            <a:solidFill>
              <a:schemeClr val="bg1"/>
            </a:solidFill>
          </a:ln>
        </p:spPr>
        <p:txBody>
          <a:bodyPr wrap="none" lIns="72000" tIns="36000" rIns="72000" bIns="36000" anchor="ctr">
            <a:spAutoFit/>
          </a:bodyPr>
          <a:lstStyle>
            <a:lvl1pPr marL="0" indent="0" algn="ctr">
              <a:buNone/>
              <a:defRPr sz="1200" cap="all">
                <a:solidFill>
                  <a:schemeClr val="bg1"/>
                </a:solidFill>
              </a:defRPr>
            </a:lvl1pPr>
            <a:lvl2pPr marL="252000" indent="0" algn="ctr">
              <a:buNone/>
              <a:defRPr>
                <a:solidFill>
                  <a:schemeClr val="bg1"/>
                </a:solidFill>
              </a:defRPr>
            </a:lvl2pPr>
            <a:lvl3pPr marL="504000" indent="0" algn="ctr">
              <a:buNone/>
              <a:defRPr>
                <a:solidFill>
                  <a:schemeClr val="bg1"/>
                </a:solidFill>
              </a:defRPr>
            </a:lvl3pPr>
            <a:lvl4pPr marL="756000" indent="0" algn="ctr">
              <a:buNone/>
              <a:defRPr>
                <a:solidFill>
                  <a:schemeClr val="bg1"/>
                </a:solidFill>
              </a:defRPr>
            </a:lvl4pPr>
            <a:lvl5pPr marL="1008000" indent="0" algn="ctr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Place, Date</a:t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Agenda white_2 lines">
    <p:bg>
      <p:bgPr shadeToTitle="0"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21269134" name="Rechteck 43"/>
          <p:cNvSpPr/>
          <p:nvPr userDrawn="1"/>
        </p:nvSpPr>
        <p:spPr bwMode="white"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chemeClr val="accent1">
                  <a:alpha val="95000"/>
                </a:schemeClr>
              </a:gs>
              <a:gs pos="100000">
                <a:srgbClr val="3A43FF">
                  <a:alpha val="90000"/>
                </a:srgbClr>
              </a:gs>
            </a:gsLst>
            <a:lin ang="81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CA"/>
          </a:p>
        </p:txBody>
      </p:sp>
      <p:sp>
        <p:nvSpPr>
          <p:cNvPr id="801781967" name="Rechteck 5"/>
          <p:cNvSpPr/>
          <p:nvPr userDrawn="1"/>
        </p:nvSpPr>
        <p:spPr bwMode="white">
          <a:xfrm>
            <a:off x="3207657" y="0"/>
            <a:ext cx="8984342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endParaRPr lang="en-CA"/>
          </a:p>
        </p:txBody>
      </p:sp>
      <p:sp>
        <p:nvSpPr>
          <p:cNvPr id="505104644" name="Titel 1"/>
          <p:cNvSpPr>
            <a:spLocks noGrp="1"/>
          </p:cNvSpPr>
          <p:nvPr>
            <p:ph type="title" hasCustomPrompt="1"/>
          </p:nvPr>
        </p:nvSpPr>
        <p:spPr bwMode="auto">
          <a:xfrm>
            <a:off x="3589931" y="1484313"/>
            <a:ext cx="3490912" cy="677108"/>
          </a:xfrm>
        </p:spPr>
        <p:txBody>
          <a:bodyPr vert="horz"/>
          <a:lstStyle>
            <a:lvl1pPr>
              <a:defRPr sz="4400" cap="all">
                <a:solidFill>
                  <a:schemeClr val="accent1"/>
                </a:solidFill>
              </a:defRPr>
            </a:lvl1pPr>
          </a:lstStyle>
          <a:p>
            <a:pPr>
              <a:defRPr/>
            </a:pPr>
            <a:r>
              <a:rPr lang="de-DE"/>
              <a:t>Agenda</a:t>
            </a:r>
            <a:endParaRPr lang="en-CA"/>
          </a:p>
        </p:txBody>
      </p:sp>
      <p:sp>
        <p:nvSpPr>
          <p:cNvPr id="1224422014" name="Textfeld 44"/>
          <p:cNvSpPr txBox="1"/>
          <p:nvPr userDrawn="1"/>
        </p:nvSpPr>
        <p:spPr bwMode="white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bg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sp>
        <p:nvSpPr>
          <p:cNvPr id="1836282144" name="Datumsplatzhalter 2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D2713B47-FDFD-44F6-B33D-CFB4326DB920}" type="datetime1">
              <a:rPr lang="de-DE"/>
              <a:t>26.01.2026</a:t>
            </a:fld>
            <a:endParaRPr lang="en-CA"/>
          </a:p>
        </p:txBody>
      </p:sp>
      <p:sp>
        <p:nvSpPr>
          <p:cNvPr id="1751014349" name="Foliennummernplatzhalter 4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1027452778" name="Rechteck 6"/>
          <p:cNvSpPr/>
          <p:nvPr userDrawn="1"/>
        </p:nvSpPr>
        <p:spPr bwMode="ltGray">
          <a:xfrm>
            <a:off x="0" y="9625"/>
            <a:ext cx="3207657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endParaRPr lang="en-CA"/>
          </a:p>
        </p:txBody>
      </p:sp>
      <p:grpSp>
        <p:nvGrpSpPr>
          <p:cNvPr id="671460544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accent1"/>
          </a:solidFill>
        </p:grpSpPr>
        <p:sp>
          <p:nvSpPr>
            <p:cNvPr id="47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0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3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4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5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6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7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8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71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72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73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74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75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76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77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78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79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80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81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  <p:sp>
        <p:nvSpPr>
          <p:cNvPr id="573092548" name="Textplatzhalter 82"/>
          <p:cNvSpPr>
            <a:spLocks noGrp="1"/>
          </p:cNvSpPr>
          <p:nvPr>
            <p:ph type="body" sz="quarter" idx="51" hasCustomPrompt="1"/>
          </p:nvPr>
        </p:nvSpPr>
        <p:spPr bwMode="auto">
          <a:xfrm>
            <a:off x="3589931" y="2553355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01</a:t>
            </a:r>
            <a:endParaRPr lang="en-CA"/>
          </a:p>
        </p:txBody>
      </p:sp>
      <p:sp>
        <p:nvSpPr>
          <p:cNvPr id="531762351" name="Textplatzhalter 82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4321451" y="2591136"/>
            <a:ext cx="3240000" cy="215444"/>
          </a:xfrm>
        </p:spPr>
        <p:txBody>
          <a:bodyPr wrap="square">
            <a:spAutoFit/>
          </a:bodyPr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Topic 1</a:t>
            </a:r>
            <a:endParaRPr lang="en-CA"/>
          </a:p>
        </p:txBody>
      </p:sp>
      <p:sp>
        <p:nvSpPr>
          <p:cNvPr id="991761178" name="Textplatzhalter 82"/>
          <p:cNvSpPr>
            <a:spLocks noGrp="1"/>
          </p:cNvSpPr>
          <p:nvPr>
            <p:ph type="body" sz="quarter" idx="44" hasCustomPrompt="1"/>
          </p:nvPr>
        </p:nvSpPr>
        <p:spPr bwMode="auto">
          <a:xfrm>
            <a:off x="4321451" y="2938873"/>
            <a:ext cx="3240000" cy="184666"/>
          </a:xfrm>
        </p:spPr>
        <p:txBody>
          <a:bodyPr wrap="square">
            <a:spAutoFit/>
          </a:bodyPr>
          <a:lstStyle>
            <a:lvl1pPr marL="0" indent="0">
              <a:buNone/>
              <a:defRPr sz="12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Details (</a:t>
            </a:r>
            <a:r>
              <a:rPr lang="de-DE"/>
              <a:t>presenter</a:t>
            </a:r>
            <a:r>
              <a:rPr lang="de-DE"/>
              <a:t> / </a:t>
            </a:r>
            <a:r>
              <a:rPr lang="de-DE"/>
              <a:t>schedule</a:t>
            </a:r>
            <a:r>
              <a:rPr lang="de-DE"/>
              <a:t>)</a:t>
            </a:r>
            <a:endParaRPr lang="en-CA"/>
          </a:p>
        </p:txBody>
      </p:sp>
      <p:sp>
        <p:nvSpPr>
          <p:cNvPr id="920922230" name="Textplatzhalter 82"/>
          <p:cNvSpPr>
            <a:spLocks noGrp="1"/>
          </p:cNvSpPr>
          <p:nvPr>
            <p:ph type="body" sz="quarter" idx="52" hasCustomPrompt="1"/>
          </p:nvPr>
        </p:nvSpPr>
        <p:spPr bwMode="auto">
          <a:xfrm>
            <a:off x="3589931" y="3526084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02</a:t>
            </a:r>
            <a:endParaRPr lang="en-CA"/>
          </a:p>
        </p:txBody>
      </p:sp>
      <p:sp>
        <p:nvSpPr>
          <p:cNvPr id="394665618" name="Textplatzhalter 82"/>
          <p:cNvSpPr>
            <a:spLocks noGrp="1"/>
          </p:cNvSpPr>
          <p:nvPr>
            <p:ph type="body" sz="quarter" idx="45" hasCustomPrompt="1"/>
          </p:nvPr>
        </p:nvSpPr>
        <p:spPr bwMode="auto">
          <a:xfrm>
            <a:off x="4321451" y="3572059"/>
            <a:ext cx="3240000" cy="215444"/>
          </a:xfrm>
        </p:spPr>
        <p:txBody>
          <a:bodyPr wrap="square">
            <a:spAutoFit/>
          </a:bodyPr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Topic 2</a:t>
            </a:r>
            <a:endParaRPr lang="en-CA"/>
          </a:p>
        </p:txBody>
      </p:sp>
      <p:sp>
        <p:nvSpPr>
          <p:cNvPr id="844053481" name="Textplatzhalter 82"/>
          <p:cNvSpPr>
            <a:spLocks noGrp="1"/>
          </p:cNvSpPr>
          <p:nvPr>
            <p:ph type="body" sz="quarter" idx="46" hasCustomPrompt="1"/>
          </p:nvPr>
        </p:nvSpPr>
        <p:spPr bwMode="auto">
          <a:xfrm>
            <a:off x="4321451" y="3919795"/>
            <a:ext cx="3240000" cy="184666"/>
          </a:xfrm>
        </p:spPr>
        <p:txBody>
          <a:bodyPr wrap="square">
            <a:spAutoFit/>
          </a:bodyPr>
          <a:lstStyle>
            <a:lvl1pPr marL="0" indent="0">
              <a:buNone/>
              <a:defRPr sz="12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marL="0" marR="0" lv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Tx/>
              <a:buFont typeface="Wingdings"/>
              <a:buNone/>
              <a:defRPr/>
            </a:pPr>
            <a:r>
              <a:rPr lang="de-DE"/>
              <a:t>Details (</a:t>
            </a:r>
            <a:r>
              <a:rPr lang="de-DE"/>
              <a:t>presenter</a:t>
            </a:r>
            <a:r>
              <a:rPr lang="de-DE"/>
              <a:t> / </a:t>
            </a:r>
            <a:r>
              <a:rPr lang="de-DE"/>
              <a:t>schedule</a:t>
            </a:r>
            <a:r>
              <a:rPr lang="de-DE"/>
              <a:t>)</a:t>
            </a:r>
            <a:endParaRPr lang="en-CA"/>
          </a:p>
        </p:txBody>
      </p:sp>
      <p:sp>
        <p:nvSpPr>
          <p:cNvPr id="2080770958" name="Textplatzhalter 82"/>
          <p:cNvSpPr>
            <a:spLocks noGrp="1"/>
          </p:cNvSpPr>
          <p:nvPr>
            <p:ph type="body" sz="quarter" idx="53" hasCustomPrompt="1"/>
          </p:nvPr>
        </p:nvSpPr>
        <p:spPr bwMode="auto">
          <a:xfrm>
            <a:off x="3589931" y="4498813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03</a:t>
            </a:r>
            <a:endParaRPr lang="en-CA"/>
          </a:p>
        </p:txBody>
      </p:sp>
      <p:sp>
        <p:nvSpPr>
          <p:cNvPr id="818855280" name="Textplatzhalter 82"/>
          <p:cNvSpPr>
            <a:spLocks noGrp="1"/>
          </p:cNvSpPr>
          <p:nvPr>
            <p:ph type="body" sz="quarter" idx="47" hasCustomPrompt="1"/>
          </p:nvPr>
        </p:nvSpPr>
        <p:spPr bwMode="auto">
          <a:xfrm>
            <a:off x="4321451" y="4552982"/>
            <a:ext cx="3240000" cy="215444"/>
          </a:xfrm>
        </p:spPr>
        <p:txBody>
          <a:bodyPr wrap="square">
            <a:spAutoFit/>
          </a:bodyPr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Topic 3</a:t>
            </a:r>
            <a:endParaRPr lang="en-CA"/>
          </a:p>
        </p:txBody>
      </p:sp>
      <p:sp>
        <p:nvSpPr>
          <p:cNvPr id="523795970" name="Textplatzhalter 82"/>
          <p:cNvSpPr>
            <a:spLocks noGrp="1"/>
          </p:cNvSpPr>
          <p:nvPr>
            <p:ph type="body" sz="quarter" idx="48" hasCustomPrompt="1"/>
          </p:nvPr>
        </p:nvSpPr>
        <p:spPr bwMode="auto">
          <a:xfrm>
            <a:off x="4321451" y="4900719"/>
            <a:ext cx="3240000" cy="184666"/>
          </a:xfrm>
        </p:spPr>
        <p:txBody>
          <a:bodyPr wrap="square">
            <a:spAutoFit/>
          </a:bodyPr>
          <a:lstStyle>
            <a:lvl1pPr marL="0" indent="0">
              <a:buNone/>
              <a:defRPr sz="12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marL="0" marR="0" lv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Tx/>
              <a:buFont typeface="Wingdings"/>
              <a:buNone/>
              <a:defRPr/>
            </a:pPr>
            <a:r>
              <a:rPr lang="de-DE"/>
              <a:t>Details (</a:t>
            </a:r>
            <a:r>
              <a:rPr lang="de-DE"/>
              <a:t>presenter</a:t>
            </a:r>
            <a:r>
              <a:rPr lang="de-DE"/>
              <a:t> / </a:t>
            </a:r>
            <a:r>
              <a:rPr lang="de-DE"/>
              <a:t>schedule</a:t>
            </a:r>
            <a:r>
              <a:rPr lang="de-DE"/>
              <a:t>)</a:t>
            </a:r>
            <a:endParaRPr lang="en-CA"/>
          </a:p>
        </p:txBody>
      </p:sp>
      <p:sp>
        <p:nvSpPr>
          <p:cNvPr id="2091753295" name="Textplatzhalter 82"/>
          <p:cNvSpPr>
            <a:spLocks noGrp="1"/>
          </p:cNvSpPr>
          <p:nvPr>
            <p:ph type="body" sz="quarter" idx="54" hasCustomPrompt="1"/>
          </p:nvPr>
        </p:nvSpPr>
        <p:spPr bwMode="auto">
          <a:xfrm>
            <a:off x="3589931" y="5471542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04</a:t>
            </a:r>
            <a:endParaRPr lang="en-CA"/>
          </a:p>
        </p:txBody>
      </p:sp>
      <p:sp>
        <p:nvSpPr>
          <p:cNvPr id="647807545" name="Textplatzhalter 82"/>
          <p:cNvSpPr>
            <a:spLocks noGrp="1"/>
          </p:cNvSpPr>
          <p:nvPr>
            <p:ph type="body" sz="quarter" idx="49" hasCustomPrompt="1"/>
          </p:nvPr>
        </p:nvSpPr>
        <p:spPr bwMode="auto">
          <a:xfrm>
            <a:off x="4321451" y="5533905"/>
            <a:ext cx="3240000" cy="215444"/>
          </a:xfrm>
        </p:spPr>
        <p:txBody>
          <a:bodyPr wrap="square">
            <a:spAutoFit/>
          </a:bodyPr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Topic 4</a:t>
            </a:r>
            <a:endParaRPr lang="en-CA"/>
          </a:p>
        </p:txBody>
      </p:sp>
      <p:sp>
        <p:nvSpPr>
          <p:cNvPr id="216378522" name="Textplatzhalter 82"/>
          <p:cNvSpPr>
            <a:spLocks noGrp="1"/>
          </p:cNvSpPr>
          <p:nvPr>
            <p:ph type="body" sz="quarter" idx="50" hasCustomPrompt="1"/>
          </p:nvPr>
        </p:nvSpPr>
        <p:spPr bwMode="auto">
          <a:xfrm>
            <a:off x="4321451" y="5881642"/>
            <a:ext cx="3240000" cy="184666"/>
          </a:xfrm>
        </p:spPr>
        <p:txBody>
          <a:bodyPr wrap="square">
            <a:spAutoFit/>
          </a:bodyPr>
          <a:lstStyle>
            <a:lvl1pPr marL="0" indent="0">
              <a:buNone/>
              <a:defRPr sz="12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marL="0" marR="0" lv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Tx/>
              <a:buFont typeface="Wingdings"/>
              <a:buNone/>
              <a:defRPr/>
            </a:pPr>
            <a:r>
              <a:rPr lang="de-DE"/>
              <a:t>Details (</a:t>
            </a:r>
            <a:r>
              <a:rPr lang="de-DE"/>
              <a:t>presenter</a:t>
            </a:r>
            <a:r>
              <a:rPr lang="de-DE"/>
              <a:t> / </a:t>
            </a:r>
            <a:r>
              <a:rPr lang="de-DE"/>
              <a:t>schedule</a:t>
            </a:r>
            <a:r>
              <a:rPr lang="de-DE"/>
              <a:t>)</a:t>
            </a:r>
            <a:endParaRPr lang="en-CA"/>
          </a:p>
        </p:txBody>
      </p:sp>
      <p:sp>
        <p:nvSpPr>
          <p:cNvPr id="268426066" name="Textplatzhalter 82"/>
          <p:cNvSpPr>
            <a:spLocks noGrp="1"/>
          </p:cNvSpPr>
          <p:nvPr>
            <p:ph type="body" sz="quarter" idx="63" hasCustomPrompt="1"/>
          </p:nvPr>
        </p:nvSpPr>
        <p:spPr bwMode="auto">
          <a:xfrm>
            <a:off x="7812495" y="2553355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05</a:t>
            </a:r>
            <a:endParaRPr lang="en-CA"/>
          </a:p>
        </p:txBody>
      </p:sp>
      <p:sp>
        <p:nvSpPr>
          <p:cNvPr id="1070959490" name="Textplatzhalter 82"/>
          <p:cNvSpPr>
            <a:spLocks noGrp="1"/>
          </p:cNvSpPr>
          <p:nvPr>
            <p:ph type="body" sz="quarter" idx="55" hasCustomPrompt="1"/>
          </p:nvPr>
        </p:nvSpPr>
        <p:spPr bwMode="auto">
          <a:xfrm>
            <a:off x="8544015" y="2591136"/>
            <a:ext cx="3240000" cy="215444"/>
          </a:xfrm>
        </p:spPr>
        <p:txBody>
          <a:bodyPr wrap="square">
            <a:spAutoFit/>
          </a:bodyPr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Topic 5</a:t>
            </a:r>
            <a:endParaRPr lang="en-CA"/>
          </a:p>
        </p:txBody>
      </p:sp>
      <p:sp>
        <p:nvSpPr>
          <p:cNvPr id="628433573" name="Textplatzhalter 82"/>
          <p:cNvSpPr>
            <a:spLocks noGrp="1"/>
          </p:cNvSpPr>
          <p:nvPr>
            <p:ph type="body" sz="quarter" idx="56" hasCustomPrompt="1"/>
          </p:nvPr>
        </p:nvSpPr>
        <p:spPr bwMode="auto">
          <a:xfrm>
            <a:off x="8544015" y="2938873"/>
            <a:ext cx="3240000" cy="184666"/>
          </a:xfrm>
        </p:spPr>
        <p:txBody>
          <a:bodyPr wrap="square">
            <a:spAutoFit/>
          </a:bodyPr>
          <a:lstStyle>
            <a:lvl1pPr marL="0" indent="0">
              <a:buNone/>
              <a:defRPr sz="12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marL="0" marR="0" lv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Tx/>
              <a:buFont typeface="Wingdings"/>
              <a:buNone/>
              <a:defRPr/>
            </a:pPr>
            <a:r>
              <a:rPr lang="de-DE"/>
              <a:t>Details (</a:t>
            </a:r>
            <a:r>
              <a:rPr lang="de-DE"/>
              <a:t>presenter</a:t>
            </a:r>
            <a:r>
              <a:rPr lang="de-DE"/>
              <a:t> / </a:t>
            </a:r>
            <a:r>
              <a:rPr lang="de-DE"/>
              <a:t>schedule</a:t>
            </a:r>
            <a:r>
              <a:rPr lang="de-DE"/>
              <a:t>)</a:t>
            </a:r>
            <a:endParaRPr lang="en-CA"/>
          </a:p>
        </p:txBody>
      </p:sp>
      <p:sp>
        <p:nvSpPr>
          <p:cNvPr id="1490537016" name="Textplatzhalter 82"/>
          <p:cNvSpPr>
            <a:spLocks noGrp="1"/>
          </p:cNvSpPr>
          <p:nvPr>
            <p:ph type="body" sz="quarter" idx="64" hasCustomPrompt="1"/>
          </p:nvPr>
        </p:nvSpPr>
        <p:spPr bwMode="auto">
          <a:xfrm>
            <a:off x="7812495" y="3526084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06</a:t>
            </a:r>
            <a:endParaRPr lang="en-CA"/>
          </a:p>
        </p:txBody>
      </p:sp>
      <p:sp>
        <p:nvSpPr>
          <p:cNvPr id="488646358" name="Textplatzhalter 82"/>
          <p:cNvSpPr>
            <a:spLocks noGrp="1"/>
          </p:cNvSpPr>
          <p:nvPr>
            <p:ph type="body" sz="quarter" idx="57" hasCustomPrompt="1"/>
          </p:nvPr>
        </p:nvSpPr>
        <p:spPr bwMode="auto">
          <a:xfrm>
            <a:off x="8544015" y="3572059"/>
            <a:ext cx="3240000" cy="215444"/>
          </a:xfrm>
        </p:spPr>
        <p:txBody>
          <a:bodyPr wrap="square">
            <a:spAutoFit/>
          </a:bodyPr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Topic 6</a:t>
            </a:r>
            <a:endParaRPr lang="en-CA"/>
          </a:p>
        </p:txBody>
      </p:sp>
      <p:sp>
        <p:nvSpPr>
          <p:cNvPr id="1837862896" name="Textplatzhalter 82"/>
          <p:cNvSpPr>
            <a:spLocks noGrp="1"/>
          </p:cNvSpPr>
          <p:nvPr>
            <p:ph type="body" sz="quarter" idx="58" hasCustomPrompt="1"/>
          </p:nvPr>
        </p:nvSpPr>
        <p:spPr bwMode="auto">
          <a:xfrm>
            <a:off x="8544015" y="3919795"/>
            <a:ext cx="3240000" cy="184666"/>
          </a:xfrm>
        </p:spPr>
        <p:txBody>
          <a:bodyPr wrap="square">
            <a:spAutoFit/>
          </a:bodyPr>
          <a:lstStyle>
            <a:lvl1pPr marL="0" indent="0">
              <a:buNone/>
              <a:defRPr sz="12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marL="0" marR="0" lv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Tx/>
              <a:buFont typeface="Wingdings"/>
              <a:buNone/>
              <a:defRPr/>
            </a:pPr>
            <a:r>
              <a:rPr lang="de-DE"/>
              <a:t>Details (</a:t>
            </a:r>
            <a:r>
              <a:rPr lang="de-DE"/>
              <a:t>presenter</a:t>
            </a:r>
            <a:r>
              <a:rPr lang="de-DE"/>
              <a:t> / </a:t>
            </a:r>
            <a:r>
              <a:rPr lang="de-DE"/>
              <a:t>schedule</a:t>
            </a:r>
            <a:r>
              <a:rPr lang="de-DE"/>
              <a:t>)</a:t>
            </a:r>
            <a:endParaRPr lang="en-CA"/>
          </a:p>
        </p:txBody>
      </p:sp>
      <p:sp>
        <p:nvSpPr>
          <p:cNvPr id="774256056" name="Textplatzhalter 82"/>
          <p:cNvSpPr>
            <a:spLocks noGrp="1"/>
          </p:cNvSpPr>
          <p:nvPr>
            <p:ph type="body" sz="quarter" idx="65" hasCustomPrompt="1"/>
          </p:nvPr>
        </p:nvSpPr>
        <p:spPr bwMode="auto">
          <a:xfrm>
            <a:off x="7812495" y="4498813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07</a:t>
            </a:r>
            <a:endParaRPr lang="en-CA"/>
          </a:p>
        </p:txBody>
      </p:sp>
      <p:sp>
        <p:nvSpPr>
          <p:cNvPr id="820068201" name="Textplatzhalter 82"/>
          <p:cNvSpPr>
            <a:spLocks noGrp="1"/>
          </p:cNvSpPr>
          <p:nvPr>
            <p:ph type="body" sz="quarter" idx="59" hasCustomPrompt="1"/>
          </p:nvPr>
        </p:nvSpPr>
        <p:spPr bwMode="auto">
          <a:xfrm>
            <a:off x="8544015" y="4552982"/>
            <a:ext cx="3240000" cy="215444"/>
          </a:xfrm>
        </p:spPr>
        <p:txBody>
          <a:bodyPr wrap="square">
            <a:spAutoFit/>
          </a:bodyPr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Topic 7</a:t>
            </a:r>
            <a:endParaRPr lang="en-CA"/>
          </a:p>
        </p:txBody>
      </p:sp>
      <p:sp>
        <p:nvSpPr>
          <p:cNvPr id="2070398411" name="Textplatzhalter 82"/>
          <p:cNvSpPr>
            <a:spLocks noGrp="1"/>
          </p:cNvSpPr>
          <p:nvPr>
            <p:ph type="body" sz="quarter" idx="60" hasCustomPrompt="1"/>
          </p:nvPr>
        </p:nvSpPr>
        <p:spPr bwMode="auto">
          <a:xfrm>
            <a:off x="8544015" y="4900719"/>
            <a:ext cx="3240000" cy="184666"/>
          </a:xfrm>
        </p:spPr>
        <p:txBody>
          <a:bodyPr wrap="square">
            <a:spAutoFit/>
          </a:bodyPr>
          <a:lstStyle>
            <a:lvl1pPr marL="0" indent="0">
              <a:buNone/>
              <a:defRPr sz="12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marL="0" marR="0" lv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Tx/>
              <a:buFont typeface="Wingdings"/>
              <a:buNone/>
              <a:defRPr/>
            </a:pPr>
            <a:r>
              <a:rPr lang="de-DE"/>
              <a:t>Details (</a:t>
            </a:r>
            <a:r>
              <a:rPr lang="de-DE"/>
              <a:t>presenter</a:t>
            </a:r>
            <a:r>
              <a:rPr lang="de-DE"/>
              <a:t> / </a:t>
            </a:r>
            <a:r>
              <a:rPr lang="de-DE"/>
              <a:t>schedule</a:t>
            </a:r>
            <a:r>
              <a:rPr lang="de-DE"/>
              <a:t>)</a:t>
            </a:r>
            <a:endParaRPr lang="en-CA"/>
          </a:p>
        </p:txBody>
      </p:sp>
      <p:sp>
        <p:nvSpPr>
          <p:cNvPr id="461614121" name="Textplatzhalter 82"/>
          <p:cNvSpPr>
            <a:spLocks noGrp="1"/>
          </p:cNvSpPr>
          <p:nvPr>
            <p:ph type="body" sz="quarter" idx="66" hasCustomPrompt="1"/>
          </p:nvPr>
        </p:nvSpPr>
        <p:spPr bwMode="auto">
          <a:xfrm>
            <a:off x="7812495" y="5471542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08</a:t>
            </a:r>
            <a:endParaRPr lang="en-CA"/>
          </a:p>
        </p:txBody>
      </p:sp>
      <p:sp>
        <p:nvSpPr>
          <p:cNvPr id="692894828" name="Textplatzhalter 82"/>
          <p:cNvSpPr>
            <a:spLocks noGrp="1"/>
          </p:cNvSpPr>
          <p:nvPr>
            <p:ph type="body" sz="quarter" idx="61" hasCustomPrompt="1"/>
          </p:nvPr>
        </p:nvSpPr>
        <p:spPr bwMode="auto">
          <a:xfrm>
            <a:off x="8544015" y="5533905"/>
            <a:ext cx="3240000" cy="215444"/>
          </a:xfrm>
        </p:spPr>
        <p:txBody>
          <a:bodyPr wrap="square">
            <a:spAutoFit/>
          </a:bodyPr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Topic 8</a:t>
            </a:r>
            <a:endParaRPr lang="en-CA"/>
          </a:p>
        </p:txBody>
      </p:sp>
      <p:sp>
        <p:nvSpPr>
          <p:cNvPr id="647697321" name="Textplatzhalter 82"/>
          <p:cNvSpPr>
            <a:spLocks noGrp="1"/>
          </p:cNvSpPr>
          <p:nvPr>
            <p:ph type="body" sz="quarter" idx="62" hasCustomPrompt="1"/>
          </p:nvPr>
        </p:nvSpPr>
        <p:spPr bwMode="auto">
          <a:xfrm>
            <a:off x="8544015" y="5881642"/>
            <a:ext cx="3240000" cy="184666"/>
          </a:xfrm>
        </p:spPr>
        <p:txBody>
          <a:bodyPr wrap="square">
            <a:spAutoFit/>
          </a:bodyPr>
          <a:lstStyle>
            <a:lvl1pPr marL="0" indent="0">
              <a:buNone/>
              <a:defRPr sz="12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marL="0" marR="0" lv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Tx/>
              <a:buFont typeface="Wingdings"/>
              <a:buNone/>
              <a:defRPr/>
            </a:pPr>
            <a:r>
              <a:rPr lang="de-DE"/>
              <a:t>Details (</a:t>
            </a:r>
            <a:r>
              <a:rPr lang="de-DE"/>
              <a:t>presenter</a:t>
            </a:r>
            <a:r>
              <a:rPr lang="de-DE"/>
              <a:t> / </a:t>
            </a:r>
            <a:r>
              <a:rPr lang="de-DE"/>
              <a:t>schedule</a:t>
            </a:r>
            <a:r>
              <a:rPr lang="de-DE"/>
              <a:t>)</a:t>
            </a:r>
            <a:endParaRPr lang="en-CA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Agenda white_single line">
    <p:bg>
      <p:bgPr shadeToTitle="0"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22213158" name="Rechteck 43"/>
          <p:cNvSpPr/>
          <p:nvPr userDrawn="1"/>
        </p:nvSpPr>
        <p:spPr bwMode="white"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chemeClr val="accent1">
                  <a:alpha val="95000"/>
                </a:schemeClr>
              </a:gs>
              <a:gs pos="100000">
                <a:srgbClr val="3A43FF">
                  <a:alpha val="90000"/>
                </a:srgbClr>
              </a:gs>
            </a:gsLst>
            <a:lin ang="81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endParaRPr lang="en-CA"/>
          </a:p>
        </p:txBody>
      </p:sp>
      <p:sp>
        <p:nvSpPr>
          <p:cNvPr id="308061053" name="Rechteck 5"/>
          <p:cNvSpPr/>
          <p:nvPr userDrawn="1"/>
        </p:nvSpPr>
        <p:spPr bwMode="white">
          <a:xfrm>
            <a:off x="3207657" y="0"/>
            <a:ext cx="8984342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endParaRPr lang="en-CA"/>
          </a:p>
        </p:txBody>
      </p:sp>
      <p:sp>
        <p:nvSpPr>
          <p:cNvPr id="488246935" name="Titel 1"/>
          <p:cNvSpPr>
            <a:spLocks noGrp="1"/>
          </p:cNvSpPr>
          <p:nvPr>
            <p:ph type="title" hasCustomPrompt="1"/>
          </p:nvPr>
        </p:nvSpPr>
        <p:spPr bwMode="auto">
          <a:xfrm>
            <a:off x="3589931" y="1484313"/>
            <a:ext cx="3490912" cy="677108"/>
          </a:xfrm>
        </p:spPr>
        <p:txBody>
          <a:bodyPr vert="horz"/>
          <a:lstStyle>
            <a:lvl1pPr>
              <a:defRPr sz="4400" cap="all">
                <a:solidFill>
                  <a:schemeClr val="accent1"/>
                </a:solidFill>
              </a:defRPr>
            </a:lvl1pPr>
          </a:lstStyle>
          <a:p>
            <a:pPr>
              <a:defRPr/>
            </a:pPr>
            <a:r>
              <a:rPr lang="de-DE"/>
              <a:t>Agenda</a:t>
            </a:r>
            <a:endParaRPr lang="en-CA"/>
          </a:p>
        </p:txBody>
      </p:sp>
      <p:sp>
        <p:nvSpPr>
          <p:cNvPr id="1851414738" name="Datumsplatzhalter 2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D2713B47-FDFD-44F6-B33D-CFB4326DB920}" type="datetime1">
              <a:rPr lang="de-DE"/>
              <a:t>26.01.2026</a:t>
            </a:fld>
            <a:endParaRPr lang="en-CA"/>
          </a:p>
        </p:txBody>
      </p:sp>
      <p:sp>
        <p:nvSpPr>
          <p:cNvPr id="1632413469" name="Foliennummernplatzhalter 4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1741245038" name="Textplatzhalter 82"/>
          <p:cNvSpPr>
            <a:spLocks noGrp="1"/>
          </p:cNvSpPr>
          <p:nvPr>
            <p:ph type="body" sz="quarter" idx="51" hasCustomPrompt="1"/>
          </p:nvPr>
        </p:nvSpPr>
        <p:spPr bwMode="auto">
          <a:xfrm>
            <a:off x="3589931" y="2553355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01</a:t>
            </a:r>
            <a:endParaRPr lang="en-CA"/>
          </a:p>
        </p:txBody>
      </p:sp>
      <p:sp>
        <p:nvSpPr>
          <p:cNvPr id="539596255" name="Textplatzhalter 82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321451" y="2667901"/>
            <a:ext cx="3240000" cy="215444"/>
          </a:xfrm>
        </p:spPr>
        <p:txBody>
          <a:bodyPr wrap="square" anchor="ctr">
            <a:spAutoFit/>
          </a:bodyPr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Topic 1</a:t>
            </a:r>
            <a:endParaRPr lang="en-CA"/>
          </a:p>
        </p:txBody>
      </p:sp>
      <p:sp>
        <p:nvSpPr>
          <p:cNvPr id="739599462" name="Textplatzhalter 82"/>
          <p:cNvSpPr>
            <a:spLocks noGrp="1"/>
          </p:cNvSpPr>
          <p:nvPr>
            <p:ph type="body" sz="quarter" idx="52" hasCustomPrompt="1"/>
          </p:nvPr>
        </p:nvSpPr>
        <p:spPr bwMode="auto">
          <a:xfrm>
            <a:off x="3589931" y="3526084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02</a:t>
            </a:r>
            <a:endParaRPr lang="en-CA"/>
          </a:p>
        </p:txBody>
      </p:sp>
      <p:sp>
        <p:nvSpPr>
          <p:cNvPr id="1620760594" name="Textplatzhalter 82"/>
          <p:cNvSpPr>
            <a:spLocks noGrp="1"/>
          </p:cNvSpPr>
          <p:nvPr>
            <p:ph type="body" sz="quarter" idx="22" hasCustomPrompt="1"/>
          </p:nvPr>
        </p:nvSpPr>
        <p:spPr bwMode="auto">
          <a:xfrm>
            <a:off x="4321451" y="3640021"/>
            <a:ext cx="3240000" cy="215444"/>
          </a:xfrm>
        </p:spPr>
        <p:txBody>
          <a:bodyPr wrap="square" anchor="ctr">
            <a:spAutoFit/>
          </a:bodyPr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Topic 2</a:t>
            </a:r>
            <a:endParaRPr lang="en-CA"/>
          </a:p>
        </p:txBody>
      </p:sp>
      <p:sp>
        <p:nvSpPr>
          <p:cNvPr id="1117617870" name="Textplatzhalter 82"/>
          <p:cNvSpPr>
            <a:spLocks noGrp="1"/>
          </p:cNvSpPr>
          <p:nvPr>
            <p:ph type="body" sz="quarter" idx="53" hasCustomPrompt="1"/>
          </p:nvPr>
        </p:nvSpPr>
        <p:spPr bwMode="auto">
          <a:xfrm>
            <a:off x="3589931" y="4498813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03</a:t>
            </a:r>
            <a:endParaRPr lang="en-CA"/>
          </a:p>
        </p:txBody>
      </p:sp>
      <p:sp>
        <p:nvSpPr>
          <p:cNvPr id="1998701433" name="Textplatzhalter 82"/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4321451" y="4612141"/>
            <a:ext cx="3240000" cy="215444"/>
          </a:xfrm>
        </p:spPr>
        <p:txBody>
          <a:bodyPr wrap="square" anchor="ctr">
            <a:spAutoFit/>
          </a:bodyPr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Topic 3</a:t>
            </a:r>
            <a:endParaRPr lang="en-CA"/>
          </a:p>
        </p:txBody>
      </p:sp>
      <p:sp>
        <p:nvSpPr>
          <p:cNvPr id="1572571175" name="Textplatzhalter 82"/>
          <p:cNvSpPr>
            <a:spLocks noGrp="1"/>
          </p:cNvSpPr>
          <p:nvPr>
            <p:ph type="body" sz="quarter" idx="54" hasCustomPrompt="1"/>
          </p:nvPr>
        </p:nvSpPr>
        <p:spPr bwMode="auto">
          <a:xfrm>
            <a:off x="3589931" y="5471542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04</a:t>
            </a:r>
            <a:endParaRPr lang="en-CA"/>
          </a:p>
        </p:txBody>
      </p:sp>
      <p:sp>
        <p:nvSpPr>
          <p:cNvPr id="1022104066" name="Textplatzhalter 82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4321451" y="5584262"/>
            <a:ext cx="3240000" cy="215444"/>
          </a:xfrm>
        </p:spPr>
        <p:txBody>
          <a:bodyPr wrap="square" anchor="ctr">
            <a:spAutoFit/>
          </a:bodyPr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Topic 4</a:t>
            </a:r>
            <a:endParaRPr lang="en-CA"/>
          </a:p>
        </p:txBody>
      </p:sp>
      <p:sp>
        <p:nvSpPr>
          <p:cNvPr id="364055617" name="Textplatzhalter 82"/>
          <p:cNvSpPr>
            <a:spLocks noGrp="1"/>
          </p:cNvSpPr>
          <p:nvPr>
            <p:ph type="body" sz="quarter" idx="63" hasCustomPrompt="1"/>
          </p:nvPr>
        </p:nvSpPr>
        <p:spPr bwMode="auto">
          <a:xfrm>
            <a:off x="7812495" y="2553355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05</a:t>
            </a:r>
            <a:endParaRPr lang="en-CA"/>
          </a:p>
        </p:txBody>
      </p:sp>
      <p:sp>
        <p:nvSpPr>
          <p:cNvPr id="441683279" name="Textplatzhalter 82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8544013" y="2667901"/>
            <a:ext cx="3240000" cy="215444"/>
          </a:xfrm>
        </p:spPr>
        <p:txBody>
          <a:bodyPr wrap="square" anchor="ctr">
            <a:spAutoFit/>
          </a:bodyPr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Topic 1</a:t>
            </a:r>
            <a:endParaRPr lang="en-CA"/>
          </a:p>
        </p:txBody>
      </p:sp>
      <p:sp>
        <p:nvSpPr>
          <p:cNvPr id="1102486575" name="Textplatzhalter 82"/>
          <p:cNvSpPr>
            <a:spLocks noGrp="1"/>
          </p:cNvSpPr>
          <p:nvPr>
            <p:ph type="body" sz="quarter" idx="64" hasCustomPrompt="1"/>
          </p:nvPr>
        </p:nvSpPr>
        <p:spPr bwMode="auto">
          <a:xfrm>
            <a:off x="7812495" y="3526084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06</a:t>
            </a:r>
            <a:endParaRPr lang="en-CA"/>
          </a:p>
        </p:txBody>
      </p:sp>
      <p:sp>
        <p:nvSpPr>
          <p:cNvPr id="1915381303" name="Textplatzhalter 82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8544013" y="3640021"/>
            <a:ext cx="3240000" cy="215444"/>
          </a:xfrm>
        </p:spPr>
        <p:txBody>
          <a:bodyPr wrap="square" anchor="ctr">
            <a:spAutoFit/>
          </a:bodyPr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Topic 1</a:t>
            </a:r>
            <a:endParaRPr lang="en-CA"/>
          </a:p>
        </p:txBody>
      </p:sp>
      <p:sp>
        <p:nvSpPr>
          <p:cNvPr id="1888205999" name="Textplatzhalter 82"/>
          <p:cNvSpPr>
            <a:spLocks noGrp="1"/>
          </p:cNvSpPr>
          <p:nvPr>
            <p:ph type="body" sz="quarter" idx="65" hasCustomPrompt="1"/>
          </p:nvPr>
        </p:nvSpPr>
        <p:spPr bwMode="auto">
          <a:xfrm>
            <a:off x="7812495" y="4498813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07</a:t>
            </a:r>
            <a:endParaRPr lang="en-CA"/>
          </a:p>
        </p:txBody>
      </p:sp>
      <p:sp>
        <p:nvSpPr>
          <p:cNvPr id="1372499405" name="Textplatzhalter 82"/>
          <p:cNvSpPr>
            <a:spLocks noGrp="1"/>
          </p:cNvSpPr>
          <p:nvPr>
            <p:ph type="body" sz="quarter" idx="36" hasCustomPrompt="1"/>
          </p:nvPr>
        </p:nvSpPr>
        <p:spPr bwMode="auto">
          <a:xfrm>
            <a:off x="8544013" y="4612141"/>
            <a:ext cx="3240000" cy="215444"/>
          </a:xfrm>
        </p:spPr>
        <p:txBody>
          <a:bodyPr wrap="square" anchor="ctr">
            <a:spAutoFit/>
          </a:bodyPr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Topic 1</a:t>
            </a:r>
            <a:endParaRPr lang="en-CA"/>
          </a:p>
        </p:txBody>
      </p:sp>
      <p:sp>
        <p:nvSpPr>
          <p:cNvPr id="1485501555" name="Textplatzhalter 82"/>
          <p:cNvSpPr>
            <a:spLocks noGrp="1"/>
          </p:cNvSpPr>
          <p:nvPr>
            <p:ph type="body" sz="quarter" idx="66" hasCustomPrompt="1"/>
          </p:nvPr>
        </p:nvSpPr>
        <p:spPr bwMode="auto">
          <a:xfrm>
            <a:off x="7812495" y="5471542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08</a:t>
            </a:r>
            <a:endParaRPr lang="en-CA"/>
          </a:p>
        </p:txBody>
      </p:sp>
      <p:sp>
        <p:nvSpPr>
          <p:cNvPr id="422423427" name="Textplatzhalter 82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8544013" y="5584262"/>
            <a:ext cx="3240000" cy="215444"/>
          </a:xfrm>
        </p:spPr>
        <p:txBody>
          <a:bodyPr wrap="square" anchor="ctr">
            <a:spAutoFit/>
          </a:bodyPr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Topic 1</a:t>
            </a:r>
            <a:endParaRPr lang="en-CA"/>
          </a:p>
        </p:txBody>
      </p:sp>
      <p:sp>
        <p:nvSpPr>
          <p:cNvPr id="270019190" name="Textfeld 44"/>
          <p:cNvSpPr txBox="1"/>
          <p:nvPr userDrawn="1"/>
        </p:nvSpPr>
        <p:spPr bwMode="white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bg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sp>
        <p:nvSpPr>
          <p:cNvPr id="838009368" name="Rechteck 6"/>
          <p:cNvSpPr/>
          <p:nvPr userDrawn="1"/>
        </p:nvSpPr>
        <p:spPr bwMode="ltGray">
          <a:xfrm>
            <a:off x="0" y="0"/>
            <a:ext cx="3207657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endParaRPr lang="en-CA"/>
          </a:p>
        </p:txBody>
      </p:sp>
      <p:grpSp>
        <p:nvGrpSpPr>
          <p:cNvPr id="1773856827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accent1"/>
          </a:solidFill>
        </p:grpSpPr>
        <p:sp>
          <p:nvSpPr>
            <p:cNvPr id="47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0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3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4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5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6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7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8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71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72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73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74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75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76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77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78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79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80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81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Agenda blue_2 lines ">
    <p:bg>
      <p:bgPr shadeToTitle="0"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0613384" name="Rechteck 56"/>
          <p:cNvSpPr/>
          <p:nvPr userDrawn="1"/>
        </p:nvSpPr>
        <p:spPr bwMode="white">
          <a:xfrm>
            <a:off x="0" y="0"/>
            <a:ext cx="12192000" cy="6857999"/>
          </a:xfrm>
          <a:prstGeom prst="rect">
            <a:avLst/>
          </a:prstGeom>
          <a:gradFill>
            <a:gsLst>
              <a:gs pos="0">
                <a:schemeClr val="accent1">
                  <a:alpha val="95000"/>
                </a:schemeClr>
              </a:gs>
              <a:gs pos="100000">
                <a:srgbClr val="3A43FF">
                  <a:alpha val="90000"/>
                </a:srgbClr>
              </a:gs>
            </a:gsLst>
            <a:lin ang="81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endParaRPr lang="en-CA"/>
          </a:p>
        </p:txBody>
      </p:sp>
      <p:sp>
        <p:nvSpPr>
          <p:cNvPr id="91481478" name="Titel 1"/>
          <p:cNvSpPr>
            <a:spLocks noGrp="1"/>
          </p:cNvSpPr>
          <p:nvPr>
            <p:ph type="title" hasCustomPrompt="1"/>
          </p:nvPr>
        </p:nvSpPr>
        <p:spPr bwMode="auto">
          <a:xfrm>
            <a:off x="407988" y="1484313"/>
            <a:ext cx="3490912" cy="677108"/>
          </a:xfrm>
        </p:spPr>
        <p:txBody>
          <a:bodyPr vert="horz"/>
          <a:lstStyle>
            <a:lvl1pPr>
              <a:defRPr sz="4400" cap="all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Agenda</a:t>
            </a:r>
            <a:endParaRPr lang="en-CA"/>
          </a:p>
        </p:txBody>
      </p:sp>
      <p:sp>
        <p:nvSpPr>
          <p:cNvPr id="619958475" name="Datumsplatzhalter 2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9A226954-6933-4634-9F99-3CCD2EC48874}" type="datetime1">
              <a:rPr lang="de-DE"/>
              <a:t>26.01.2026</a:t>
            </a:fld>
            <a:endParaRPr lang="en-CA"/>
          </a:p>
        </p:txBody>
      </p:sp>
      <p:sp>
        <p:nvSpPr>
          <p:cNvPr id="2072390895" name="Foliennummernplatzhalter 4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232336249" name="Textplatzhalter 82"/>
          <p:cNvSpPr>
            <a:spLocks noGrp="1"/>
          </p:cNvSpPr>
          <p:nvPr>
            <p:ph type="body" sz="quarter" idx="14" hasCustomPrompt="1"/>
          </p:nvPr>
        </p:nvSpPr>
        <p:spPr bwMode="auto">
          <a:xfrm>
            <a:off x="4655820" y="2553355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01</a:t>
            </a:r>
            <a:endParaRPr lang="en-CA"/>
          </a:p>
        </p:txBody>
      </p:sp>
      <p:sp>
        <p:nvSpPr>
          <p:cNvPr id="1124812344" name="Textplatzhalter 82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5387340" y="2591136"/>
            <a:ext cx="6401434" cy="276999"/>
          </a:xfrm>
        </p:spPr>
        <p:txBody>
          <a:bodyPr wrap="square">
            <a:spAutoFit/>
          </a:bodyPr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Topic 1</a:t>
            </a:r>
            <a:endParaRPr lang="en-CA"/>
          </a:p>
        </p:txBody>
      </p:sp>
      <p:sp>
        <p:nvSpPr>
          <p:cNvPr id="161961881" name="Textplatzhalter 82"/>
          <p:cNvSpPr>
            <a:spLocks noGrp="1"/>
          </p:cNvSpPr>
          <p:nvPr>
            <p:ph type="body" sz="quarter" idx="21" hasCustomPrompt="1"/>
          </p:nvPr>
        </p:nvSpPr>
        <p:spPr bwMode="auto">
          <a:xfrm>
            <a:off x="5387340" y="2938873"/>
            <a:ext cx="6401434" cy="184666"/>
          </a:xfrm>
        </p:spPr>
        <p:txBody>
          <a:bodyPr wrap="square">
            <a:sp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Details (</a:t>
            </a:r>
            <a:r>
              <a:rPr lang="de-DE"/>
              <a:t>presenter</a:t>
            </a:r>
            <a:r>
              <a:rPr lang="de-DE"/>
              <a:t> / </a:t>
            </a:r>
            <a:r>
              <a:rPr lang="de-DE"/>
              <a:t>schedule</a:t>
            </a:r>
            <a:r>
              <a:rPr lang="de-DE"/>
              <a:t>)</a:t>
            </a:r>
            <a:endParaRPr lang="en-CA"/>
          </a:p>
        </p:txBody>
      </p:sp>
      <p:sp>
        <p:nvSpPr>
          <p:cNvPr id="187853823" name="Textplatzhalter 82"/>
          <p:cNvSpPr>
            <a:spLocks noGrp="1"/>
          </p:cNvSpPr>
          <p:nvPr>
            <p:ph type="body" sz="quarter" idx="16" hasCustomPrompt="1"/>
          </p:nvPr>
        </p:nvSpPr>
        <p:spPr bwMode="auto">
          <a:xfrm>
            <a:off x="4655820" y="3526084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02</a:t>
            </a:r>
            <a:endParaRPr lang="en-CA"/>
          </a:p>
        </p:txBody>
      </p:sp>
      <p:sp>
        <p:nvSpPr>
          <p:cNvPr id="1992966409" name="Textplatzhalter 82"/>
          <p:cNvSpPr>
            <a:spLocks noGrp="1"/>
          </p:cNvSpPr>
          <p:nvPr>
            <p:ph type="body" sz="quarter" idx="22" hasCustomPrompt="1"/>
          </p:nvPr>
        </p:nvSpPr>
        <p:spPr bwMode="auto">
          <a:xfrm>
            <a:off x="5387340" y="3572059"/>
            <a:ext cx="6401434" cy="215444"/>
          </a:xfrm>
        </p:spPr>
        <p:txBody>
          <a:bodyPr wrap="square">
            <a:spAutoFit/>
          </a:bodyPr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Topic 2</a:t>
            </a:r>
            <a:endParaRPr lang="en-CA"/>
          </a:p>
        </p:txBody>
      </p:sp>
      <p:sp>
        <p:nvSpPr>
          <p:cNvPr id="258195398" name="Textplatzhalter 82"/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5387340" y="3919795"/>
            <a:ext cx="6401434" cy="184666"/>
          </a:xfrm>
        </p:spPr>
        <p:txBody>
          <a:bodyPr wrap="square">
            <a:sp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Details (</a:t>
            </a:r>
            <a:r>
              <a:rPr lang="de-DE"/>
              <a:t>presenter</a:t>
            </a:r>
            <a:r>
              <a:rPr lang="de-DE"/>
              <a:t> / </a:t>
            </a:r>
            <a:r>
              <a:rPr lang="de-DE"/>
              <a:t>schedule</a:t>
            </a:r>
            <a:r>
              <a:rPr lang="de-DE"/>
              <a:t>)</a:t>
            </a:r>
            <a:endParaRPr lang="en-CA"/>
          </a:p>
        </p:txBody>
      </p:sp>
      <p:sp>
        <p:nvSpPr>
          <p:cNvPr id="1493864364" name="Textfeld 7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bg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542237191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9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0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1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2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3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4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5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6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3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4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5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6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7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8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9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0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1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2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3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4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5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6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7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  <p:sp>
        <p:nvSpPr>
          <p:cNvPr id="558196586" name="Textplatzhalter 82"/>
          <p:cNvSpPr>
            <a:spLocks noGrp="1"/>
          </p:cNvSpPr>
          <p:nvPr>
            <p:ph type="body" sz="quarter" idx="18" hasCustomPrompt="1"/>
          </p:nvPr>
        </p:nvSpPr>
        <p:spPr bwMode="auto">
          <a:xfrm>
            <a:off x="4655820" y="4498813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03</a:t>
            </a:r>
            <a:endParaRPr lang="en-CA"/>
          </a:p>
        </p:txBody>
      </p:sp>
      <p:sp>
        <p:nvSpPr>
          <p:cNvPr id="71102994" name="Textplatzhalter 82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5387340" y="4552982"/>
            <a:ext cx="6401434" cy="215444"/>
          </a:xfrm>
        </p:spPr>
        <p:txBody>
          <a:bodyPr wrap="square">
            <a:spAutoFit/>
          </a:bodyPr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Topic 3</a:t>
            </a:r>
            <a:endParaRPr lang="en-CA"/>
          </a:p>
        </p:txBody>
      </p:sp>
      <p:sp>
        <p:nvSpPr>
          <p:cNvPr id="1462677362" name="Textplatzhalter 82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5387340" y="4900719"/>
            <a:ext cx="6401434" cy="184666"/>
          </a:xfrm>
        </p:spPr>
        <p:txBody>
          <a:bodyPr wrap="square">
            <a:sp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Details (</a:t>
            </a:r>
            <a:r>
              <a:rPr lang="de-DE"/>
              <a:t>presenter</a:t>
            </a:r>
            <a:r>
              <a:rPr lang="de-DE"/>
              <a:t> / </a:t>
            </a:r>
            <a:r>
              <a:rPr lang="de-DE"/>
              <a:t>schedule</a:t>
            </a:r>
            <a:r>
              <a:rPr lang="de-DE"/>
              <a:t>)</a:t>
            </a:r>
            <a:endParaRPr lang="en-CA"/>
          </a:p>
        </p:txBody>
      </p:sp>
      <p:sp>
        <p:nvSpPr>
          <p:cNvPr id="1702692281" name="Textplatzhalter 82"/>
          <p:cNvSpPr>
            <a:spLocks noGrp="1"/>
          </p:cNvSpPr>
          <p:nvPr>
            <p:ph type="body" sz="quarter" idx="20" hasCustomPrompt="1"/>
          </p:nvPr>
        </p:nvSpPr>
        <p:spPr bwMode="auto">
          <a:xfrm>
            <a:off x="4655820" y="5471542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04</a:t>
            </a:r>
            <a:endParaRPr lang="en-CA"/>
          </a:p>
        </p:txBody>
      </p:sp>
      <p:sp>
        <p:nvSpPr>
          <p:cNvPr id="850683463" name="Textplatzhalter 82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5387340" y="5533905"/>
            <a:ext cx="6401434" cy="215444"/>
          </a:xfrm>
        </p:spPr>
        <p:txBody>
          <a:bodyPr wrap="square">
            <a:spAutoFit/>
          </a:bodyPr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Topic 4</a:t>
            </a:r>
            <a:endParaRPr lang="en-CA"/>
          </a:p>
        </p:txBody>
      </p:sp>
      <p:sp>
        <p:nvSpPr>
          <p:cNvPr id="1032351373" name="Textplatzhalter 82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5387340" y="5881642"/>
            <a:ext cx="6401434" cy="184666"/>
          </a:xfrm>
        </p:spPr>
        <p:txBody>
          <a:bodyPr wrap="square">
            <a:sp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Details (</a:t>
            </a:r>
            <a:r>
              <a:rPr lang="de-DE"/>
              <a:t>presenter</a:t>
            </a:r>
            <a:r>
              <a:rPr lang="de-DE"/>
              <a:t> / </a:t>
            </a:r>
            <a:r>
              <a:rPr lang="de-DE"/>
              <a:t>schedule</a:t>
            </a:r>
            <a:r>
              <a:rPr lang="de-DE"/>
              <a:t>)</a:t>
            </a:r>
            <a:endParaRPr lang="en-CA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Agenda blue_single line">
    <p:bg>
      <p:bgPr shadeToTitle="0"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38007470" name="Rechteck 56"/>
          <p:cNvSpPr/>
          <p:nvPr userDrawn="1"/>
        </p:nvSpPr>
        <p:spPr bwMode="white">
          <a:xfrm>
            <a:off x="0" y="0"/>
            <a:ext cx="12192000" cy="6857999"/>
          </a:xfrm>
          <a:prstGeom prst="rect">
            <a:avLst/>
          </a:prstGeom>
          <a:gradFill>
            <a:gsLst>
              <a:gs pos="0">
                <a:schemeClr val="accent1">
                  <a:alpha val="95000"/>
                </a:schemeClr>
              </a:gs>
              <a:gs pos="100000">
                <a:srgbClr val="3A43FF">
                  <a:alpha val="90000"/>
                </a:srgbClr>
              </a:gs>
            </a:gsLst>
            <a:lin ang="81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endParaRPr lang="en-CA"/>
          </a:p>
        </p:txBody>
      </p:sp>
      <p:sp>
        <p:nvSpPr>
          <p:cNvPr id="2006983636" name="Titel 1"/>
          <p:cNvSpPr>
            <a:spLocks noGrp="1"/>
          </p:cNvSpPr>
          <p:nvPr>
            <p:ph type="title" hasCustomPrompt="1"/>
          </p:nvPr>
        </p:nvSpPr>
        <p:spPr bwMode="auto">
          <a:xfrm>
            <a:off x="407988" y="1484313"/>
            <a:ext cx="3490912" cy="677108"/>
          </a:xfrm>
        </p:spPr>
        <p:txBody>
          <a:bodyPr vert="horz"/>
          <a:lstStyle>
            <a:lvl1pPr>
              <a:defRPr sz="4400" cap="all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Agenda</a:t>
            </a:r>
            <a:endParaRPr lang="en-CA"/>
          </a:p>
        </p:txBody>
      </p:sp>
      <p:sp>
        <p:nvSpPr>
          <p:cNvPr id="74999296" name="Textplatzhalter 82"/>
          <p:cNvSpPr>
            <a:spLocks noGrp="1"/>
          </p:cNvSpPr>
          <p:nvPr>
            <p:ph type="body" sz="quarter" idx="14" hasCustomPrompt="1"/>
          </p:nvPr>
        </p:nvSpPr>
        <p:spPr bwMode="auto">
          <a:xfrm>
            <a:off x="4655820" y="2553355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01</a:t>
            </a:r>
            <a:endParaRPr lang="en-CA"/>
          </a:p>
        </p:txBody>
      </p:sp>
      <p:sp>
        <p:nvSpPr>
          <p:cNvPr id="598876536" name="Textplatzhalter 82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5387340" y="2661076"/>
            <a:ext cx="6401434" cy="215444"/>
          </a:xfrm>
        </p:spPr>
        <p:txBody>
          <a:bodyPr wrap="square" anchor="ctr">
            <a:spAutoFit/>
          </a:bodyPr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Topic 1</a:t>
            </a:r>
            <a:endParaRPr lang="en-CA"/>
          </a:p>
        </p:txBody>
      </p:sp>
      <p:sp>
        <p:nvSpPr>
          <p:cNvPr id="1184872734" name="Datumsplatzhalter 2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9A226954-6933-4634-9F99-3CCD2EC48874}" type="datetime1">
              <a:rPr lang="de-DE"/>
              <a:t>26.01.2026</a:t>
            </a:fld>
            <a:endParaRPr lang="en-CA"/>
          </a:p>
        </p:txBody>
      </p:sp>
      <p:sp>
        <p:nvSpPr>
          <p:cNvPr id="389415323" name="Foliennummernplatzhalter 4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1248141918" name="Textplatzhalter 82"/>
          <p:cNvSpPr>
            <a:spLocks noGrp="1"/>
          </p:cNvSpPr>
          <p:nvPr>
            <p:ph type="body" sz="quarter" idx="16" hasCustomPrompt="1"/>
          </p:nvPr>
        </p:nvSpPr>
        <p:spPr bwMode="auto">
          <a:xfrm>
            <a:off x="4655820" y="3526084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02</a:t>
            </a:r>
            <a:endParaRPr lang="en-CA"/>
          </a:p>
        </p:txBody>
      </p:sp>
      <p:sp>
        <p:nvSpPr>
          <p:cNvPr id="1894322863" name="Textplatzhalter 82"/>
          <p:cNvSpPr>
            <a:spLocks noGrp="1"/>
          </p:cNvSpPr>
          <p:nvPr>
            <p:ph type="body" sz="quarter" idx="22" hasCustomPrompt="1"/>
          </p:nvPr>
        </p:nvSpPr>
        <p:spPr bwMode="auto">
          <a:xfrm>
            <a:off x="5387340" y="3633805"/>
            <a:ext cx="6401434" cy="215444"/>
          </a:xfrm>
        </p:spPr>
        <p:txBody>
          <a:bodyPr wrap="square" anchor="ctr">
            <a:spAutoFit/>
          </a:bodyPr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Topic 2</a:t>
            </a:r>
            <a:endParaRPr lang="en-CA"/>
          </a:p>
        </p:txBody>
      </p:sp>
      <p:sp>
        <p:nvSpPr>
          <p:cNvPr id="2019456454" name="Textplatzhalter 82"/>
          <p:cNvSpPr>
            <a:spLocks noGrp="1"/>
          </p:cNvSpPr>
          <p:nvPr>
            <p:ph type="body" sz="quarter" idx="18" hasCustomPrompt="1"/>
          </p:nvPr>
        </p:nvSpPr>
        <p:spPr bwMode="auto">
          <a:xfrm>
            <a:off x="4655820" y="4498813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03</a:t>
            </a:r>
            <a:endParaRPr lang="en-CA"/>
          </a:p>
        </p:txBody>
      </p:sp>
      <p:sp>
        <p:nvSpPr>
          <p:cNvPr id="1741139454" name="Textplatzhalter 82"/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5387340" y="4606534"/>
            <a:ext cx="6401434" cy="215444"/>
          </a:xfrm>
        </p:spPr>
        <p:txBody>
          <a:bodyPr wrap="square" anchor="ctr">
            <a:spAutoFit/>
          </a:bodyPr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Topic 3</a:t>
            </a:r>
            <a:endParaRPr lang="en-CA"/>
          </a:p>
        </p:txBody>
      </p:sp>
      <p:sp>
        <p:nvSpPr>
          <p:cNvPr id="977944611" name="Textplatzhalter 82"/>
          <p:cNvSpPr>
            <a:spLocks noGrp="1"/>
          </p:cNvSpPr>
          <p:nvPr>
            <p:ph type="body" sz="quarter" idx="20" hasCustomPrompt="1"/>
          </p:nvPr>
        </p:nvSpPr>
        <p:spPr bwMode="auto">
          <a:xfrm>
            <a:off x="4655820" y="5471542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04</a:t>
            </a:r>
            <a:endParaRPr lang="en-CA"/>
          </a:p>
        </p:txBody>
      </p:sp>
      <p:sp>
        <p:nvSpPr>
          <p:cNvPr id="260517424" name="Textplatzhalter 82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5387340" y="5579263"/>
            <a:ext cx="6401434" cy="215444"/>
          </a:xfrm>
        </p:spPr>
        <p:txBody>
          <a:bodyPr wrap="square" anchor="ctr">
            <a:spAutoFit/>
          </a:bodyPr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Topic 4</a:t>
            </a:r>
            <a:endParaRPr lang="en-CA"/>
          </a:p>
        </p:txBody>
      </p:sp>
      <p:sp>
        <p:nvSpPr>
          <p:cNvPr id="1846599553" name="Textfeld 7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bg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1333808215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9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0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1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2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3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4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5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6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3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4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5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6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7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8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9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0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1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2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3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4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5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6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7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Chapter &amp; image white">
    <p:bg>
      <p:bgPr shadeToTitle="0">
        <a:solidFill>
          <a:schemeClr val="bg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68538487" name="Bildplatzhalter 39"/>
          <p:cNvSpPr>
            <a:spLocks noGrp="1"/>
          </p:cNvSpPr>
          <p:nvPr>
            <p:ph type="pic" sz="quarter" idx="13"/>
          </p:nvPr>
        </p:nvSpPr>
        <p:spPr bwMode="auto">
          <a:xfrm>
            <a:off x="0" y="0"/>
            <a:ext cx="4267200" cy="6858000"/>
          </a:xfrm>
          <a:prstGeom prst="rect">
            <a:avLst/>
          </a:prstGeom>
          <a:solidFill>
            <a:schemeClr val="bg2"/>
          </a:solidFill>
        </p:spPr>
        <p:txBody>
          <a:bodyPr lIns="144000" tIns="144000" rIns="144000" bIns="144000"/>
          <a:lstStyle>
            <a:lvl1pPr marL="0" indent="0">
              <a:buNone/>
              <a:defRPr sz="1400"/>
            </a:lvl1pPr>
          </a:lstStyle>
          <a:p>
            <a:pPr>
              <a:defRPr/>
            </a:pPr>
            <a:endParaRPr lang="en-CA"/>
          </a:p>
        </p:txBody>
      </p:sp>
      <p:sp>
        <p:nvSpPr>
          <p:cNvPr id="606578553" name="Textplatzhalter 2"/>
          <p:cNvSpPr>
            <a:spLocks noGrp="1"/>
          </p:cNvSpPr>
          <p:nvPr>
            <p:ph type="body" idx="1" hasCustomPrompt="1"/>
          </p:nvPr>
        </p:nvSpPr>
        <p:spPr bwMode="auto">
          <a:xfrm>
            <a:off x="4655820" y="2123554"/>
            <a:ext cx="1130366" cy="405189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>
            <a:solidFill>
              <a:schemeClr val="tx1"/>
            </a:solidFill>
          </a:ln>
        </p:spPr>
        <p:txBody>
          <a:bodyPr wrap="none" lIns="72000" tIns="36000" rIns="72000" bIns="36000" anchor="ctr">
            <a:spAutoFit/>
          </a:bodyPr>
          <a:lstStyle>
            <a:lvl1pPr marL="0" indent="0" algn="l">
              <a:buNone/>
              <a:defRPr sz="1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de-DE"/>
              <a:t>Chapter 00</a:t>
            </a:r>
            <a:endParaRPr/>
          </a:p>
        </p:txBody>
      </p:sp>
      <p:sp>
        <p:nvSpPr>
          <p:cNvPr id="1858452909" name="Titel 1"/>
          <p:cNvSpPr>
            <a:spLocks noGrp="1"/>
          </p:cNvSpPr>
          <p:nvPr>
            <p:ph type="title" hasCustomPrompt="1"/>
          </p:nvPr>
        </p:nvSpPr>
        <p:spPr bwMode="auto">
          <a:xfrm>
            <a:off x="4655819" y="3004537"/>
            <a:ext cx="7128193" cy="738664"/>
          </a:xfrm>
        </p:spPr>
        <p:txBody>
          <a:bodyPr vert="horz" anchor="ctr"/>
          <a:lstStyle>
            <a:lvl1pPr>
              <a:defRPr sz="4800">
                <a:solidFill>
                  <a:schemeClr val="accent1"/>
                </a:solidFill>
              </a:defRPr>
            </a:lvl1pPr>
          </a:lstStyle>
          <a:p>
            <a:pPr>
              <a:defRPr/>
            </a:pPr>
            <a:r>
              <a:rPr lang="de-DE"/>
              <a:t>Chapter title</a:t>
            </a:r>
            <a:endParaRPr lang="en-CA"/>
          </a:p>
        </p:txBody>
      </p:sp>
      <p:sp>
        <p:nvSpPr>
          <p:cNvPr id="92126818" name="Textplatzhalter 7"/>
          <p:cNvSpPr>
            <a:spLocks noGrp="1"/>
          </p:cNvSpPr>
          <p:nvPr>
            <p:ph type="body" sz="quarter" idx="15" hasCustomPrompt="1"/>
          </p:nvPr>
        </p:nvSpPr>
        <p:spPr bwMode="auto">
          <a:xfrm>
            <a:off x="4656138" y="4218995"/>
            <a:ext cx="7127875" cy="276999"/>
          </a:xfrm>
        </p:spPr>
        <p:txBody>
          <a:bodyPr>
            <a:spAutoFit/>
          </a:bodyPr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252000" indent="0">
              <a:buNone/>
              <a:defRPr/>
            </a:lvl2pPr>
            <a:lvl3pPr marL="504000" indent="0">
              <a:buNone/>
              <a:defRPr/>
            </a:lvl3pPr>
            <a:lvl4pPr marL="756000" indent="0">
              <a:buNone/>
              <a:defRPr/>
            </a:lvl4pPr>
            <a:lvl5pPr marL="1008000" indent="0">
              <a:buNone/>
              <a:defRPr/>
            </a:lvl5pPr>
          </a:lstStyle>
          <a:p>
            <a:pPr lvl="0">
              <a:defRPr/>
            </a:pPr>
            <a:r>
              <a:rPr lang="de-DE"/>
              <a:t>Subtitle</a:t>
            </a:r>
            <a:endParaRPr lang="en-CA"/>
          </a:p>
        </p:txBody>
      </p:sp>
      <p:sp>
        <p:nvSpPr>
          <p:cNvPr id="1907721772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035CBF7A-EE0B-4631-A87E-2CBB37A3E089}" type="datetime1">
              <a:rPr lang="de-DE"/>
              <a:t>26.01.2026</a:t>
            </a:fld>
            <a:endParaRPr lang="en-CA"/>
          </a:p>
        </p:txBody>
      </p:sp>
      <p:sp>
        <p:nvSpPr>
          <p:cNvPr id="1332119907" name="Foliennummernplatzhalter 5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1525387812" name="Textplatzhalter 13"/>
          <p:cNvSpPr>
            <a:spLocks noGrp="1"/>
          </p:cNvSpPr>
          <p:nvPr>
            <p:ph type="body" sz="quarter" idx="14" hasCustomPrompt="1"/>
          </p:nvPr>
        </p:nvSpPr>
        <p:spPr bwMode="auto">
          <a:xfrm>
            <a:off x="407987" y="6597650"/>
            <a:ext cx="3306762" cy="153888"/>
          </a:xfrm>
        </p:spPr>
        <p:txBody>
          <a:bodyPr>
            <a:noAutofit/>
          </a:bodyPr>
          <a:lstStyle>
            <a:lvl1pPr marL="0" indent="0">
              <a:buNone/>
              <a:defRPr sz="1000"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© </a:t>
            </a:r>
            <a:r>
              <a:rPr lang="de-DE" sz="1000">
                <a:solidFill>
                  <a:schemeClr val="bg1"/>
                </a:solidFill>
                <a:latin typeface="Segoe UI"/>
              </a:rPr>
              <a:t>MHP Management- und IT-Beratung GmbH</a:t>
            </a:r>
            <a:r>
              <a:rPr lang="de-DE"/>
              <a:t> </a:t>
            </a:r>
            <a:endParaRPr lang="en-CA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Chapter &amp; image blue">
    <p:bg>
      <p:bgPr shadeToTitle="0"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8494274" name="Bildplatzhalter 39"/>
          <p:cNvSpPr>
            <a:spLocks noGrp="1"/>
          </p:cNvSpPr>
          <p:nvPr>
            <p:ph type="pic" sz="quarter" idx="13"/>
          </p:nvPr>
        </p:nvSpPr>
        <p:spPr bwMode="auto">
          <a:xfrm>
            <a:off x="0" y="0"/>
            <a:ext cx="4267200" cy="6858000"/>
          </a:xfrm>
          <a:prstGeom prst="rect">
            <a:avLst/>
          </a:prstGeom>
          <a:solidFill>
            <a:schemeClr val="bg2"/>
          </a:solidFill>
        </p:spPr>
        <p:txBody>
          <a:bodyPr lIns="144000" tIns="144000" rIns="144000" bIns="144000"/>
          <a:lstStyle>
            <a:lvl1pPr marL="0" indent="0">
              <a:buNone/>
              <a:defRPr sz="1400"/>
            </a:lvl1pPr>
          </a:lstStyle>
          <a:p>
            <a:pPr>
              <a:defRPr/>
            </a:pPr>
            <a:endParaRPr lang="en-CA"/>
          </a:p>
        </p:txBody>
      </p:sp>
      <p:sp>
        <p:nvSpPr>
          <p:cNvPr id="952824105" name="Textplatzhalter 2"/>
          <p:cNvSpPr>
            <a:spLocks noGrp="1"/>
          </p:cNvSpPr>
          <p:nvPr>
            <p:ph type="body" idx="1" hasCustomPrompt="1"/>
          </p:nvPr>
        </p:nvSpPr>
        <p:spPr bwMode="auto">
          <a:xfrm>
            <a:off x="4655820" y="2123554"/>
            <a:ext cx="1130366" cy="405189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</p:spPr>
        <p:txBody>
          <a:bodyPr wrap="none" lIns="72000" tIns="36000" rIns="72000" bIns="36000" anchor="ctr">
            <a:spAutoFit/>
          </a:bodyPr>
          <a:lstStyle>
            <a:lvl1pPr marL="0" indent="0" algn="l">
              <a:buNone/>
              <a:defRPr sz="1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de-DE"/>
              <a:t>Chapter 00</a:t>
            </a:r>
            <a:endParaRPr/>
          </a:p>
        </p:txBody>
      </p:sp>
      <p:sp>
        <p:nvSpPr>
          <p:cNvPr id="1466593531" name="Titel 1"/>
          <p:cNvSpPr>
            <a:spLocks noGrp="1"/>
          </p:cNvSpPr>
          <p:nvPr>
            <p:ph type="title" hasCustomPrompt="1"/>
          </p:nvPr>
        </p:nvSpPr>
        <p:spPr bwMode="auto">
          <a:xfrm>
            <a:off x="4655819" y="3004537"/>
            <a:ext cx="7128193" cy="738664"/>
          </a:xfrm>
        </p:spPr>
        <p:txBody>
          <a:bodyPr vert="horz" anchor="ctr"/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Chapter title</a:t>
            </a:r>
            <a:endParaRPr lang="en-CA"/>
          </a:p>
        </p:txBody>
      </p:sp>
      <p:sp>
        <p:nvSpPr>
          <p:cNvPr id="1002912293" name="Textplatzhalter 7"/>
          <p:cNvSpPr>
            <a:spLocks noGrp="1"/>
          </p:cNvSpPr>
          <p:nvPr>
            <p:ph type="body" sz="quarter" idx="15" hasCustomPrompt="1"/>
          </p:nvPr>
        </p:nvSpPr>
        <p:spPr bwMode="auto">
          <a:xfrm>
            <a:off x="4656138" y="4218995"/>
            <a:ext cx="7127875" cy="276999"/>
          </a:xfrm>
        </p:spPr>
        <p:txBody>
          <a:bodyPr>
            <a:spAutoFit/>
          </a:bodyPr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  <a:lvl2pPr marL="252000" indent="0">
              <a:buNone/>
              <a:defRPr/>
            </a:lvl2pPr>
            <a:lvl3pPr marL="504000" indent="0">
              <a:buNone/>
              <a:defRPr/>
            </a:lvl3pPr>
            <a:lvl4pPr marL="756000" indent="0">
              <a:buNone/>
              <a:defRPr/>
            </a:lvl4pPr>
            <a:lvl5pPr marL="1008000" indent="0">
              <a:buNone/>
              <a:defRPr/>
            </a:lvl5pPr>
          </a:lstStyle>
          <a:p>
            <a:pPr lvl="0">
              <a:defRPr/>
            </a:pPr>
            <a:r>
              <a:rPr lang="de-DE"/>
              <a:t>Subtitle</a:t>
            </a:r>
            <a:endParaRPr lang="en-CA"/>
          </a:p>
        </p:txBody>
      </p:sp>
      <p:sp>
        <p:nvSpPr>
          <p:cNvPr id="334852234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035CBF7A-EE0B-4631-A87E-2CBB37A3E089}" type="datetime1">
              <a:rPr lang="de-DE"/>
              <a:t>26.01.2026</a:t>
            </a:fld>
            <a:endParaRPr lang="en-CA"/>
          </a:p>
        </p:txBody>
      </p:sp>
      <p:sp>
        <p:nvSpPr>
          <p:cNvPr id="1434087841" name="Foliennummernplatzhalter 5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500761862" name="Textplatzhalter 13"/>
          <p:cNvSpPr>
            <a:spLocks noGrp="1"/>
          </p:cNvSpPr>
          <p:nvPr>
            <p:ph type="body" sz="quarter" idx="14" hasCustomPrompt="1"/>
          </p:nvPr>
        </p:nvSpPr>
        <p:spPr bwMode="auto">
          <a:xfrm>
            <a:off x="407987" y="6597650"/>
            <a:ext cx="3306762" cy="153888"/>
          </a:xfrm>
        </p:spPr>
        <p:txBody>
          <a:bodyPr>
            <a:noAutofit/>
          </a:bodyPr>
          <a:lstStyle>
            <a:lvl1pPr marL="0" indent="0">
              <a:buNone/>
              <a:defRPr sz="1000"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© </a:t>
            </a:r>
            <a:r>
              <a:rPr lang="de-DE" sz="1000">
                <a:solidFill>
                  <a:schemeClr val="bg1"/>
                </a:solidFill>
                <a:latin typeface="Segoe UI"/>
              </a:rPr>
              <a:t>MHP Management- und IT-Beratung GmbH</a:t>
            </a:r>
            <a:r>
              <a:rPr lang="de-DE"/>
              <a:t> </a:t>
            </a:r>
            <a:endParaRPr lang="en-CA"/>
          </a:p>
        </p:txBody>
      </p:sp>
      <p:grpSp>
        <p:nvGrpSpPr>
          <p:cNvPr id="1556301678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34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5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6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7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8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9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1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2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3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4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5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6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7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0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3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4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5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6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7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Chapter slide arrow">
    <p:bg>
      <p:bgPr shadeToTitle="0"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335520804" name="Gruppieren 1"/>
          <p:cNvGrpSpPr/>
          <p:nvPr userDrawn="1"/>
        </p:nvGrpSpPr>
        <p:grpSpPr bwMode="auto">
          <a:xfrm>
            <a:off x="302079" y="0"/>
            <a:ext cx="11587842" cy="6854780"/>
            <a:chOff x="2376487" y="1228725"/>
            <a:chExt cx="7439024" cy="4400550"/>
          </a:xfrm>
        </p:grpSpPr>
        <p:sp>
          <p:nvSpPr>
            <p:cNvPr id="8" name="Freihandform: Form 7"/>
            <p:cNvSpPr/>
            <p:nvPr/>
          </p:nvSpPr>
          <p:spPr bwMode="auto">
            <a:xfrm>
              <a:off x="2376487" y="1228725"/>
              <a:ext cx="2562225" cy="4400550"/>
            </a:xfrm>
            <a:custGeom>
              <a:avLst/>
              <a:gdLst>
                <a:gd name="connsiteX0" fmla="*/ 0 w 2562225"/>
                <a:gd name="connsiteY0" fmla="*/ 4400550 h 4400550"/>
                <a:gd name="connsiteX1" fmla="*/ 1066800 w 2562225"/>
                <a:gd name="connsiteY1" fmla="*/ 4400550 h 4400550"/>
                <a:gd name="connsiteX2" fmla="*/ 2562225 w 2562225"/>
                <a:gd name="connsiteY2" fmla="*/ 2200275 h 4400550"/>
                <a:gd name="connsiteX3" fmla="*/ 1066800 w 2562225"/>
                <a:gd name="connsiteY3" fmla="*/ 0 h 4400550"/>
                <a:gd name="connsiteX4" fmla="*/ 0 w 2562225"/>
                <a:gd name="connsiteY4" fmla="*/ 0 h 4400550"/>
                <a:gd name="connsiteX5" fmla="*/ 1343025 w 2562225"/>
                <a:gd name="connsiteY5" fmla="*/ 2200275 h 4400550"/>
                <a:gd name="connsiteX6" fmla="*/ 0 w 2562225"/>
                <a:gd name="connsiteY6" fmla="*/ 4400550 h 4400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562225" h="4400550" fill="norm" stroke="1" extrusionOk="0">
                  <a:moveTo>
                    <a:pt x="0" y="4400550"/>
                  </a:moveTo>
                  <a:lnTo>
                    <a:pt x="1066800" y="4400550"/>
                  </a:lnTo>
                  <a:lnTo>
                    <a:pt x="2562225" y="2200275"/>
                  </a:lnTo>
                  <a:lnTo>
                    <a:pt x="1066800" y="0"/>
                  </a:lnTo>
                  <a:lnTo>
                    <a:pt x="0" y="0"/>
                  </a:lnTo>
                  <a:lnTo>
                    <a:pt x="1343025" y="2200275"/>
                  </a:lnTo>
                  <a:lnTo>
                    <a:pt x="0" y="4400550"/>
                  </a:lnTo>
                  <a:close/>
                </a:path>
              </a:pathLst>
            </a:custGeom>
            <a:solidFill>
              <a:schemeClr val="accent1">
                <a:alpha val="2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  <a:prstTxWarp prst="textNoShape"/>
              <a:noAutofit/>
            </a:bodyPr>
            <a:lstStyle/>
            <a:p>
              <a:pPr lvl="0" algn="ctr">
                <a:lnSpc>
                  <a:spcPct val="80000"/>
                </a:lnSpc>
                <a:defRPr/>
              </a:pPr>
              <a:endParaRPr lang="de-DE" sz="1400" b="1">
                <a:solidFill>
                  <a:schemeClr val="bg1"/>
                </a:solidFill>
              </a:endParaRPr>
            </a:p>
          </p:txBody>
        </p:sp>
        <p:sp>
          <p:nvSpPr>
            <p:cNvPr id="9" name="Freihandform: Form 8"/>
            <p:cNvSpPr/>
            <p:nvPr/>
          </p:nvSpPr>
          <p:spPr bwMode="auto">
            <a:xfrm>
              <a:off x="4814887" y="1228725"/>
              <a:ext cx="2562225" cy="4400550"/>
            </a:xfrm>
            <a:custGeom>
              <a:avLst/>
              <a:gdLst>
                <a:gd name="connsiteX0" fmla="*/ 0 w 2562225"/>
                <a:gd name="connsiteY0" fmla="*/ 4400550 h 4400550"/>
                <a:gd name="connsiteX1" fmla="*/ 1066800 w 2562225"/>
                <a:gd name="connsiteY1" fmla="*/ 4400550 h 4400550"/>
                <a:gd name="connsiteX2" fmla="*/ 2562225 w 2562225"/>
                <a:gd name="connsiteY2" fmla="*/ 2200275 h 4400550"/>
                <a:gd name="connsiteX3" fmla="*/ 1066800 w 2562225"/>
                <a:gd name="connsiteY3" fmla="*/ 0 h 4400550"/>
                <a:gd name="connsiteX4" fmla="*/ 0 w 2562225"/>
                <a:gd name="connsiteY4" fmla="*/ 0 h 4400550"/>
                <a:gd name="connsiteX5" fmla="*/ 1343025 w 2562225"/>
                <a:gd name="connsiteY5" fmla="*/ 2200275 h 4400550"/>
                <a:gd name="connsiteX6" fmla="*/ 0 w 2562225"/>
                <a:gd name="connsiteY6" fmla="*/ 4400550 h 4400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562225" h="4400550" fill="norm" stroke="1" extrusionOk="0">
                  <a:moveTo>
                    <a:pt x="0" y="4400550"/>
                  </a:moveTo>
                  <a:lnTo>
                    <a:pt x="1066800" y="4400550"/>
                  </a:lnTo>
                  <a:lnTo>
                    <a:pt x="2562225" y="2200275"/>
                  </a:lnTo>
                  <a:lnTo>
                    <a:pt x="1066800" y="0"/>
                  </a:lnTo>
                  <a:lnTo>
                    <a:pt x="0" y="0"/>
                  </a:lnTo>
                  <a:lnTo>
                    <a:pt x="1343025" y="2200275"/>
                  </a:lnTo>
                  <a:lnTo>
                    <a:pt x="0" y="4400550"/>
                  </a:lnTo>
                  <a:close/>
                </a:path>
              </a:pathLst>
            </a:custGeom>
            <a:solidFill>
              <a:schemeClr val="accent1">
                <a:alpha val="2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  <a:prstTxWarp prst="textNoShape"/>
              <a:noAutofit/>
            </a:bodyPr>
            <a:lstStyle/>
            <a:p>
              <a:pPr lvl="0" algn="ctr">
                <a:lnSpc>
                  <a:spcPct val="80000"/>
                </a:lnSpc>
                <a:defRPr/>
              </a:pPr>
              <a:endParaRPr lang="de-DE" sz="1400" b="1">
                <a:solidFill>
                  <a:schemeClr val="bg1"/>
                </a:solidFill>
              </a:endParaRPr>
            </a:p>
          </p:txBody>
        </p:sp>
        <p:sp>
          <p:nvSpPr>
            <p:cNvPr id="10" name="Freihandform: Form 9"/>
            <p:cNvSpPr/>
            <p:nvPr/>
          </p:nvSpPr>
          <p:spPr bwMode="auto">
            <a:xfrm>
              <a:off x="7253287" y="1228725"/>
              <a:ext cx="2562225" cy="4400550"/>
            </a:xfrm>
            <a:custGeom>
              <a:avLst/>
              <a:gdLst>
                <a:gd name="connsiteX0" fmla="*/ 0 w 2562225"/>
                <a:gd name="connsiteY0" fmla="*/ 4400550 h 4400550"/>
                <a:gd name="connsiteX1" fmla="*/ 1066800 w 2562225"/>
                <a:gd name="connsiteY1" fmla="*/ 4400550 h 4400550"/>
                <a:gd name="connsiteX2" fmla="*/ 2562225 w 2562225"/>
                <a:gd name="connsiteY2" fmla="*/ 2200275 h 4400550"/>
                <a:gd name="connsiteX3" fmla="*/ 1066800 w 2562225"/>
                <a:gd name="connsiteY3" fmla="*/ 0 h 4400550"/>
                <a:gd name="connsiteX4" fmla="*/ 0 w 2562225"/>
                <a:gd name="connsiteY4" fmla="*/ 0 h 4400550"/>
                <a:gd name="connsiteX5" fmla="*/ 1343025 w 2562225"/>
                <a:gd name="connsiteY5" fmla="*/ 2200275 h 4400550"/>
                <a:gd name="connsiteX6" fmla="*/ 0 w 2562225"/>
                <a:gd name="connsiteY6" fmla="*/ 4400550 h 4400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562225" h="4400550" fill="norm" stroke="1" extrusionOk="0">
                  <a:moveTo>
                    <a:pt x="0" y="4400550"/>
                  </a:moveTo>
                  <a:lnTo>
                    <a:pt x="1066800" y="4400550"/>
                  </a:lnTo>
                  <a:lnTo>
                    <a:pt x="2562225" y="2200275"/>
                  </a:lnTo>
                  <a:lnTo>
                    <a:pt x="1066800" y="0"/>
                  </a:lnTo>
                  <a:lnTo>
                    <a:pt x="0" y="0"/>
                  </a:lnTo>
                  <a:lnTo>
                    <a:pt x="1343025" y="2200275"/>
                  </a:lnTo>
                  <a:lnTo>
                    <a:pt x="0" y="4400550"/>
                  </a:lnTo>
                  <a:close/>
                </a:path>
              </a:pathLst>
            </a:custGeom>
            <a:solidFill>
              <a:schemeClr val="accent1">
                <a:alpha val="2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  <a:prstTxWarp prst="textNoShape"/>
              <a:noAutofit/>
            </a:bodyPr>
            <a:lstStyle/>
            <a:p>
              <a:pPr lvl="0" algn="ctr">
                <a:lnSpc>
                  <a:spcPct val="80000"/>
                </a:lnSpc>
                <a:defRPr/>
              </a:pPr>
              <a:endParaRPr lang="de-DE" sz="1400" b="1">
                <a:solidFill>
                  <a:schemeClr val="bg1"/>
                </a:solidFill>
              </a:endParaRPr>
            </a:p>
          </p:txBody>
        </p:sp>
      </p:grpSp>
      <p:sp>
        <p:nvSpPr>
          <p:cNvPr id="1607098075" name="Textplatzhalter 2"/>
          <p:cNvSpPr>
            <a:spLocks noGrp="1"/>
          </p:cNvSpPr>
          <p:nvPr>
            <p:ph type="body" idx="1" hasCustomPrompt="1"/>
          </p:nvPr>
        </p:nvSpPr>
        <p:spPr bwMode="auto">
          <a:xfrm>
            <a:off x="407988" y="2123554"/>
            <a:ext cx="1130366" cy="405189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</p:spPr>
        <p:txBody>
          <a:bodyPr wrap="none" lIns="72000" tIns="36000" rIns="72000" bIns="36000" anchor="ctr">
            <a:spAutoFit/>
          </a:bodyPr>
          <a:lstStyle>
            <a:lvl1pPr marL="0" indent="0" algn="l">
              <a:buNone/>
              <a:defRPr sz="1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de-DE"/>
              <a:t>Chapter 00</a:t>
            </a:r>
            <a:endParaRPr/>
          </a:p>
        </p:txBody>
      </p:sp>
      <p:sp>
        <p:nvSpPr>
          <p:cNvPr id="1689737101" name="Titel 1"/>
          <p:cNvSpPr>
            <a:spLocks noGrp="1"/>
          </p:cNvSpPr>
          <p:nvPr>
            <p:ph type="title" hasCustomPrompt="1"/>
          </p:nvPr>
        </p:nvSpPr>
        <p:spPr bwMode="auto">
          <a:xfrm>
            <a:off x="407988" y="3004537"/>
            <a:ext cx="7740650" cy="738664"/>
          </a:xfrm>
        </p:spPr>
        <p:txBody>
          <a:bodyPr vert="horz" anchor="ctr"/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Chapter title</a:t>
            </a:r>
            <a:endParaRPr lang="en-CA"/>
          </a:p>
        </p:txBody>
      </p:sp>
      <p:sp>
        <p:nvSpPr>
          <p:cNvPr id="1295249485" name="Textplatzhalter 7"/>
          <p:cNvSpPr>
            <a:spLocks noGrp="1"/>
          </p:cNvSpPr>
          <p:nvPr>
            <p:ph type="body" sz="quarter" idx="15" hasCustomPrompt="1"/>
          </p:nvPr>
        </p:nvSpPr>
        <p:spPr bwMode="auto">
          <a:xfrm>
            <a:off x="407988" y="4218995"/>
            <a:ext cx="7740650" cy="276999"/>
          </a:xfrm>
        </p:spPr>
        <p:txBody>
          <a:bodyPr wrap="square">
            <a:spAutoFit/>
          </a:bodyPr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  <a:lvl2pPr marL="252000" indent="0">
              <a:buNone/>
              <a:defRPr/>
            </a:lvl2pPr>
            <a:lvl3pPr marL="504000" indent="0">
              <a:buNone/>
              <a:defRPr/>
            </a:lvl3pPr>
            <a:lvl4pPr marL="756000" indent="0">
              <a:buNone/>
              <a:defRPr/>
            </a:lvl4pPr>
            <a:lvl5pPr marL="1008000" indent="0">
              <a:buNone/>
              <a:defRPr/>
            </a:lvl5pPr>
          </a:lstStyle>
          <a:p>
            <a:pPr lvl="0">
              <a:defRPr/>
            </a:pPr>
            <a:r>
              <a:rPr lang="de-DE"/>
              <a:t>Subtitle</a:t>
            </a:r>
            <a:endParaRPr lang="en-CA"/>
          </a:p>
        </p:txBody>
      </p:sp>
      <p:sp>
        <p:nvSpPr>
          <p:cNvPr id="175005375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6CDB484A-FFE6-4ECB-9792-B0EDF5BB6553}" type="datetime1">
              <a:rPr lang="de-DE"/>
              <a:t>26.01.2026</a:t>
            </a:fld>
            <a:endParaRPr lang="en-CA"/>
          </a:p>
        </p:txBody>
      </p:sp>
      <p:sp>
        <p:nvSpPr>
          <p:cNvPr id="178863260" name="Foliennummernplatzhalter 5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1609806446" name="Textfeld 58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bg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1087917630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7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4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5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6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7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8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9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0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1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2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3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4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5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6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7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0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3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4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5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Chapter slide image">
    <p:bg>
      <p:bgPr shadeToTitle="0">
        <a:gradFill>
          <a:gsLst>
            <a:gs pos="0">
              <a:schemeClr val="accent1"/>
            </a:gs>
            <a:gs pos="100000">
              <a:srgbClr val="3264F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0589145" name="Rechteck 6"/>
          <p:cNvSpPr/>
          <p:nvPr userDrawn="1"/>
        </p:nvSpPr>
        <p:spPr bwMode="white"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chemeClr val="accent1">
                  <a:alpha val="95000"/>
                </a:schemeClr>
              </a:gs>
              <a:gs pos="100000">
                <a:srgbClr val="3A43FF">
                  <a:alpha val="90000"/>
                </a:srgbClr>
              </a:gs>
            </a:gsLst>
            <a:lin ang="81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endParaRPr lang="en-CA"/>
          </a:p>
        </p:txBody>
      </p:sp>
      <p:sp>
        <p:nvSpPr>
          <p:cNvPr id="891223939" name="Textplatzhalter 2"/>
          <p:cNvSpPr>
            <a:spLocks noGrp="1"/>
          </p:cNvSpPr>
          <p:nvPr>
            <p:ph type="body" idx="1" hasCustomPrompt="1"/>
          </p:nvPr>
        </p:nvSpPr>
        <p:spPr bwMode="auto">
          <a:xfrm>
            <a:off x="407988" y="2123554"/>
            <a:ext cx="1130366" cy="405189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</p:spPr>
        <p:txBody>
          <a:bodyPr wrap="none" lIns="72000" tIns="36000" rIns="72000" bIns="36000" anchor="ctr">
            <a:spAutoFit/>
          </a:bodyPr>
          <a:lstStyle>
            <a:lvl1pPr marL="0" indent="0" algn="l">
              <a:buNone/>
              <a:defRPr sz="1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de-DE"/>
              <a:t>Chapter 00</a:t>
            </a:r>
            <a:endParaRPr/>
          </a:p>
        </p:txBody>
      </p:sp>
      <p:sp>
        <p:nvSpPr>
          <p:cNvPr id="1472137031" name="Titel 1"/>
          <p:cNvSpPr>
            <a:spLocks noGrp="1"/>
          </p:cNvSpPr>
          <p:nvPr>
            <p:ph type="title" hasCustomPrompt="1"/>
          </p:nvPr>
        </p:nvSpPr>
        <p:spPr bwMode="auto">
          <a:xfrm>
            <a:off x="407988" y="3004537"/>
            <a:ext cx="7740650" cy="738664"/>
          </a:xfrm>
        </p:spPr>
        <p:txBody>
          <a:bodyPr vert="horz" anchor="ctr"/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Chapter title</a:t>
            </a:r>
            <a:endParaRPr lang="en-CA"/>
          </a:p>
        </p:txBody>
      </p:sp>
      <p:sp>
        <p:nvSpPr>
          <p:cNvPr id="1573750151" name="Textplatzhalter 7"/>
          <p:cNvSpPr>
            <a:spLocks noGrp="1"/>
          </p:cNvSpPr>
          <p:nvPr>
            <p:ph type="body" sz="quarter" idx="15" hasCustomPrompt="1"/>
          </p:nvPr>
        </p:nvSpPr>
        <p:spPr bwMode="auto">
          <a:xfrm>
            <a:off x="407988" y="4218995"/>
            <a:ext cx="7740650" cy="276999"/>
          </a:xfrm>
        </p:spPr>
        <p:txBody>
          <a:bodyPr wrap="square">
            <a:spAutoFit/>
          </a:bodyPr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  <a:lvl2pPr marL="252000" indent="0">
              <a:buNone/>
              <a:defRPr/>
            </a:lvl2pPr>
            <a:lvl3pPr marL="504000" indent="0">
              <a:buNone/>
              <a:defRPr/>
            </a:lvl3pPr>
            <a:lvl4pPr marL="756000" indent="0">
              <a:buNone/>
              <a:defRPr/>
            </a:lvl4pPr>
            <a:lvl5pPr marL="1008000" indent="0">
              <a:buNone/>
              <a:defRPr/>
            </a:lvl5pPr>
          </a:lstStyle>
          <a:p>
            <a:pPr lvl="0">
              <a:defRPr/>
            </a:pPr>
            <a:r>
              <a:rPr lang="de-DE"/>
              <a:t>Subtitle</a:t>
            </a:r>
            <a:endParaRPr lang="en-CA"/>
          </a:p>
        </p:txBody>
      </p:sp>
      <p:sp>
        <p:nvSpPr>
          <p:cNvPr id="1059886540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6CDB484A-FFE6-4ECB-9792-B0EDF5BB6553}" type="datetime1">
              <a:rPr lang="de-DE"/>
              <a:t>26.01.2026</a:t>
            </a:fld>
            <a:endParaRPr lang="en-CA"/>
          </a:p>
        </p:txBody>
      </p:sp>
      <p:sp>
        <p:nvSpPr>
          <p:cNvPr id="2134512048" name="Foliennummernplatzhalter 5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203955671" name="Textfeld 58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bg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1346335549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34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5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6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7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8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9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0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1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2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3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4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5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6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7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0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3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4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5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6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Title &amp; Content white">
    <p:bg>
      <p:bgPr shadeToTitle="0">
        <a:solidFill>
          <a:schemeClr val="bg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4858418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/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2098757219" name="Titel 1"/>
          <p:cNvSpPr>
            <a:spLocks noGrp="1"/>
          </p:cNvSpPr>
          <p:nvPr>
            <p:ph type="title" hasCustomPrompt="1"/>
          </p:nvPr>
        </p:nvSpPr>
        <p:spPr bwMode="auto"/>
        <p:txBody>
          <a:bodyPr vert="horz"/>
          <a:lstStyle/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259552644" name="Inhaltsplatzhalter 2"/>
          <p:cNvSpPr>
            <a:spLocks noGrp="1"/>
          </p:cNvSpPr>
          <p:nvPr>
            <p:ph idx="1" hasCustomPrompt="1"/>
          </p:nvPr>
        </p:nvSpPr>
        <p:spPr bwMode="auto"/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880643629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5507F064-BD39-4FE4-B9A2-7344DA85858F}" type="datetime1">
              <a:rPr lang="de-DE"/>
              <a:t>26.01.2026</a:t>
            </a:fld>
            <a:endParaRPr lang="en-CA"/>
          </a:p>
        </p:txBody>
      </p:sp>
      <p:sp>
        <p:nvSpPr>
          <p:cNvPr id="649387962" name="Foliennummernplatzhalter 5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Title &amp; Content blue">
    <p:bg bwMode="auto">
      <p:bgPr shadeToTitle="0"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3019605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800990116" name="Titel 1"/>
          <p:cNvSpPr>
            <a:spLocks noGrp="1"/>
          </p:cNvSpPr>
          <p:nvPr>
            <p:ph type="title" hasCustomPrompt="1"/>
          </p:nvPr>
        </p:nvSpPr>
        <p:spPr bwMode="auto"/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1219895319" name="Inhaltsplatzhalter 2"/>
          <p:cNvSpPr>
            <a:spLocks noGrp="1"/>
          </p:cNvSpPr>
          <p:nvPr>
            <p:ph idx="1" hasCustomPrompt="1"/>
          </p:nvPr>
        </p:nvSpPr>
        <p:spPr bwMode="auto"/>
        <p:txBody>
          <a:bodyPr/>
          <a:lstStyle>
            <a:lvl1pPr marL="252000" indent="-25200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1898741573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5507F064-BD39-4FE4-B9A2-7344DA85858F}" type="datetime1">
              <a:rPr lang="de-DE"/>
              <a:t>26.01.2026</a:t>
            </a:fld>
            <a:endParaRPr lang="en-CA"/>
          </a:p>
        </p:txBody>
      </p:sp>
      <p:sp>
        <p:nvSpPr>
          <p:cNvPr id="1783571728" name="Foliennummernplatzhalter 5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286000752" name="Textfeld 35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bg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598017388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37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8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9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0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1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2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3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4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5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6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7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0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3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4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5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6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7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8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9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/3 image right whit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420764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/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1029764527" name="Titel 1"/>
          <p:cNvSpPr>
            <a:spLocks noGrp="1"/>
          </p:cNvSpPr>
          <p:nvPr>
            <p:ph type="title" hasCustomPrompt="1"/>
          </p:nvPr>
        </p:nvSpPr>
        <p:spPr bwMode="auto"/>
        <p:txBody>
          <a:bodyPr vert="horz"/>
          <a:lstStyle/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1446502436" name="Bildplatzhalter 9"/>
          <p:cNvSpPr>
            <a:spLocks noGrp="1"/>
          </p:cNvSpPr>
          <p:nvPr>
            <p:ph type="pic" sz="quarter" idx="16"/>
          </p:nvPr>
        </p:nvSpPr>
        <p:spPr bwMode="auto">
          <a:xfrm>
            <a:off x="8183563" y="1484314"/>
            <a:ext cx="3600447" cy="4897436"/>
          </a:xfrm>
          <a:custGeom>
            <a:avLst/>
            <a:gdLst>
              <a:gd name="connsiteX0" fmla="*/ 285669 w 3600447"/>
              <a:gd name="connsiteY0" fmla="*/ 0 h 4897436"/>
              <a:gd name="connsiteX1" fmla="*/ 382107 w 3600447"/>
              <a:gd name="connsiteY1" fmla="*/ 0 h 4897436"/>
              <a:gd name="connsiteX2" fmla="*/ 3218340 w 3600447"/>
              <a:gd name="connsiteY2" fmla="*/ 0 h 4897436"/>
              <a:gd name="connsiteX3" fmla="*/ 3314778 w 3600447"/>
              <a:gd name="connsiteY3" fmla="*/ 0 h 4897436"/>
              <a:gd name="connsiteX4" fmla="*/ 3600447 w 3600447"/>
              <a:gd name="connsiteY4" fmla="*/ 285669 h 4897436"/>
              <a:gd name="connsiteX5" fmla="*/ 3600447 w 3600447"/>
              <a:gd name="connsiteY5" fmla="*/ 1935761 h 4897436"/>
              <a:gd name="connsiteX6" fmla="*/ 3600447 w 3600447"/>
              <a:gd name="connsiteY6" fmla="*/ 2961675 h 4897436"/>
              <a:gd name="connsiteX7" fmla="*/ 3600447 w 3600447"/>
              <a:gd name="connsiteY7" fmla="*/ 4611767 h 4897436"/>
              <a:gd name="connsiteX8" fmla="*/ 3314778 w 3600447"/>
              <a:gd name="connsiteY8" fmla="*/ 4897436 h 4897436"/>
              <a:gd name="connsiteX9" fmla="*/ 3218340 w 3600447"/>
              <a:gd name="connsiteY9" fmla="*/ 4897436 h 4897436"/>
              <a:gd name="connsiteX10" fmla="*/ 382107 w 3600447"/>
              <a:gd name="connsiteY10" fmla="*/ 4897436 h 4897436"/>
              <a:gd name="connsiteX11" fmla="*/ 285669 w 3600447"/>
              <a:gd name="connsiteY11" fmla="*/ 4897436 h 4897436"/>
              <a:gd name="connsiteX12" fmla="*/ 0 w 3600447"/>
              <a:gd name="connsiteY12" fmla="*/ 4611767 h 4897436"/>
              <a:gd name="connsiteX13" fmla="*/ 0 w 3600447"/>
              <a:gd name="connsiteY13" fmla="*/ 2961675 h 4897436"/>
              <a:gd name="connsiteX14" fmla="*/ 0 w 3600447"/>
              <a:gd name="connsiteY14" fmla="*/ 1935761 h 4897436"/>
              <a:gd name="connsiteX15" fmla="*/ 0 w 3600447"/>
              <a:gd name="connsiteY15" fmla="*/ 285669 h 4897436"/>
              <a:gd name="connsiteX16" fmla="*/ 285669 w 3600447"/>
              <a:gd name="connsiteY16" fmla="*/ 0 h 4897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600447" h="4897436" fill="norm" stroke="1" extrusionOk="0">
                <a:moveTo>
                  <a:pt x="285669" y="0"/>
                </a:moveTo>
                <a:lnTo>
                  <a:pt x="382107" y="0"/>
                </a:lnTo>
                <a:lnTo>
                  <a:pt x="3218340" y="0"/>
                </a:lnTo>
                <a:lnTo>
                  <a:pt x="3314778" y="0"/>
                </a:lnTo>
                <a:cubicBezTo>
                  <a:pt x="3472549" y="0"/>
                  <a:pt x="3600447" y="127898"/>
                  <a:pt x="3600447" y="285669"/>
                </a:cubicBezTo>
                <a:lnTo>
                  <a:pt x="3600447" y="1935761"/>
                </a:lnTo>
                <a:lnTo>
                  <a:pt x="3600447" y="2961675"/>
                </a:lnTo>
                <a:lnTo>
                  <a:pt x="3600447" y="4611767"/>
                </a:lnTo>
                <a:cubicBezTo>
                  <a:pt x="3600447" y="4769538"/>
                  <a:pt x="3472549" y="4897436"/>
                  <a:pt x="3314778" y="4897436"/>
                </a:cubicBezTo>
                <a:lnTo>
                  <a:pt x="3218340" y="4897436"/>
                </a:lnTo>
                <a:lnTo>
                  <a:pt x="382107" y="4897436"/>
                </a:lnTo>
                <a:lnTo>
                  <a:pt x="285669" y="4897436"/>
                </a:lnTo>
                <a:cubicBezTo>
                  <a:pt x="127898" y="4897436"/>
                  <a:pt x="0" y="4769538"/>
                  <a:pt x="0" y="4611767"/>
                </a:cubicBezTo>
                <a:lnTo>
                  <a:pt x="0" y="2961675"/>
                </a:lnTo>
                <a:lnTo>
                  <a:pt x="0" y="1935761"/>
                </a:lnTo>
                <a:lnTo>
                  <a:pt x="0" y="285669"/>
                </a:lnTo>
                <a:cubicBezTo>
                  <a:pt x="0" y="127898"/>
                  <a:pt x="127898" y="0"/>
                  <a:pt x="285669" y="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lIns="144000" tIns="144000" rIns="144000" bIns="144000">
            <a:noAutofit/>
          </a:bodyPr>
          <a:lstStyle>
            <a:lvl1pPr marL="0" indent="0">
              <a:buNone/>
              <a:defRPr sz="1400"/>
            </a:lvl1pPr>
          </a:lstStyle>
          <a:p>
            <a:pPr>
              <a:defRPr/>
            </a:pPr>
            <a:endParaRPr lang="en-CA"/>
          </a:p>
        </p:txBody>
      </p:sp>
      <p:sp>
        <p:nvSpPr>
          <p:cNvPr id="718808628" name="Inhaltsplatzhalter 2"/>
          <p:cNvSpPr>
            <a:spLocks noGrp="1"/>
          </p:cNvSpPr>
          <p:nvPr>
            <p:ph idx="1" hasCustomPrompt="1"/>
          </p:nvPr>
        </p:nvSpPr>
        <p:spPr bwMode="auto">
          <a:xfrm>
            <a:off x="407987" y="1484312"/>
            <a:ext cx="7488238" cy="4897438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585878077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390E1999-4726-4600-8B88-4A7F5C00CB35}" type="datetime1">
              <a:rPr lang="de-DE"/>
              <a:t>26.01.2026</a:t>
            </a:fld>
            <a:endParaRPr lang="en-CA"/>
          </a:p>
        </p:txBody>
      </p:sp>
      <p:sp>
        <p:nvSpPr>
          <p:cNvPr id="150073138" name="Foliennummernplatzhalter 5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1/3 image right blue">
    <p:bg>
      <p:bgPr shadeToTitle="0"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9324602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1229862439" name="Titel 1"/>
          <p:cNvSpPr>
            <a:spLocks noGrp="1"/>
          </p:cNvSpPr>
          <p:nvPr>
            <p:ph type="title" hasCustomPrompt="1"/>
          </p:nvPr>
        </p:nvSpPr>
        <p:spPr bwMode="auto"/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225365894" name="Inhaltsplatzhalter 2"/>
          <p:cNvSpPr>
            <a:spLocks noGrp="1"/>
          </p:cNvSpPr>
          <p:nvPr>
            <p:ph idx="1" hasCustomPrompt="1"/>
          </p:nvPr>
        </p:nvSpPr>
        <p:spPr bwMode="auto">
          <a:xfrm>
            <a:off x="407987" y="1484312"/>
            <a:ext cx="7488238" cy="4897438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926011772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390E1999-4726-4600-8B88-4A7F5C00CB35}" type="datetime1">
              <a:rPr lang="de-DE"/>
              <a:t>26.01.2026</a:t>
            </a:fld>
            <a:endParaRPr lang="en-CA"/>
          </a:p>
        </p:txBody>
      </p:sp>
      <p:sp>
        <p:nvSpPr>
          <p:cNvPr id="1547789484" name="Foliennummernplatzhalter 5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660451367" name="Textfeld 33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bg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sp>
        <p:nvSpPr>
          <p:cNvPr id="1810926744" name="Bildplatzhalter 35"/>
          <p:cNvSpPr>
            <a:spLocks noGrp="1"/>
          </p:cNvSpPr>
          <p:nvPr>
            <p:ph type="pic" sz="quarter" idx="16"/>
          </p:nvPr>
        </p:nvSpPr>
        <p:spPr bwMode="auto">
          <a:xfrm>
            <a:off x="8183563" y="1484314"/>
            <a:ext cx="3600447" cy="4897436"/>
          </a:xfrm>
          <a:custGeom>
            <a:avLst/>
            <a:gdLst>
              <a:gd name="connsiteX0" fmla="*/ 285669 w 3600447"/>
              <a:gd name="connsiteY0" fmla="*/ 0 h 4897436"/>
              <a:gd name="connsiteX1" fmla="*/ 382107 w 3600447"/>
              <a:gd name="connsiteY1" fmla="*/ 0 h 4897436"/>
              <a:gd name="connsiteX2" fmla="*/ 3218340 w 3600447"/>
              <a:gd name="connsiteY2" fmla="*/ 0 h 4897436"/>
              <a:gd name="connsiteX3" fmla="*/ 3314778 w 3600447"/>
              <a:gd name="connsiteY3" fmla="*/ 0 h 4897436"/>
              <a:gd name="connsiteX4" fmla="*/ 3600447 w 3600447"/>
              <a:gd name="connsiteY4" fmla="*/ 285669 h 4897436"/>
              <a:gd name="connsiteX5" fmla="*/ 3600447 w 3600447"/>
              <a:gd name="connsiteY5" fmla="*/ 1935761 h 4897436"/>
              <a:gd name="connsiteX6" fmla="*/ 3600447 w 3600447"/>
              <a:gd name="connsiteY6" fmla="*/ 2961675 h 4897436"/>
              <a:gd name="connsiteX7" fmla="*/ 3600447 w 3600447"/>
              <a:gd name="connsiteY7" fmla="*/ 4611767 h 4897436"/>
              <a:gd name="connsiteX8" fmla="*/ 3314778 w 3600447"/>
              <a:gd name="connsiteY8" fmla="*/ 4897436 h 4897436"/>
              <a:gd name="connsiteX9" fmla="*/ 3218340 w 3600447"/>
              <a:gd name="connsiteY9" fmla="*/ 4897436 h 4897436"/>
              <a:gd name="connsiteX10" fmla="*/ 382107 w 3600447"/>
              <a:gd name="connsiteY10" fmla="*/ 4897436 h 4897436"/>
              <a:gd name="connsiteX11" fmla="*/ 285669 w 3600447"/>
              <a:gd name="connsiteY11" fmla="*/ 4897436 h 4897436"/>
              <a:gd name="connsiteX12" fmla="*/ 0 w 3600447"/>
              <a:gd name="connsiteY12" fmla="*/ 4611767 h 4897436"/>
              <a:gd name="connsiteX13" fmla="*/ 0 w 3600447"/>
              <a:gd name="connsiteY13" fmla="*/ 2961675 h 4897436"/>
              <a:gd name="connsiteX14" fmla="*/ 0 w 3600447"/>
              <a:gd name="connsiteY14" fmla="*/ 1935761 h 4897436"/>
              <a:gd name="connsiteX15" fmla="*/ 0 w 3600447"/>
              <a:gd name="connsiteY15" fmla="*/ 285669 h 4897436"/>
              <a:gd name="connsiteX16" fmla="*/ 285669 w 3600447"/>
              <a:gd name="connsiteY16" fmla="*/ 0 h 4897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600447" h="4897436" fill="norm" stroke="1" extrusionOk="0">
                <a:moveTo>
                  <a:pt x="285669" y="0"/>
                </a:moveTo>
                <a:lnTo>
                  <a:pt x="382107" y="0"/>
                </a:lnTo>
                <a:lnTo>
                  <a:pt x="3218340" y="0"/>
                </a:lnTo>
                <a:lnTo>
                  <a:pt x="3314778" y="0"/>
                </a:lnTo>
                <a:cubicBezTo>
                  <a:pt x="3472549" y="0"/>
                  <a:pt x="3600447" y="127898"/>
                  <a:pt x="3600447" y="285669"/>
                </a:cubicBezTo>
                <a:lnTo>
                  <a:pt x="3600447" y="1935761"/>
                </a:lnTo>
                <a:lnTo>
                  <a:pt x="3600447" y="2961675"/>
                </a:lnTo>
                <a:lnTo>
                  <a:pt x="3600447" y="4611767"/>
                </a:lnTo>
                <a:cubicBezTo>
                  <a:pt x="3600447" y="4769538"/>
                  <a:pt x="3472549" y="4897436"/>
                  <a:pt x="3314778" y="4897436"/>
                </a:cubicBezTo>
                <a:lnTo>
                  <a:pt x="3218340" y="4897436"/>
                </a:lnTo>
                <a:lnTo>
                  <a:pt x="382107" y="4897436"/>
                </a:lnTo>
                <a:lnTo>
                  <a:pt x="285669" y="4897436"/>
                </a:lnTo>
                <a:cubicBezTo>
                  <a:pt x="127898" y="4897436"/>
                  <a:pt x="0" y="4769538"/>
                  <a:pt x="0" y="4611767"/>
                </a:cubicBezTo>
                <a:lnTo>
                  <a:pt x="0" y="2961675"/>
                </a:lnTo>
                <a:lnTo>
                  <a:pt x="0" y="1935761"/>
                </a:lnTo>
                <a:lnTo>
                  <a:pt x="0" y="285669"/>
                </a:lnTo>
                <a:cubicBezTo>
                  <a:pt x="0" y="127898"/>
                  <a:pt x="127898" y="0"/>
                  <a:pt x="285669" y="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lIns="144000" tIns="144000" rIns="144000" bIns="144000">
            <a:noAutofit/>
          </a:bodyPr>
          <a:lstStyle>
            <a:lvl1pPr marL="0" indent="0">
              <a:buNone/>
              <a:defRPr sz="1400"/>
            </a:lvl1pPr>
          </a:lstStyle>
          <a:p>
            <a:pPr>
              <a:defRPr/>
            </a:pPr>
            <a:endParaRPr lang="en-CA"/>
          </a:p>
        </p:txBody>
      </p:sp>
      <p:grpSp>
        <p:nvGrpSpPr>
          <p:cNvPr id="1191612155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11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5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7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8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9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0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1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2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3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4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5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6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7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0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3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4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5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6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7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/3 image left whit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46397157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/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1527283347" name="Titel 1"/>
          <p:cNvSpPr>
            <a:spLocks noGrp="1"/>
          </p:cNvSpPr>
          <p:nvPr>
            <p:ph type="title" hasCustomPrompt="1"/>
          </p:nvPr>
        </p:nvSpPr>
        <p:spPr bwMode="auto"/>
        <p:txBody>
          <a:bodyPr vert="horz"/>
          <a:lstStyle/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2125723943" name="Bildplatzhalter 9"/>
          <p:cNvSpPr>
            <a:spLocks noGrp="1"/>
          </p:cNvSpPr>
          <p:nvPr>
            <p:ph type="pic" sz="quarter" idx="16"/>
          </p:nvPr>
        </p:nvSpPr>
        <p:spPr bwMode="auto">
          <a:xfrm>
            <a:off x="407991" y="1484314"/>
            <a:ext cx="3600447" cy="4897436"/>
          </a:xfrm>
          <a:custGeom>
            <a:avLst/>
            <a:gdLst>
              <a:gd name="connsiteX0" fmla="*/ 285669 w 3600447"/>
              <a:gd name="connsiteY0" fmla="*/ 0 h 4897436"/>
              <a:gd name="connsiteX1" fmla="*/ 382107 w 3600447"/>
              <a:gd name="connsiteY1" fmla="*/ 0 h 4897436"/>
              <a:gd name="connsiteX2" fmla="*/ 3218340 w 3600447"/>
              <a:gd name="connsiteY2" fmla="*/ 0 h 4897436"/>
              <a:gd name="connsiteX3" fmla="*/ 3314778 w 3600447"/>
              <a:gd name="connsiteY3" fmla="*/ 0 h 4897436"/>
              <a:gd name="connsiteX4" fmla="*/ 3600447 w 3600447"/>
              <a:gd name="connsiteY4" fmla="*/ 285669 h 4897436"/>
              <a:gd name="connsiteX5" fmla="*/ 3600447 w 3600447"/>
              <a:gd name="connsiteY5" fmla="*/ 1935761 h 4897436"/>
              <a:gd name="connsiteX6" fmla="*/ 3600447 w 3600447"/>
              <a:gd name="connsiteY6" fmla="*/ 2961675 h 4897436"/>
              <a:gd name="connsiteX7" fmla="*/ 3600447 w 3600447"/>
              <a:gd name="connsiteY7" fmla="*/ 4611767 h 4897436"/>
              <a:gd name="connsiteX8" fmla="*/ 3314778 w 3600447"/>
              <a:gd name="connsiteY8" fmla="*/ 4897436 h 4897436"/>
              <a:gd name="connsiteX9" fmla="*/ 3218340 w 3600447"/>
              <a:gd name="connsiteY9" fmla="*/ 4897436 h 4897436"/>
              <a:gd name="connsiteX10" fmla="*/ 382107 w 3600447"/>
              <a:gd name="connsiteY10" fmla="*/ 4897436 h 4897436"/>
              <a:gd name="connsiteX11" fmla="*/ 285669 w 3600447"/>
              <a:gd name="connsiteY11" fmla="*/ 4897436 h 4897436"/>
              <a:gd name="connsiteX12" fmla="*/ 0 w 3600447"/>
              <a:gd name="connsiteY12" fmla="*/ 4611767 h 4897436"/>
              <a:gd name="connsiteX13" fmla="*/ 0 w 3600447"/>
              <a:gd name="connsiteY13" fmla="*/ 2961675 h 4897436"/>
              <a:gd name="connsiteX14" fmla="*/ 0 w 3600447"/>
              <a:gd name="connsiteY14" fmla="*/ 1935761 h 4897436"/>
              <a:gd name="connsiteX15" fmla="*/ 0 w 3600447"/>
              <a:gd name="connsiteY15" fmla="*/ 285669 h 4897436"/>
              <a:gd name="connsiteX16" fmla="*/ 285669 w 3600447"/>
              <a:gd name="connsiteY16" fmla="*/ 0 h 4897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600447" h="4897436" fill="norm" stroke="1" extrusionOk="0">
                <a:moveTo>
                  <a:pt x="285669" y="0"/>
                </a:moveTo>
                <a:lnTo>
                  <a:pt x="382107" y="0"/>
                </a:lnTo>
                <a:lnTo>
                  <a:pt x="3218340" y="0"/>
                </a:lnTo>
                <a:lnTo>
                  <a:pt x="3314778" y="0"/>
                </a:lnTo>
                <a:cubicBezTo>
                  <a:pt x="3472549" y="0"/>
                  <a:pt x="3600447" y="127898"/>
                  <a:pt x="3600447" y="285669"/>
                </a:cubicBezTo>
                <a:lnTo>
                  <a:pt x="3600447" y="1935761"/>
                </a:lnTo>
                <a:lnTo>
                  <a:pt x="3600447" y="2961675"/>
                </a:lnTo>
                <a:lnTo>
                  <a:pt x="3600447" y="4611767"/>
                </a:lnTo>
                <a:cubicBezTo>
                  <a:pt x="3600447" y="4769538"/>
                  <a:pt x="3472549" y="4897436"/>
                  <a:pt x="3314778" y="4897436"/>
                </a:cubicBezTo>
                <a:lnTo>
                  <a:pt x="3218340" y="4897436"/>
                </a:lnTo>
                <a:lnTo>
                  <a:pt x="382107" y="4897436"/>
                </a:lnTo>
                <a:lnTo>
                  <a:pt x="285669" y="4897436"/>
                </a:lnTo>
                <a:cubicBezTo>
                  <a:pt x="127898" y="4897436"/>
                  <a:pt x="0" y="4769538"/>
                  <a:pt x="0" y="4611767"/>
                </a:cubicBezTo>
                <a:lnTo>
                  <a:pt x="0" y="2961675"/>
                </a:lnTo>
                <a:lnTo>
                  <a:pt x="0" y="1935761"/>
                </a:lnTo>
                <a:lnTo>
                  <a:pt x="0" y="285669"/>
                </a:lnTo>
                <a:cubicBezTo>
                  <a:pt x="0" y="127898"/>
                  <a:pt x="127898" y="0"/>
                  <a:pt x="285669" y="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lIns="144000" tIns="144000" rIns="144000" bIns="144000">
            <a:noAutofit/>
          </a:bodyPr>
          <a:lstStyle>
            <a:lvl1pPr marL="0" indent="0">
              <a:buNone/>
              <a:defRPr sz="1400"/>
            </a:lvl1pPr>
          </a:lstStyle>
          <a:p>
            <a:pPr>
              <a:defRPr/>
            </a:pPr>
            <a:endParaRPr lang="en-CA"/>
          </a:p>
        </p:txBody>
      </p:sp>
      <p:sp>
        <p:nvSpPr>
          <p:cNvPr id="361602384" name="Inhaltsplatzhalter 2"/>
          <p:cNvSpPr>
            <a:spLocks noGrp="1"/>
          </p:cNvSpPr>
          <p:nvPr>
            <p:ph idx="1" hasCustomPrompt="1"/>
          </p:nvPr>
        </p:nvSpPr>
        <p:spPr bwMode="auto">
          <a:xfrm>
            <a:off x="4295771" y="1484312"/>
            <a:ext cx="7488238" cy="4897438"/>
          </a:xfrm>
        </p:spPr>
        <p:txBody>
          <a:bodyPr/>
          <a:lstStyle>
            <a:lvl1pPr marL="252000" indent="-252000">
              <a:buFont typeface="Arial"/>
              <a:buChar char="•"/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1529782118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390E1999-4726-4600-8B88-4A7F5C00CB35}" type="datetime1">
              <a:rPr lang="de-DE"/>
              <a:t>26.01.2026</a:t>
            </a:fld>
            <a:endParaRPr lang="en-CA"/>
          </a:p>
        </p:txBody>
      </p:sp>
      <p:sp>
        <p:nvSpPr>
          <p:cNvPr id="766271345" name="Foliennummernplatzhalter 5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1/3 image left blue">
    <p:bg>
      <p:bgPr shadeToTitle="0">
        <a:gradFill>
          <a:gsLst>
            <a:gs pos="0">
              <a:schemeClr val="accent1"/>
            </a:gs>
            <a:gs pos="100000">
              <a:srgbClr val="3264F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0501220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1700301279" name="Titel 1"/>
          <p:cNvSpPr>
            <a:spLocks noGrp="1"/>
          </p:cNvSpPr>
          <p:nvPr>
            <p:ph type="title" hasCustomPrompt="1"/>
          </p:nvPr>
        </p:nvSpPr>
        <p:spPr bwMode="auto"/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1176018277" name="Bildplatzhalter 35"/>
          <p:cNvSpPr>
            <a:spLocks noGrp="1"/>
          </p:cNvSpPr>
          <p:nvPr>
            <p:ph type="pic" sz="quarter" idx="16"/>
          </p:nvPr>
        </p:nvSpPr>
        <p:spPr bwMode="auto">
          <a:xfrm>
            <a:off x="412758" y="1484314"/>
            <a:ext cx="3600447" cy="4897436"/>
          </a:xfrm>
          <a:custGeom>
            <a:avLst/>
            <a:gdLst>
              <a:gd name="connsiteX0" fmla="*/ 285669 w 3600447"/>
              <a:gd name="connsiteY0" fmla="*/ 0 h 4897436"/>
              <a:gd name="connsiteX1" fmla="*/ 382107 w 3600447"/>
              <a:gd name="connsiteY1" fmla="*/ 0 h 4897436"/>
              <a:gd name="connsiteX2" fmla="*/ 3218340 w 3600447"/>
              <a:gd name="connsiteY2" fmla="*/ 0 h 4897436"/>
              <a:gd name="connsiteX3" fmla="*/ 3314778 w 3600447"/>
              <a:gd name="connsiteY3" fmla="*/ 0 h 4897436"/>
              <a:gd name="connsiteX4" fmla="*/ 3600447 w 3600447"/>
              <a:gd name="connsiteY4" fmla="*/ 285669 h 4897436"/>
              <a:gd name="connsiteX5" fmla="*/ 3600447 w 3600447"/>
              <a:gd name="connsiteY5" fmla="*/ 1935761 h 4897436"/>
              <a:gd name="connsiteX6" fmla="*/ 3600447 w 3600447"/>
              <a:gd name="connsiteY6" fmla="*/ 2961675 h 4897436"/>
              <a:gd name="connsiteX7" fmla="*/ 3600447 w 3600447"/>
              <a:gd name="connsiteY7" fmla="*/ 4611767 h 4897436"/>
              <a:gd name="connsiteX8" fmla="*/ 3314778 w 3600447"/>
              <a:gd name="connsiteY8" fmla="*/ 4897436 h 4897436"/>
              <a:gd name="connsiteX9" fmla="*/ 3218340 w 3600447"/>
              <a:gd name="connsiteY9" fmla="*/ 4897436 h 4897436"/>
              <a:gd name="connsiteX10" fmla="*/ 382107 w 3600447"/>
              <a:gd name="connsiteY10" fmla="*/ 4897436 h 4897436"/>
              <a:gd name="connsiteX11" fmla="*/ 285669 w 3600447"/>
              <a:gd name="connsiteY11" fmla="*/ 4897436 h 4897436"/>
              <a:gd name="connsiteX12" fmla="*/ 0 w 3600447"/>
              <a:gd name="connsiteY12" fmla="*/ 4611767 h 4897436"/>
              <a:gd name="connsiteX13" fmla="*/ 0 w 3600447"/>
              <a:gd name="connsiteY13" fmla="*/ 2961675 h 4897436"/>
              <a:gd name="connsiteX14" fmla="*/ 0 w 3600447"/>
              <a:gd name="connsiteY14" fmla="*/ 1935761 h 4897436"/>
              <a:gd name="connsiteX15" fmla="*/ 0 w 3600447"/>
              <a:gd name="connsiteY15" fmla="*/ 285669 h 4897436"/>
              <a:gd name="connsiteX16" fmla="*/ 285669 w 3600447"/>
              <a:gd name="connsiteY16" fmla="*/ 0 h 4897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600447" h="4897436" fill="norm" stroke="1" extrusionOk="0">
                <a:moveTo>
                  <a:pt x="285669" y="0"/>
                </a:moveTo>
                <a:lnTo>
                  <a:pt x="382107" y="0"/>
                </a:lnTo>
                <a:lnTo>
                  <a:pt x="3218340" y="0"/>
                </a:lnTo>
                <a:lnTo>
                  <a:pt x="3314778" y="0"/>
                </a:lnTo>
                <a:cubicBezTo>
                  <a:pt x="3472549" y="0"/>
                  <a:pt x="3600447" y="127898"/>
                  <a:pt x="3600447" y="285669"/>
                </a:cubicBezTo>
                <a:lnTo>
                  <a:pt x="3600447" y="1935761"/>
                </a:lnTo>
                <a:lnTo>
                  <a:pt x="3600447" y="2961675"/>
                </a:lnTo>
                <a:lnTo>
                  <a:pt x="3600447" y="4611767"/>
                </a:lnTo>
                <a:cubicBezTo>
                  <a:pt x="3600447" y="4769538"/>
                  <a:pt x="3472549" y="4897436"/>
                  <a:pt x="3314778" y="4897436"/>
                </a:cubicBezTo>
                <a:lnTo>
                  <a:pt x="3218340" y="4897436"/>
                </a:lnTo>
                <a:lnTo>
                  <a:pt x="382107" y="4897436"/>
                </a:lnTo>
                <a:lnTo>
                  <a:pt x="285669" y="4897436"/>
                </a:lnTo>
                <a:cubicBezTo>
                  <a:pt x="127898" y="4897436"/>
                  <a:pt x="0" y="4769538"/>
                  <a:pt x="0" y="4611767"/>
                </a:cubicBezTo>
                <a:lnTo>
                  <a:pt x="0" y="2961675"/>
                </a:lnTo>
                <a:lnTo>
                  <a:pt x="0" y="1935761"/>
                </a:lnTo>
                <a:lnTo>
                  <a:pt x="0" y="285669"/>
                </a:lnTo>
                <a:cubicBezTo>
                  <a:pt x="0" y="127898"/>
                  <a:pt x="127898" y="0"/>
                  <a:pt x="285669" y="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lIns="144000" tIns="144000" rIns="144000" bIns="144000">
            <a:noAutofit/>
          </a:bodyPr>
          <a:lstStyle>
            <a:lvl1pPr marL="0" indent="0">
              <a:buNone/>
              <a:defRPr sz="1400"/>
            </a:lvl1pPr>
          </a:lstStyle>
          <a:p>
            <a:pPr>
              <a:defRPr/>
            </a:pPr>
            <a:endParaRPr lang="en-CA"/>
          </a:p>
        </p:txBody>
      </p:sp>
      <p:sp>
        <p:nvSpPr>
          <p:cNvPr id="2071125089" name="Inhaltsplatzhalter 2"/>
          <p:cNvSpPr>
            <a:spLocks noGrp="1"/>
          </p:cNvSpPr>
          <p:nvPr>
            <p:ph idx="1" hasCustomPrompt="1"/>
          </p:nvPr>
        </p:nvSpPr>
        <p:spPr bwMode="auto">
          <a:xfrm>
            <a:off x="4295775" y="1484312"/>
            <a:ext cx="7488238" cy="4897438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1109659564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390E1999-4726-4600-8B88-4A7F5C00CB35}" type="datetime1">
              <a:rPr lang="de-DE"/>
              <a:t>26.01.2026</a:t>
            </a:fld>
            <a:endParaRPr lang="en-CA"/>
          </a:p>
        </p:txBody>
      </p:sp>
      <p:sp>
        <p:nvSpPr>
          <p:cNvPr id="1450696273" name="Foliennummernplatzhalter 5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735664945" name="Textfeld 33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bg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87372470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11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5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7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8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9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0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1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2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3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4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5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6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7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0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3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4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5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6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7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/2 image right whit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4643850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/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785138249" name="Titel 1"/>
          <p:cNvSpPr>
            <a:spLocks noGrp="1"/>
          </p:cNvSpPr>
          <p:nvPr>
            <p:ph type="title" hasCustomPrompt="1"/>
          </p:nvPr>
        </p:nvSpPr>
        <p:spPr bwMode="auto"/>
        <p:txBody>
          <a:bodyPr vert="horz"/>
          <a:lstStyle/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118269877" name="Inhaltsplatzhalter 2"/>
          <p:cNvSpPr>
            <a:spLocks noGrp="1"/>
          </p:cNvSpPr>
          <p:nvPr>
            <p:ph sz="half" idx="17" hasCustomPrompt="1"/>
          </p:nvPr>
        </p:nvSpPr>
        <p:spPr bwMode="auto">
          <a:xfrm>
            <a:off x="407987" y="1484314"/>
            <a:ext cx="5543547" cy="4897436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1634833340" name="Bildplatzhalter 9"/>
          <p:cNvSpPr>
            <a:spLocks noGrp="1"/>
          </p:cNvSpPr>
          <p:nvPr>
            <p:ph type="pic" sz="quarter" idx="16"/>
          </p:nvPr>
        </p:nvSpPr>
        <p:spPr bwMode="auto">
          <a:xfrm>
            <a:off x="6240463" y="1484314"/>
            <a:ext cx="5543547" cy="4897436"/>
          </a:xfrm>
          <a:custGeom>
            <a:avLst/>
            <a:gdLst>
              <a:gd name="connsiteX0" fmla="*/ 285669 w 5543547"/>
              <a:gd name="connsiteY0" fmla="*/ 0 h 4897436"/>
              <a:gd name="connsiteX1" fmla="*/ 357203 w 5543547"/>
              <a:gd name="connsiteY1" fmla="*/ 0 h 4897436"/>
              <a:gd name="connsiteX2" fmla="*/ 2253673 w 5543547"/>
              <a:gd name="connsiteY2" fmla="*/ 0 h 4897436"/>
              <a:gd name="connsiteX3" fmla="*/ 2325207 w 5543547"/>
              <a:gd name="connsiteY3" fmla="*/ 0 h 4897436"/>
              <a:gd name="connsiteX4" fmla="*/ 3218340 w 5543547"/>
              <a:gd name="connsiteY4" fmla="*/ 0 h 4897436"/>
              <a:gd name="connsiteX5" fmla="*/ 3289874 w 5543547"/>
              <a:gd name="connsiteY5" fmla="*/ 0 h 4897436"/>
              <a:gd name="connsiteX6" fmla="*/ 5186344 w 5543547"/>
              <a:gd name="connsiteY6" fmla="*/ 0 h 4897436"/>
              <a:gd name="connsiteX7" fmla="*/ 5257878 w 5543547"/>
              <a:gd name="connsiteY7" fmla="*/ 0 h 4897436"/>
              <a:gd name="connsiteX8" fmla="*/ 5543547 w 5543547"/>
              <a:gd name="connsiteY8" fmla="*/ 285669 h 4897436"/>
              <a:gd name="connsiteX9" fmla="*/ 5543547 w 5543547"/>
              <a:gd name="connsiteY9" fmla="*/ 1935761 h 4897436"/>
              <a:gd name="connsiteX10" fmla="*/ 5543547 w 5543547"/>
              <a:gd name="connsiteY10" fmla="*/ 2961675 h 4897436"/>
              <a:gd name="connsiteX11" fmla="*/ 5543547 w 5543547"/>
              <a:gd name="connsiteY11" fmla="*/ 4611767 h 4897436"/>
              <a:gd name="connsiteX12" fmla="*/ 5257878 w 5543547"/>
              <a:gd name="connsiteY12" fmla="*/ 4897436 h 4897436"/>
              <a:gd name="connsiteX13" fmla="*/ 5186344 w 5543547"/>
              <a:gd name="connsiteY13" fmla="*/ 4897436 h 4897436"/>
              <a:gd name="connsiteX14" fmla="*/ 3289874 w 5543547"/>
              <a:gd name="connsiteY14" fmla="*/ 4897436 h 4897436"/>
              <a:gd name="connsiteX15" fmla="*/ 3218340 w 5543547"/>
              <a:gd name="connsiteY15" fmla="*/ 4897436 h 4897436"/>
              <a:gd name="connsiteX16" fmla="*/ 2325207 w 5543547"/>
              <a:gd name="connsiteY16" fmla="*/ 4897436 h 4897436"/>
              <a:gd name="connsiteX17" fmla="*/ 2253673 w 5543547"/>
              <a:gd name="connsiteY17" fmla="*/ 4897436 h 4897436"/>
              <a:gd name="connsiteX18" fmla="*/ 357203 w 5543547"/>
              <a:gd name="connsiteY18" fmla="*/ 4897436 h 4897436"/>
              <a:gd name="connsiteX19" fmla="*/ 285669 w 5543547"/>
              <a:gd name="connsiteY19" fmla="*/ 4897436 h 4897436"/>
              <a:gd name="connsiteX20" fmla="*/ 0 w 5543547"/>
              <a:gd name="connsiteY20" fmla="*/ 4611767 h 4897436"/>
              <a:gd name="connsiteX21" fmla="*/ 0 w 5543547"/>
              <a:gd name="connsiteY21" fmla="*/ 2961675 h 4897436"/>
              <a:gd name="connsiteX22" fmla="*/ 0 w 5543547"/>
              <a:gd name="connsiteY22" fmla="*/ 1935761 h 4897436"/>
              <a:gd name="connsiteX23" fmla="*/ 0 w 5543547"/>
              <a:gd name="connsiteY23" fmla="*/ 285669 h 4897436"/>
              <a:gd name="connsiteX24" fmla="*/ 285669 w 5543547"/>
              <a:gd name="connsiteY24" fmla="*/ 0 h 4897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5543547" h="4897436" fill="norm" stroke="1" extrusionOk="0">
                <a:moveTo>
                  <a:pt x="285669" y="0"/>
                </a:moveTo>
                <a:lnTo>
                  <a:pt x="357203" y="0"/>
                </a:lnTo>
                <a:lnTo>
                  <a:pt x="2253673" y="0"/>
                </a:lnTo>
                <a:lnTo>
                  <a:pt x="2325207" y="0"/>
                </a:lnTo>
                <a:lnTo>
                  <a:pt x="3218340" y="0"/>
                </a:lnTo>
                <a:lnTo>
                  <a:pt x="3289874" y="0"/>
                </a:lnTo>
                <a:lnTo>
                  <a:pt x="5186344" y="0"/>
                </a:lnTo>
                <a:lnTo>
                  <a:pt x="5257878" y="0"/>
                </a:lnTo>
                <a:cubicBezTo>
                  <a:pt x="5415649" y="0"/>
                  <a:pt x="5543547" y="127898"/>
                  <a:pt x="5543547" y="285669"/>
                </a:cubicBezTo>
                <a:lnTo>
                  <a:pt x="5543547" y="1935761"/>
                </a:lnTo>
                <a:lnTo>
                  <a:pt x="5543547" y="2961675"/>
                </a:lnTo>
                <a:lnTo>
                  <a:pt x="5543547" y="4611767"/>
                </a:lnTo>
                <a:cubicBezTo>
                  <a:pt x="5543547" y="4769538"/>
                  <a:pt x="5415649" y="4897436"/>
                  <a:pt x="5257878" y="4897436"/>
                </a:cubicBezTo>
                <a:lnTo>
                  <a:pt x="5186344" y="4897436"/>
                </a:lnTo>
                <a:lnTo>
                  <a:pt x="3289874" y="4897436"/>
                </a:lnTo>
                <a:lnTo>
                  <a:pt x="3218340" y="4897436"/>
                </a:lnTo>
                <a:lnTo>
                  <a:pt x="2325207" y="4897436"/>
                </a:lnTo>
                <a:lnTo>
                  <a:pt x="2253673" y="4897436"/>
                </a:lnTo>
                <a:lnTo>
                  <a:pt x="357203" y="4897436"/>
                </a:lnTo>
                <a:lnTo>
                  <a:pt x="285669" y="4897436"/>
                </a:lnTo>
                <a:cubicBezTo>
                  <a:pt x="127898" y="4897436"/>
                  <a:pt x="0" y="4769538"/>
                  <a:pt x="0" y="4611767"/>
                </a:cubicBezTo>
                <a:lnTo>
                  <a:pt x="0" y="2961675"/>
                </a:lnTo>
                <a:lnTo>
                  <a:pt x="0" y="1935761"/>
                </a:lnTo>
                <a:lnTo>
                  <a:pt x="0" y="285669"/>
                </a:lnTo>
                <a:cubicBezTo>
                  <a:pt x="0" y="127898"/>
                  <a:pt x="127898" y="0"/>
                  <a:pt x="285669" y="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lIns="144000" tIns="144000" rIns="144000" bIns="144000">
            <a:noAutofit/>
          </a:bodyPr>
          <a:lstStyle>
            <a:lvl1pPr marL="0" indent="0">
              <a:buNone/>
              <a:defRPr sz="1400"/>
            </a:lvl1pPr>
          </a:lstStyle>
          <a:p>
            <a:pPr>
              <a:defRPr/>
            </a:pPr>
            <a:endParaRPr lang="en-CA"/>
          </a:p>
        </p:txBody>
      </p:sp>
      <p:sp>
        <p:nvSpPr>
          <p:cNvPr id="2040290848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226D119F-689D-4112-94EF-BACCDDBAD45A}" type="datetime1">
              <a:rPr lang="de-DE"/>
              <a:t>26.01.2026</a:t>
            </a:fld>
            <a:endParaRPr lang="en-CA"/>
          </a:p>
        </p:txBody>
      </p:sp>
      <p:sp>
        <p:nvSpPr>
          <p:cNvPr id="836350278" name="Foliennummernplatzhalter 5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1/2 image right blue">
    <p:bg>
      <p:bgPr shadeToTitle="0"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5225817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2585250" name="Titel 1"/>
          <p:cNvSpPr>
            <a:spLocks noGrp="1"/>
          </p:cNvSpPr>
          <p:nvPr>
            <p:ph type="title" hasCustomPrompt="1"/>
          </p:nvPr>
        </p:nvSpPr>
        <p:spPr bwMode="auto"/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1253242246" name="Inhaltsplatzhalter 2"/>
          <p:cNvSpPr>
            <a:spLocks noGrp="1"/>
          </p:cNvSpPr>
          <p:nvPr>
            <p:ph sz="half" idx="17" hasCustomPrompt="1"/>
          </p:nvPr>
        </p:nvSpPr>
        <p:spPr bwMode="auto">
          <a:xfrm>
            <a:off x="407987" y="1484314"/>
            <a:ext cx="5543551" cy="4897436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749960860" name="Bildplatzhalter 38"/>
          <p:cNvSpPr>
            <a:spLocks noGrp="1"/>
          </p:cNvSpPr>
          <p:nvPr>
            <p:ph type="pic" sz="quarter" idx="16"/>
          </p:nvPr>
        </p:nvSpPr>
        <p:spPr bwMode="auto">
          <a:xfrm>
            <a:off x="6240463" y="1484314"/>
            <a:ext cx="5543547" cy="4897436"/>
          </a:xfrm>
          <a:custGeom>
            <a:avLst/>
            <a:gdLst>
              <a:gd name="connsiteX0" fmla="*/ 285669 w 5543547"/>
              <a:gd name="connsiteY0" fmla="*/ 0 h 4897436"/>
              <a:gd name="connsiteX1" fmla="*/ 357203 w 5543547"/>
              <a:gd name="connsiteY1" fmla="*/ 0 h 4897436"/>
              <a:gd name="connsiteX2" fmla="*/ 2253673 w 5543547"/>
              <a:gd name="connsiteY2" fmla="*/ 0 h 4897436"/>
              <a:gd name="connsiteX3" fmla="*/ 2325207 w 5543547"/>
              <a:gd name="connsiteY3" fmla="*/ 0 h 4897436"/>
              <a:gd name="connsiteX4" fmla="*/ 3218340 w 5543547"/>
              <a:gd name="connsiteY4" fmla="*/ 0 h 4897436"/>
              <a:gd name="connsiteX5" fmla="*/ 3289874 w 5543547"/>
              <a:gd name="connsiteY5" fmla="*/ 0 h 4897436"/>
              <a:gd name="connsiteX6" fmla="*/ 5186344 w 5543547"/>
              <a:gd name="connsiteY6" fmla="*/ 0 h 4897436"/>
              <a:gd name="connsiteX7" fmla="*/ 5257878 w 5543547"/>
              <a:gd name="connsiteY7" fmla="*/ 0 h 4897436"/>
              <a:gd name="connsiteX8" fmla="*/ 5543547 w 5543547"/>
              <a:gd name="connsiteY8" fmla="*/ 285669 h 4897436"/>
              <a:gd name="connsiteX9" fmla="*/ 5543547 w 5543547"/>
              <a:gd name="connsiteY9" fmla="*/ 1935761 h 4897436"/>
              <a:gd name="connsiteX10" fmla="*/ 5543547 w 5543547"/>
              <a:gd name="connsiteY10" fmla="*/ 2961675 h 4897436"/>
              <a:gd name="connsiteX11" fmla="*/ 5543547 w 5543547"/>
              <a:gd name="connsiteY11" fmla="*/ 4611767 h 4897436"/>
              <a:gd name="connsiteX12" fmla="*/ 5257878 w 5543547"/>
              <a:gd name="connsiteY12" fmla="*/ 4897436 h 4897436"/>
              <a:gd name="connsiteX13" fmla="*/ 5186344 w 5543547"/>
              <a:gd name="connsiteY13" fmla="*/ 4897436 h 4897436"/>
              <a:gd name="connsiteX14" fmla="*/ 3289874 w 5543547"/>
              <a:gd name="connsiteY14" fmla="*/ 4897436 h 4897436"/>
              <a:gd name="connsiteX15" fmla="*/ 3218340 w 5543547"/>
              <a:gd name="connsiteY15" fmla="*/ 4897436 h 4897436"/>
              <a:gd name="connsiteX16" fmla="*/ 2325207 w 5543547"/>
              <a:gd name="connsiteY16" fmla="*/ 4897436 h 4897436"/>
              <a:gd name="connsiteX17" fmla="*/ 2253673 w 5543547"/>
              <a:gd name="connsiteY17" fmla="*/ 4897436 h 4897436"/>
              <a:gd name="connsiteX18" fmla="*/ 357203 w 5543547"/>
              <a:gd name="connsiteY18" fmla="*/ 4897436 h 4897436"/>
              <a:gd name="connsiteX19" fmla="*/ 285669 w 5543547"/>
              <a:gd name="connsiteY19" fmla="*/ 4897436 h 4897436"/>
              <a:gd name="connsiteX20" fmla="*/ 0 w 5543547"/>
              <a:gd name="connsiteY20" fmla="*/ 4611767 h 4897436"/>
              <a:gd name="connsiteX21" fmla="*/ 0 w 5543547"/>
              <a:gd name="connsiteY21" fmla="*/ 2961675 h 4897436"/>
              <a:gd name="connsiteX22" fmla="*/ 0 w 5543547"/>
              <a:gd name="connsiteY22" fmla="*/ 1935761 h 4897436"/>
              <a:gd name="connsiteX23" fmla="*/ 0 w 5543547"/>
              <a:gd name="connsiteY23" fmla="*/ 285669 h 4897436"/>
              <a:gd name="connsiteX24" fmla="*/ 285669 w 5543547"/>
              <a:gd name="connsiteY24" fmla="*/ 0 h 4897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5543547" h="4897436" fill="norm" stroke="1" extrusionOk="0">
                <a:moveTo>
                  <a:pt x="285669" y="0"/>
                </a:moveTo>
                <a:lnTo>
                  <a:pt x="357203" y="0"/>
                </a:lnTo>
                <a:lnTo>
                  <a:pt x="2253673" y="0"/>
                </a:lnTo>
                <a:lnTo>
                  <a:pt x="2325207" y="0"/>
                </a:lnTo>
                <a:lnTo>
                  <a:pt x="3218340" y="0"/>
                </a:lnTo>
                <a:lnTo>
                  <a:pt x="3289874" y="0"/>
                </a:lnTo>
                <a:lnTo>
                  <a:pt x="5186344" y="0"/>
                </a:lnTo>
                <a:lnTo>
                  <a:pt x="5257878" y="0"/>
                </a:lnTo>
                <a:cubicBezTo>
                  <a:pt x="5415649" y="0"/>
                  <a:pt x="5543547" y="127898"/>
                  <a:pt x="5543547" y="285669"/>
                </a:cubicBezTo>
                <a:lnTo>
                  <a:pt x="5543547" y="1935761"/>
                </a:lnTo>
                <a:lnTo>
                  <a:pt x="5543547" y="2961675"/>
                </a:lnTo>
                <a:lnTo>
                  <a:pt x="5543547" y="4611767"/>
                </a:lnTo>
                <a:cubicBezTo>
                  <a:pt x="5543547" y="4769538"/>
                  <a:pt x="5415649" y="4897436"/>
                  <a:pt x="5257878" y="4897436"/>
                </a:cubicBezTo>
                <a:lnTo>
                  <a:pt x="5186344" y="4897436"/>
                </a:lnTo>
                <a:lnTo>
                  <a:pt x="3289874" y="4897436"/>
                </a:lnTo>
                <a:lnTo>
                  <a:pt x="3218340" y="4897436"/>
                </a:lnTo>
                <a:lnTo>
                  <a:pt x="2325207" y="4897436"/>
                </a:lnTo>
                <a:lnTo>
                  <a:pt x="2253673" y="4897436"/>
                </a:lnTo>
                <a:lnTo>
                  <a:pt x="357203" y="4897436"/>
                </a:lnTo>
                <a:lnTo>
                  <a:pt x="285669" y="4897436"/>
                </a:lnTo>
                <a:cubicBezTo>
                  <a:pt x="127898" y="4897436"/>
                  <a:pt x="0" y="4769538"/>
                  <a:pt x="0" y="4611767"/>
                </a:cubicBezTo>
                <a:lnTo>
                  <a:pt x="0" y="2961675"/>
                </a:lnTo>
                <a:lnTo>
                  <a:pt x="0" y="1935761"/>
                </a:lnTo>
                <a:lnTo>
                  <a:pt x="0" y="285669"/>
                </a:lnTo>
                <a:cubicBezTo>
                  <a:pt x="0" y="127898"/>
                  <a:pt x="127898" y="0"/>
                  <a:pt x="285669" y="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lIns="144000" tIns="144000" rIns="144000" bIns="144000">
            <a:noAutofit/>
          </a:bodyPr>
          <a:lstStyle>
            <a:lvl1pPr marL="0" indent="0">
              <a:buNone/>
              <a:defRPr sz="1400"/>
            </a:lvl1pPr>
          </a:lstStyle>
          <a:p>
            <a:pPr>
              <a:defRPr/>
            </a:pPr>
            <a:endParaRPr lang="en-CA"/>
          </a:p>
        </p:txBody>
      </p:sp>
      <p:sp>
        <p:nvSpPr>
          <p:cNvPr id="1484452126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26D119F-689D-4112-94EF-BACCDDBAD45A}" type="datetime1">
              <a:rPr lang="de-DE"/>
              <a:t>26.01.2026</a:t>
            </a:fld>
            <a:endParaRPr lang="en-CA"/>
          </a:p>
        </p:txBody>
      </p:sp>
      <p:sp>
        <p:nvSpPr>
          <p:cNvPr id="954311080" name="Foliennummernplatzhalter 5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962758084" name="Textfeld 34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bg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1623599126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5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2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6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7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8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0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1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2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3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4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5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6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7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0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3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4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5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6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7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/2 image left whit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4553162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/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1914238422" name="Titel 1"/>
          <p:cNvSpPr>
            <a:spLocks noGrp="1"/>
          </p:cNvSpPr>
          <p:nvPr>
            <p:ph type="title" hasCustomPrompt="1"/>
          </p:nvPr>
        </p:nvSpPr>
        <p:spPr bwMode="auto"/>
        <p:txBody>
          <a:bodyPr vert="horz"/>
          <a:lstStyle/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1713850719" name="Bildplatzhalter 9"/>
          <p:cNvSpPr>
            <a:spLocks noGrp="1"/>
          </p:cNvSpPr>
          <p:nvPr>
            <p:ph type="pic" sz="quarter" idx="16"/>
          </p:nvPr>
        </p:nvSpPr>
        <p:spPr bwMode="auto">
          <a:xfrm>
            <a:off x="407991" y="1484314"/>
            <a:ext cx="5543547" cy="4897436"/>
          </a:xfrm>
          <a:custGeom>
            <a:avLst/>
            <a:gdLst>
              <a:gd name="connsiteX0" fmla="*/ 285669 w 5543547"/>
              <a:gd name="connsiteY0" fmla="*/ 0 h 4897436"/>
              <a:gd name="connsiteX1" fmla="*/ 357203 w 5543547"/>
              <a:gd name="connsiteY1" fmla="*/ 0 h 4897436"/>
              <a:gd name="connsiteX2" fmla="*/ 2253673 w 5543547"/>
              <a:gd name="connsiteY2" fmla="*/ 0 h 4897436"/>
              <a:gd name="connsiteX3" fmla="*/ 2325207 w 5543547"/>
              <a:gd name="connsiteY3" fmla="*/ 0 h 4897436"/>
              <a:gd name="connsiteX4" fmla="*/ 3218340 w 5543547"/>
              <a:gd name="connsiteY4" fmla="*/ 0 h 4897436"/>
              <a:gd name="connsiteX5" fmla="*/ 3289874 w 5543547"/>
              <a:gd name="connsiteY5" fmla="*/ 0 h 4897436"/>
              <a:gd name="connsiteX6" fmla="*/ 5186344 w 5543547"/>
              <a:gd name="connsiteY6" fmla="*/ 0 h 4897436"/>
              <a:gd name="connsiteX7" fmla="*/ 5257878 w 5543547"/>
              <a:gd name="connsiteY7" fmla="*/ 0 h 4897436"/>
              <a:gd name="connsiteX8" fmla="*/ 5543547 w 5543547"/>
              <a:gd name="connsiteY8" fmla="*/ 285669 h 4897436"/>
              <a:gd name="connsiteX9" fmla="*/ 5543547 w 5543547"/>
              <a:gd name="connsiteY9" fmla="*/ 1935761 h 4897436"/>
              <a:gd name="connsiteX10" fmla="*/ 5543547 w 5543547"/>
              <a:gd name="connsiteY10" fmla="*/ 2961675 h 4897436"/>
              <a:gd name="connsiteX11" fmla="*/ 5543547 w 5543547"/>
              <a:gd name="connsiteY11" fmla="*/ 4611767 h 4897436"/>
              <a:gd name="connsiteX12" fmla="*/ 5257878 w 5543547"/>
              <a:gd name="connsiteY12" fmla="*/ 4897436 h 4897436"/>
              <a:gd name="connsiteX13" fmla="*/ 5186344 w 5543547"/>
              <a:gd name="connsiteY13" fmla="*/ 4897436 h 4897436"/>
              <a:gd name="connsiteX14" fmla="*/ 3289874 w 5543547"/>
              <a:gd name="connsiteY14" fmla="*/ 4897436 h 4897436"/>
              <a:gd name="connsiteX15" fmla="*/ 3218340 w 5543547"/>
              <a:gd name="connsiteY15" fmla="*/ 4897436 h 4897436"/>
              <a:gd name="connsiteX16" fmla="*/ 2325207 w 5543547"/>
              <a:gd name="connsiteY16" fmla="*/ 4897436 h 4897436"/>
              <a:gd name="connsiteX17" fmla="*/ 2253673 w 5543547"/>
              <a:gd name="connsiteY17" fmla="*/ 4897436 h 4897436"/>
              <a:gd name="connsiteX18" fmla="*/ 357203 w 5543547"/>
              <a:gd name="connsiteY18" fmla="*/ 4897436 h 4897436"/>
              <a:gd name="connsiteX19" fmla="*/ 285669 w 5543547"/>
              <a:gd name="connsiteY19" fmla="*/ 4897436 h 4897436"/>
              <a:gd name="connsiteX20" fmla="*/ 0 w 5543547"/>
              <a:gd name="connsiteY20" fmla="*/ 4611767 h 4897436"/>
              <a:gd name="connsiteX21" fmla="*/ 0 w 5543547"/>
              <a:gd name="connsiteY21" fmla="*/ 2961675 h 4897436"/>
              <a:gd name="connsiteX22" fmla="*/ 0 w 5543547"/>
              <a:gd name="connsiteY22" fmla="*/ 1935761 h 4897436"/>
              <a:gd name="connsiteX23" fmla="*/ 0 w 5543547"/>
              <a:gd name="connsiteY23" fmla="*/ 285669 h 4897436"/>
              <a:gd name="connsiteX24" fmla="*/ 285669 w 5543547"/>
              <a:gd name="connsiteY24" fmla="*/ 0 h 4897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5543547" h="4897436" fill="norm" stroke="1" extrusionOk="0">
                <a:moveTo>
                  <a:pt x="285669" y="0"/>
                </a:moveTo>
                <a:lnTo>
                  <a:pt x="357203" y="0"/>
                </a:lnTo>
                <a:lnTo>
                  <a:pt x="2253673" y="0"/>
                </a:lnTo>
                <a:lnTo>
                  <a:pt x="2325207" y="0"/>
                </a:lnTo>
                <a:lnTo>
                  <a:pt x="3218340" y="0"/>
                </a:lnTo>
                <a:lnTo>
                  <a:pt x="3289874" y="0"/>
                </a:lnTo>
                <a:lnTo>
                  <a:pt x="5186344" y="0"/>
                </a:lnTo>
                <a:lnTo>
                  <a:pt x="5257878" y="0"/>
                </a:lnTo>
                <a:cubicBezTo>
                  <a:pt x="5415649" y="0"/>
                  <a:pt x="5543547" y="127898"/>
                  <a:pt x="5543547" y="285669"/>
                </a:cubicBezTo>
                <a:lnTo>
                  <a:pt x="5543547" y="1935761"/>
                </a:lnTo>
                <a:lnTo>
                  <a:pt x="5543547" y="2961675"/>
                </a:lnTo>
                <a:lnTo>
                  <a:pt x="5543547" y="4611767"/>
                </a:lnTo>
                <a:cubicBezTo>
                  <a:pt x="5543547" y="4769538"/>
                  <a:pt x="5415649" y="4897436"/>
                  <a:pt x="5257878" y="4897436"/>
                </a:cubicBezTo>
                <a:lnTo>
                  <a:pt x="5186344" y="4897436"/>
                </a:lnTo>
                <a:lnTo>
                  <a:pt x="3289874" y="4897436"/>
                </a:lnTo>
                <a:lnTo>
                  <a:pt x="3218340" y="4897436"/>
                </a:lnTo>
                <a:lnTo>
                  <a:pt x="2325207" y="4897436"/>
                </a:lnTo>
                <a:lnTo>
                  <a:pt x="2253673" y="4897436"/>
                </a:lnTo>
                <a:lnTo>
                  <a:pt x="357203" y="4897436"/>
                </a:lnTo>
                <a:lnTo>
                  <a:pt x="285669" y="4897436"/>
                </a:lnTo>
                <a:cubicBezTo>
                  <a:pt x="127898" y="4897436"/>
                  <a:pt x="0" y="4769538"/>
                  <a:pt x="0" y="4611767"/>
                </a:cubicBezTo>
                <a:lnTo>
                  <a:pt x="0" y="2961675"/>
                </a:lnTo>
                <a:lnTo>
                  <a:pt x="0" y="1935761"/>
                </a:lnTo>
                <a:lnTo>
                  <a:pt x="0" y="285669"/>
                </a:lnTo>
                <a:cubicBezTo>
                  <a:pt x="0" y="127898"/>
                  <a:pt x="127898" y="0"/>
                  <a:pt x="285669" y="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lIns="144000" tIns="144000" rIns="144000" bIns="144000">
            <a:noAutofit/>
          </a:bodyPr>
          <a:lstStyle>
            <a:lvl1pPr marL="0" indent="0">
              <a:buNone/>
              <a:defRPr sz="1400"/>
            </a:lvl1pPr>
          </a:lstStyle>
          <a:p>
            <a:pPr>
              <a:defRPr/>
            </a:pPr>
            <a:endParaRPr lang="en-CA"/>
          </a:p>
        </p:txBody>
      </p:sp>
      <p:sp>
        <p:nvSpPr>
          <p:cNvPr id="644233100" name="Inhaltsplatzhalter 2"/>
          <p:cNvSpPr>
            <a:spLocks noGrp="1"/>
          </p:cNvSpPr>
          <p:nvPr>
            <p:ph sz="half" idx="17" hasCustomPrompt="1"/>
          </p:nvPr>
        </p:nvSpPr>
        <p:spPr bwMode="auto">
          <a:xfrm>
            <a:off x="6240466" y="1484314"/>
            <a:ext cx="5543547" cy="4897436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427341931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226D119F-689D-4112-94EF-BACCDDBAD45A}" type="datetime1">
              <a:rPr lang="de-DE"/>
              <a:t>26.01.2026</a:t>
            </a:fld>
            <a:endParaRPr lang="en-CA"/>
          </a:p>
        </p:txBody>
      </p:sp>
      <p:sp>
        <p:nvSpPr>
          <p:cNvPr id="591987630" name="Foliennummernplatzhalter 5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1/2 image left blue">
    <p:bg>
      <p:bgPr shadeToTitle="0"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6171295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39838302" name="Titel 1"/>
          <p:cNvSpPr>
            <a:spLocks noGrp="1"/>
          </p:cNvSpPr>
          <p:nvPr>
            <p:ph type="title" hasCustomPrompt="1"/>
          </p:nvPr>
        </p:nvSpPr>
        <p:spPr bwMode="auto"/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202049297" name="Bildplatzhalter 38"/>
          <p:cNvSpPr>
            <a:spLocks noGrp="1"/>
          </p:cNvSpPr>
          <p:nvPr>
            <p:ph type="pic" sz="quarter" idx="16"/>
          </p:nvPr>
        </p:nvSpPr>
        <p:spPr bwMode="auto">
          <a:xfrm>
            <a:off x="407987" y="1484314"/>
            <a:ext cx="5543547" cy="4897436"/>
          </a:xfrm>
          <a:custGeom>
            <a:avLst/>
            <a:gdLst>
              <a:gd name="connsiteX0" fmla="*/ 285669 w 5543547"/>
              <a:gd name="connsiteY0" fmla="*/ 0 h 4897436"/>
              <a:gd name="connsiteX1" fmla="*/ 357203 w 5543547"/>
              <a:gd name="connsiteY1" fmla="*/ 0 h 4897436"/>
              <a:gd name="connsiteX2" fmla="*/ 2253673 w 5543547"/>
              <a:gd name="connsiteY2" fmla="*/ 0 h 4897436"/>
              <a:gd name="connsiteX3" fmla="*/ 2325207 w 5543547"/>
              <a:gd name="connsiteY3" fmla="*/ 0 h 4897436"/>
              <a:gd name="connsiteX4" fmla="*/ 3218340 w 5543547"/>
              <a:gd name="connsiteY4" fmla="*/ 0 h 4897436"/>
              <a:gd name="connsiteX5" fmla="*/ 3289874 w 5543547"/>
              <a:gd name="connsiteY5" fmla="*/ 0 h 4897436"/>
              <a:gd name="connsiteX6" fmla="*/ 5186344 w 5543547"/>
              <a:gd name="connsiteY6" fmla="*/ 0 h 4897436"/>
              <a:gd name="connsiteX7" fmla="*/ 5257878 w 5543547"/>
              <a:gd name="connsiteY7" fmla="*/ 0 h 4897436"/>
              <a:gd name="connsiteX8" fmla="*/ 5543547 w 5543547"/>
              <a:gd name="connsiteY8" fmla="*/ 285669 h 4897436"/>
              <a:gd name="connsiteX9" fmla="*/ 5543547 w 5543547"/>
              <a:gd name="connsiteY9" fmla="*/ 1935761 h 4897436"/>
              <a:gd name="connsiteX10" fmla="*/ 5543547 w 5543547"/>
              <a:gd name="connsiteY10" fmla="*/ 2961675 h 4897436"/>
              <a:gd name="connsiteX11" fmla="*/ 5543547 w 5543547"/>
              <a:gd name="connsiteY11" fmla="*/ 4611767 h 4897436"/>
              <a:gd name="connsiteX12" fmla="*/ 5257878 w 5543547"/>
              <a:gd name="connsiteY12" fmla="*/ 4897436 h 4897436"/>
              <a:gd name="connsiteX13" fmla="*/ 5186344 w 5543547"/>
              <a:gd name="connsiteY13" fmla="*/ 4897436 h 4897436"/>
              <a:gd name="connsiteX14" fmla="*/ 3289874 w 5543547"/>
              <a:gd name="connsiteY14" fmla="*/ 4897436 h 4897436"/>
              <a:gd name="connsiteX15" fmla="*/ 3218340 w 5543547"/>
              <a:gd name="connsiteY15" fmla="*/ 4897436 h 4897436"/>
              <a:gd name="connsiteX16" fmla="*/ 2325207 w 5543547"/>
              <a:gd name="connsiteY16" fmla="*/ 4897436 h 4897436"/>
              <a:gd name="connsiteX17" fmla="*/ 2253673 w 5543547"/>
              <a:gd name="connsiteY17" fmla="*/ 4897436 h 4897436"/>
              <a:gd name="connsiteX18" fmla="*/ 357203 w 5543547"/>
              <a:gd name="connsiteY18" fmla="*/ 4897436 h 4897436"/>
              <a:gd name="connsiteX19" fmla="*/ 285669 w 5543547"/>
              <a:gd name="connsiteY19" fmla="*/ 4897436 h 4897436"/>
              <a:gd name="connsiteX20" fmla="*/ 0 w 5543547"/>
              <a:gd name="connsiteY20" fmla="*/ 4611767 h 4897436"/>
              <a:gd name="connsiteX21" fmla="*/ 0 w 5543547"/>
              <a:gd name="connsiteY21" fmla="*/ 2961675 h 4897436"/>
              <a:gd name="connsiteX22" fmla="*/ 0 w 5543547"/>
              <a:gd name="connsiteY22" fmla="*/ 1935761 h 4897436"/>
              <a:gd name="connsiteX23" fmla="*/ 0 w 5543547"/>
              <a:gd name="connsiteY23" fmla="*/ 285669 h 4897436"/>
              <a:gd name="connsiteX24" fmla="*/ 285669 w 5543547"/>
              <a:gd name="connsiteY24" fmla="*/ 0 h 4897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5543547" h="4897436" fill="norm" stroke="1" extrusionOk="0">
                <a:moveTo>
                  <a:pt x="285669" y="0"/>
                </a:moveTo>
                <a:lnTo>
                  <a:pt x="357203" y="0"/>
                </a:lnTo>
                <a:lnTo>
                  <a:pt x="2253673" y="0"/>
                </a:lnTo>
                <a:lnTo>
                  <a:pt x="2325207" y="0"/>
                </a:lnTo>
                <a:lnTo>
                  <a:pt x="3218340" y="0"/>
                </a:lnTo>
                <a:lnTo>
                  <a:pt x="3289874" y="0"/>
                </a:lnTo>
                <a:lnTo>
                  <a:pt x="5186344" y="0"/>
                </a:lnTo>
                <a:lnTo>
                  <a:pt x="5257878" y="0"/>
                </a:lnTo>
                <a:cubicBezTo>
                  <a:pt x="5415649" y="0"/>
                  <a:pt x="5543547" y="127898"/>
                  <a:pt x="5543547" y="285669"/>
                </a:cubicBezTo>
                <a:lnTo>
                  <a:pt x="5543547" y="1935761"/>
                </a:lnTo>
                <a:lnTo>
                  <a:pt x="5543547" y="2961675"/>
                </a:lnTo>
                <a:lnTo>
                  <a:pt x="5543547" y="4611767"/>
                </a:lnTo>
                <a:cubicBezTo>
                  <a:pt x="5543547" y="4769538"/>
                  <a:pt x="5415649" y="4897436"/>
                  <a:pt x="5257878" y="4897436"/>
                </a:cubicBezTo>
                <a:lnTo>
                  <a:pt x="5186344" y="4897436"/>
                </a:lnTo>
                <a:lnTo>
                  <a:pt x="3289874" y="4897436"/>
                </a:lnTo>
                <a:lnTo>
                  <a:pt x="3218340" y="4897436"/>
                </a:lnTo>
                <a:lnTo>
                  <a:pt x="2325207" y="4897436"/>
                </a:lnTo>
                <a:lnTo>
                  <a:pt x="2253673" y="4897436"/>
                </a:lnTo>
                <a:lnTo>
                  <a:pt x="357203" y="4897436"/>
                </a:lnTo>
                <a:lnTo>
                  <a:pt x="285669" y="4897436"/>
                </a:lnTo>
                <a:cubicBezTo>
                  <a:pt x="127898" y="4897436"/>
                  <a:pt x="0" y="4769538"/>
                  <a:pt x="0" y="4611767"/>
                </a:cubicBezTo>
                <a:lnTo>
                  <a:pt x="0" y="2961675"/>
                </a:lnTo>
                <a:lnTo>
                  <a:pt x="0" y="1935761"/>
                </a:lnTo>
                <a:lnTo>
                  <a:pt x="0" y="285669"/>
                </a:lnTo>
                <a:cubicBezTo>
                  <a:pt x="0" y="127898"/>
                  <a:pt x="127898" y="0"/>
                  <a:pt x="285669" y="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lIns="144000" tIns="144000" rIns="144000" bIns="144000">
            <a:noAutofit/>
          </a:bodyPr>
          <a:lstStyle>
            <a:lvl1pPr marL="0" indent="0">
              <a:buNone/>
              <a:defRPr sz="1400"/>
            </a:lvl1pPr>
          </a:lstStyle>
          <a:p>
            <a:pPr>
              <a:defRPr/>
            </a:pPr>
            <a:endParaRPr lang="en-CA"/>
          </a:p>
        </p:txBody>
      </p:sp>
      <p:sp>
        <p:nvSpPr>
          <p:cNvPr id="1906459154" name="Inhaltsplatzhalter 2"/>
          <p:cNvSpPr>
            <a:spLocks noGrp="1"/>
          </p:cNvSpPr>
          <p:nvPr>
            <p:ph sz="half" idx="17" hasCustomPrompt="1"/>
          </p:nvPr>
        </p:nvSpPr>
        <p:spPr bwMode="auto">
          <a:xfrm>
            <a:off x="6240463" y="1484314"/>
            <a:ext cx="5543551" cy="4897436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1850006923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26D119F-689D-4112-94EF-BACCDDBAD45A}" type="datetime1">
              <a:rPr lang="de-DE"/>
              <a:t>26.01.2026</a:t>
            </a:fld>
            <a:endParaRPr lang="en-CA"/>
          </a:p>
        </p:txBody>
      </p:sp>
      <p:sp>
        <p:nvSpPr>
          <p:cNvPr id="478968016" name="Foliennummernplatzhalter 5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1302674617" name="Textfeld 34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bg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475297423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5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2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6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7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8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0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1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2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3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4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5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6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7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0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3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4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5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6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7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2 contents whit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7057547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/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1035068844" name="Titel 1"/>
          <p:cNvSpPr>
            <a:spLocks noGrp="1"/>
          </p:cNvSpPr>
          <p:nvPr>
            <p:ph type="title" hasCustomPrompt="1"/>
          </p:nvPr>
        </p:nvSpPr>
        <p:spPr bwMode="auto"/>
        <p:txBody>
          <a:bodyPr vert="horz"/>
          <a:lstStyle/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219508246" name="Inhaltsplatzhalter 2"/>
          <p:cNvSpPr>
            <a:spLocks noGrp="1"/>
          </p:cNvSpPr>
          <p:nvPr>
            <p:ph sz="half" idx="1" hasCustomPrompt="1"/>
          </p:nvPr>
        </p:nvSpPr>
        <p:spPr bwMode="auto">
          <a:xfrm>
            <a:off x="407988" y="1484312"/>
            <a:ext cx="5538788" cy="4897437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88675780" name="Inhaltsplatzhalter 3"/>
          <p:cNvSpPr>
            <a:spLocks noGrp="1"/>
          </p:cNvSpPr>
          <p:nvPr>
            <p:ph sz="half" idx="2" hasCustomPrompt="1"/>
          </p:nvPr>
        </p:nvSpPr>
        <p:spPr bwMode="auto">
          <a:xfrm>
            <a:off x="6245226" y="1484312"/>
            <a:ext cx="5538788" cy="4897437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1353087928" name="Datumsplatzhalter 4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639196C7-E992-43AB-8F76-578993D9CEAE}" type="datetime1">
              <a:rPr lang="de-DE"/>
              <a:t>26.01.2026</a:t>
            </a:fld>
            <a:endParaRPr lang="en-CA"/>
          </a:p>
        </p:txBody>
      </p:sp>
      <p:sp>
        <p:nvSpPr>
          <p:cNvPr id="1487641729" name="Foliennummernplatzhalter 6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2 contents blue">
    <p:bg>
      <p:bgPr shadeToTitle="0"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0460181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1496727196" name="Titel 5"/>
          <p:cNvSpPr>
            <a:spLocks noGrp="1"/>
          </p:cNvSpPr>
          <p:nvPr>
            <p:ph type="title" hasCustomPrompt="1"/>
          </p:nvPr>
        </p:nvSpPr>
        <p:spPr bwMode="auto"/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1410973219" name="Inhaltsplatzhalter 2"/>
          <p:cNvSpPr>
            <a:spLocks noGrp="1"/>
          </p:cNvSpPr>
          <p:nvPr>
            <p:ph sz="half" idx="1" hasCustomPrompt="1"/>
          </p:nvPr>
        </p:nvSpPr>
        <p:spPr bwMode="auto">
          <a:xfrm>
            <a:off x="407988" y="1484312"/>
            <a:ext cx="5538788" cy="4897437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1188711554" name="Inhaltsplatzhalter 2"/>
          <p:cNvSpPr>
            <a:spLocks noGrp="1"/>
          </p:cNvSpPr>
          <p:nvPr>
            <p:ph sz="half" idx="14" hasCustomPrompt="1"/>
          </p:nvPr>
        </p:nvSpPr>
        <p:spPr bwMode="auto">
          <a:xfrm>
            <a:off x="6245226" y="1484312"/>
            <a:ext cx="5538788" cy="4897437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1129875596" name="Datumsplatzhalter 2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42558CD2-52FA-4D7C-A86C-723F48EB75AD}" type="datetime1">
              <a:rPr lang="de-DE"/>
              <a:t>26.01.2026</a:t>
            </a:fld>
            <a:endParaRPr lang="en-CA"/>
          </a:p>
        </p:txBody>
      </p:sp>
      <p:sp>
        <p:nvSpPr>
          <p:cNvPr id="192705853" name="Foliennummernplatzhalter 4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240873547" name="Textfeld 1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bg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772299094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8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9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0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4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5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6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7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8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9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0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1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2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3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4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5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6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7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8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9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0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1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2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3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2 contents with subheadline whit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4006760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/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1611103413" name="Titel 1"/>
          <p:cNvSpPr>
            <a:spLocks noGrp="1"/>
          </p:cNvSpPr>
          <p:nvPr>
            <p:ph type="title" hasCustomPrompt="1"/>
          </p:nvPr>
        </p:nvSpPr>
        <p:spPr bwMode="auto"/>
        <p:txBody>
          <a:bodyPr vert="horz"/>
          <a:lstStyle/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1900867377" name="Textplatzhalter 52"/>
          <p:cNvSpPr>
            <a:spLocks noGrp="1"/>
          </p:cNvSpPr>
          <p:nvPr>
            <p:ph type="body" sz="quarter" idx="19" hasCustomPrompt="1"/>
          </p:nvPr>
        </p:nvSpPr>
        <p:spPr bwMode="auto">
          <a:xfrm>
            <a:off x="407988" y="1485415"/>
            <a:ext cx="5538788" cy="276999"/>
          </a:xfrm>
        </p:spPr>
        <p:txBody>
          <a:bodyPr wrap="square" anchor="t">
            <a:spAutoFit/>
          </a:bodyPr>
          <a:lstStyle>
            <a:lvl1pPr marL="0" indent="0">
              <a:buNone/>
              <a:defRPr sz="1800" cap="none">
                <a:solidFill>
                  <a:schemeClr val="accent2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de-DE"/>
              <a:t>Headline</a:t>
            </a:r>
            <a:endParaRPr lang="en-CA"/>
          </a:p>
        </p:txBody>
      </p:sp>
      <p:sp>
        <p:nvSpPr>
          <p:cNvPr id="143263684" name="Inhaltsplatzhalter 2"/>
          <p:cNvSpPr>
            <a:spLocks noGrp="1"/>
          </p:cNvSpPr>
          <p:nvPr>
            <p:ph sz="half" idx="1" hasCustomPrompt="1"/>
          </p:nvPr>
        </p:nvSpPr>
        <p:spPr bwMode="auto">
          <a:xfrm>
            <a:off x="407988" y="1926307"/>
            <a:ext cx="5538788" cy="4455443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1657650722" name="Textplatzhalter 52"/>
          <p:cNvSpPr>
            <a:spLocks noGrp="1"/>
          </p:cNvSpPr>
          <p:nvPr>
            <p:ph type="body" sz="quarter" idx="20" hasCustomPrompt="1"/>
          </p:nvPr>
        </p:nvSpPr>
        <p:spPr bwMode="auto">
          <a:xfrm>
            <a:off x="6245226" y="1485415"/>
            <a:ext cx="5538788" cy="276999"/>
          </a:xfrm>
        </p:spPr>
        <p:txBody>
          <a:bodyPr wrap="square" anchor="t">
            <a:spAutoFit/>
          </a:bodyPr>
          <a:lstStyle>
            <a:lvl1pPr marL="0" indent="0">
              <a:buNone/>
              <a:defRPr sz="1800" cap="none">
                <a:solidFill>
                  <a:schemeClr val="accent2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de-DE"/>
              <a:t>Headline</a:t>
            </a:r>
            <a:endParaRPr lang="en-CA"/>
          </a:p>
        </p:txBody>
      </p:sp>
      <p:sp>
        <p:nvSpPr>
          <p:cNvPr id="1683850329" name="Inhaltsplatzhalter 3"/>
          <p:cNvSpPr>
            <a:spLocks noGrp="1"/>
          </p:cNvSpPr>
          <p:nvPr>
            <p:ph sz="half" idx="2" hasCustomPrompt="1"/>
          </p:nvPr>
        </p:nvSpPr>
        <p:spPr bwMode="auto">
          <a:xfrm>
            <a:off x="6245226" y="1926306"/>
            <a:ext cx="5538788" cy="4455443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1238294051" name="Datumsplatzhalter 4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66B37C8C-F68A-4E06-9922-6EEE86F126B4}" type="datetime1">
              <a:rPr lang="de-DE"/>
              <a:t>26.01.2026</a:t>
            </a:fld>
            <a:endParaRPr lang="en-CA"/>
          </a:p>
        </p:txBody>
      </p:sp>
      <p:sp>
        <p:nvSpPr>
          <p:cNvPr id="57421335" name="Foliennummernplatzhalter 6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2 contents with subheadline blue">
    <p:bg>
      <p:bgPr shadeToTitle="0"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2173937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marL="0" marR="0" lv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Tx/>
              <a:buFont typeface="Wingdings"/>
              <a:buNone/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1921968788" name="Titel 1"/>
          <p:cNvSpPr>
            <a:spLocks noGrp="1"/>
          </p:cNvSpPr>
          <p:nvPr>
            <p:ph type="title" hasCustomPrompt="1"/>
          </p:nvPr>
        </p:nvSpPr>
        <p:spPr bwMode="auto"/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929640132" name="Textplatzhalter 52"/>
          <p:cNvSpPr>
            <a:spLocks noGrp="1"/>
          </p:cNvSpPr>
          <p:nvPr>
            <p:ph type="body" sz="quarter" idx="19" hasCustomPrompt="1"/>
          </p:nvPr>
        </p:nvSpPr>
        <p:spPr bwMode="auto">
          <a:xfrm>
            <a:off x="407988" y="1485415"/>
            <a:ext cx="5538788" cy="276999"/>
          </a:xfrm>
        </p:spPr>
        <p:txBody>
          <a:bodyPr wrap="square" anchor="t">
            <a:spAutoFit/>
          </a:bodyPr>
          <a:lstStyle>
            <a:lvl1pPr marL="0" indent="0">
              <a:buNone/>
              <a:defRPr sz="1800" cap="none">
                <a:solidFill>
                  <a:schemeClr val="bg1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de-DE"/>
              <a:t>Headline</a:t>
            </a:r>
            <a:endParaRPr lang="en-CA"/>
          </a:p>
        </p:txBody>
      </p:sp>
      <p:sp>
        <p:nvSpPr>
          <p:cNvPr id="485389366" name="Inhaltsplatzhalter 2"/>
          <p:cNvSpPr>
            <a:spLocks noGrp="1"/>
          </p:cNvSpPr>
          <p:nvPr>
            <p:ph sz="half" idx="1" hasCustomPrompt="1"/>
          </p:nvPr>
        </p:nvSpPr>
        <p:spPr bwMode="auto">
          <a:xfrm>
            <a:off x="407988" y="1926307"/>
            <a:ext cx="5538788" cy="4455443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1512781409" name="Textplatzhalter 52"/>
          <p:cNvSpPr>
            <a:spLocks noGrp="1"/>
          </p:cNvSpPr>
          <p:nvPr>
            <p:ph type="body" sz="quarter" idx="20" hasCustomPrompt="1"/>
          </p:nvPr>
        </p:nvSpPr>
        <p:spPr bwMode="auto">
          <a:xfrm>
            <a:off x="6240463" y="1485415"/>
            <a:ext cx="5543548" cy="276999"/>
          </a:xfrm>
        </p:spPr>
        <p:txBody>
          <a:bodyPr wrap="square" anchor="t">
            <a:spAutoFit/>
          </a:bodyPr>
          <a:lstStyle>
            <a:lvl1pPr marL="0" indent="0">
              <a:buNone/>
              <a:defRPr sz="1800" cap="none">
                <a:solidFill>
                  <a:schemeClr val="bg1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de-DE"/>
              <a:t>Headline</a:t>
            </a:r>
            <a:endParaRPr lang="en-CA"/>
          </a:p>
        </p:txBody>
      </p:sp>
      <p:sp>
        <p:nvSpPr>
          <p:cNvPr id="221937339" name="Inhaltsplatzhalter 3"/>
          <p:cNvSpPr>
            <a:spLocks noGrp="1"/>
          </p:cNvSpPr>
          <p:nvPr>
            <p:ph sz="half" idx="2" hasCustomPrompt="1"/>
          </p:nvPr>
        </p:nvSpPr>
        <p:spPr bwMode="auto">
          <a:xfrm>
            <a:off x="6240464" y="1926306"/>
            <a:ext cx="5543550" cy="4455443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1713824670" name="Datumsplatzhalter 4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66B37C8C-F68A-4E06-9922-6EEE86F126B4}" type="datetime1">
              <a:rPr lang="de-DE"/>
              <a:t>26.01.2026</a:t>
            </a:fld>
            <a:endParaRPr lang="en-CA"/>
          </a:p>
        </p:txBody>
      </p:sp>
      <p:sp>
        <p:nvSpPr>
          <p:cNvPr id="752799658" name="Textfeld 36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bg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828638622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9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8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9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0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1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2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3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4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5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6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7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0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3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4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5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6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7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8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9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  <p:sp>
        <p:nvSpPr>
          <p:cNvPr id="1475668527" name="Foliennummernplatzhalter 6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1_3 contents + picture ">
    <p:bg>
      <p:bgPr shadeToTitle="0"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6300414" name="Rechteck 43"/>
          <p:cNvSpPr/>
          <p:nvPr userDrawn="1"/>
        </p:nvSpPr>
        <p:spPr bwMode="white">
          <a:xfrm>
            <a:off x="0" y="0"/>
            <a:ext cx="12192000" cy="3657600"/>
          </a:xfrm>
          <a:prstGeom prst="rect">
            <a:avLst/>
          </a:prstGeom>
          <a:gradFill>
            <a:gsLst>
              <a:gs pos="0">
                <a:schemeClr val="accent1">
                  <a:alpha val="95000"/>
                </a:schemeClr>
              </a:gs>
              <a:gs pos="100000">
                <a:srgbClr val="3A43FF">
                  <a:alpha val="90000"/>
                </a:srgbClr>
              </a:gs>
            </a:gsLst>
            <a:lin ang="81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endParaRPr lang="en-CA"/>
          </a:p>
        </p:txBody>
      </p:sp>
      <p:sp>
        <p:nvSpPr>
          <p:cNvPr id="911187240" name="Rechteck 9"/>
          <p:cNvSpPr/>
          <p:nvPr userDrawn="1"/>
        </p:nvSpPr>
        <p:spPr bwMode="white">
          <a:xfrm>
            <a:off x="0" y="3657600"/>
            <a:ext cx="12192000" cy="3200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CA"/>
          </a:p>
        </p:txBody>
      </p:sp>
      <p:sp>
        <p:nvSpPr>
          <p:cNvPr id="2030343073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A9A89F6A-0E67-4481-8AD9-D887712E51A9}" type="datetime1">
              <a:rPr lang="de-DE"/>
              <a:t>26.01.2026</a:t>
            </a:fld>
            <a:endParaRPr lang="en-CA"/>
          </a:p>
        </p:txBody>
      </p:sp>
      <p:sp>
        <p:nvSpPr>
          <p:cNvPr id="1143161024" name="Titel 46"/>
          <p:cNvSpPr>
            <a:spLocks noGrp="1"/>
          </p:cNvSpPr>
          <p:nvPr>
            <p:ph type="title" hasCustomPrompt="1"/>
          </p:nvPr>
        </p:nvSpPr>
        <p:spPr bwMode="auto">
          <a:xfrm>
            <a:off x="407988" y="1484313"/>
            <a:ext cx="10050812" cy="553998"/>
          </a:xfrm>
        </p:spPr>
        <p:txBody>
          <a:bodyPr vert="horz"/>
          <a:lstStyle>
            <a:lvl1pPr>
              <a:defRPr sz="36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329888032" name="Textplatzhalter 52"/>
          <p:cNvSpPr>
            <a:spLocks noGrp="1"/>
          </p:cNvSpPr>
          <p:nvPr>
            <p:ph type="body" sz="quarter" idx="19" hasCustomPrompt="1"/>
          </p:nvPr>
        </p:nvSpPr>
        <p:spPr bwMode="auto">
          <a:xfrm>
            <a:off x="407988" y="3849561"/>
            <a:ext cx="3600450" cy="276999"/>
          </a:xfrm>
        </p:spPr>
        <p:txBody>
          <a:bodyPr wrap="square">
            <a:spAutoFit/>
          </a:bodyPr>
          <a:lstStyle>
            <a:lvl1pPr marL="0" indent="0">
              <a:buNone/>
              <a:defRPr sz="1800" cap="none">
                <a:solidFill>
                  <a:srgbClr val="3264FF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en-CA"/>
              <a:t>From</a:t>
            </a:r>
            <a:endParaRPr/>
          </a:p>
        </p:txBody>
      </p:sp>
      <p:sp>
        <p:nvSpPr>
          <p:cNvPr id="36756003" name="Inhaltsplatzhalter 39"/>
          <p:cNvSpPr>
            <a:spLocks noGrp="1"/>
          </p:cNvSpPr>
          <p:nvPr>
            <p:ph sz="quarter" idx="22" hasCustomPrompt="1"/>
          </p:nvPr>
        </p:nvSpPr>
        <p:spPr bwMode="auto">
          <a:xfrm>
            <a:off x="407988" y="4298156"/>
            <a:ext cx="3600450" cy="2083593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11782630" name="Textplatzhalter 52"/>
          <p:cNvSpPr>
            <a:spLocks noGrp="1"/>
          </p:cNvSpPr>
          <p:nvPr>
            <p:ph type="body" sz="quarter" idx="20" hasCustomPrompt="1"/>
          </p:nvPr>
        </p:nvSpPr>
        <p:spPr bwMode="auto">
          <a:xfrm>
            <a:off x="4296175" y="3849561"/>
            <a:ext cx="3600043" cy="276999"/>
          </a:xfrm>
        </p:spPr>
        <p:txBody>
          <a:bodyPr wrap="square">
            <a:spAutoFit/>
          </a:bodyPr>
          <a:lstStyle>
            <a:lvl1pPr marL="0" indent="0">
              <a:buNone/>
              <a:defRPr sz="1800" cap="none">
                <a:solidFill>
                  <a:srgbClr val="3264FF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de-DE"/>
              <a:t>To</a:t>
            </a:r>
            <a:endParaRPr lang="en-CA"/>
          </a:p>
        </p:txBody>
      </p:sp>
      <p:sp>
        <p:nvSpPr>
          <p:cNvPr id="1216909212" name="Inhaltsplatzhalter 39"/>
          <p:cNvSpPr>
            <a:spLocks noGrp="1"/>
          </p:cNvSpPr>
          <p:nvPr>
            <p:ph sz="quarter" idx="23" hasCustomPrompt="1"/>
          </p:nvPr>
        </p:nvSpPr>
        <p:spPr bwMode="auto">
          <a:xfrm>
            <a:off x="4296175" y="4298156"/>
            <a:ext cx="3600450" cy="2083593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468558205" name="Textplatzhalter 52"/>
          <p:cNvSpPr>
            <a:spLocks noGrp="1"/>
          </p:cNvSpPr>
          <p:nvPr>
            <p:ph type="body" sz="quarter" idx="21" hasCustomPrompt="1"/>
          </p:nvPr>
        </p:nvSpPr>
        <p:spPr bwMode="auto">
          <a:xfrm>
            <a:off x="8184360" y="3849561"/>
            <a:ext cx="3600044" cy="276999"/>
          </a:xfrm>
        </p:spPr>
        <p:txBody>
          <a:bodyPr wrap="square">
            <a:spAutoFit/>
          </a:bodyPr>
          <a:lstStyle>
            <a:lvl1pPr marL="0" indent="0">
              <a:buNone/>
              <a:defRPr sz="1800" cap="none">
                <a:solidFill>
                  <a:srgbClr val="3264FF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en-CA"/>
              <a:t>Details</a:t>
            </a:r>
            <a:endParaRPr/>
          </a:p>
        </p:txBody>
      </p:sp>
      <p:sp>
        <p:nvSpPr>
          <p:cNvPr id="1975109277" name="Inhaltsplatzhalter 39"/>
          <p:cNvSpPr>
            <a:spLocks noGrp="1"/>
          </p:cNvSpPr>
          <p:nvPr>
            <p:ph sz="quarter" idx="24" hasCustomPrompt="1"/>
          </p:nvPr>
        </p:nvSpPr>
        <p:spPr bwMode="auto">
          <a:xfrm>
            <a:off x="8184362" y="4298156"/>
            <a:ext cx="3600450" cy="2083593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1570435903" name="Textfeld 2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tx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tx1"/>
              </a:solidFill>
            </a:endParaRPr>
          </a:p>
        </p:txBody>
      </p:sp>
      <p:sp>
        <p:nvSpPr>
          <p:cNvPr id="1149053588" name="Foliennummernplatzhalter 5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grpSp>
        <p:nvGrpSpPr>
          <p:cNvPr id="902559070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5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7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8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1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6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7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8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9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1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4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5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6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7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8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9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0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1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2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3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2 contents white/blue">
    <p:bg>
      <p:bgPr shadeToTitle="0"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1214635" name="Rechteck 37"/>
          <p:cNvSpPr/>
          <p:nvPr userDrawn="1"/>
        </p:nvSpPr>
        <p:spPr bwMode="white">
          <a:xfrm>
            <a:off x="0" y="0"/>
            <a:ext cx="6096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CA"/>
          </a:p>
        </p:txBody>
      </p:sp>
      <p:sp>
        <p:nvSpPr>
          <p:cNvPr id="1446908155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8" y="219691"/>
            <a:ext cx="5399999" cy="153888"/>
          </a:xfrm>
        </p:spPr>
        <p:txBody>
          <a:bodyPr wrap="square" anchor="b">
            <a:spAutoFit/>
          </a:bodyPr>
          <a:lstStyle>
            <a:lvl1pPr marL="0" indent="0">
              <a:buNone/>
              <a:defRPr sz="1000" cap="all"/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1434214471" name="Titel 1"/>
          <p:cNvSpPr>
            <a:spLocks noGrp="1"/>
          </p:cNvSpPr>
          <p:nvPr>
            <p:ph type="title" hasCustomPrompt="1"/>
          </p:nvPr>
        </p:nvSpPr>
        <p:spPr bwMode="auto">
          <a:xfrm>
            <a:off x="407988" y="404813"/>
            <a:ext cx="5399999" cy="369332"/>
          </a:xfrm>
        </p:spPr>
        <p:txBody>
          <a:bodyPr vert="horz"/>
          <a:lstStyle/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278470209" name="Inhaltsplatzhalter 2"/>
          <p:cNvSpPr>
            <a:spLocks noGrp="1"/>
          </p:cNvSpPr>
          <p:nvPr>
            <p:ph sz="half" idx="1" hasCustomPrompt="1"/>
          </p:nvPr>
        </p:nvSpPr>
        <p:spPr bwMode="auto">
          <a:xfrm>
            <a:off x="407987" y="1484312"/>
            <a:ext cx="5400000" cy="4897437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1927440445" name="Inhaltsplatzhalter 3"/>
          <p:cNvSpPr>
            <a:spLocks noGrp="1"/>
          </p:cNvSpPr>
          <p:nvPr>
            <p:ph sz="half" idx="2" hasCustomPrompt="1"/>
          </p:nvPr>
        </p:nvSpPr>
        <p:spPr bwMode="auto">
          <a:xfrm>
            <a:off x="6384013" y="1484312"/>
            <a:ext cx="5400000" cy="4897437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745546660" name="Datumsplatzhalter 4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buClr>
                <a:schemeClr val="bg1"/>
              </a:buCl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64BB44E-8903-4313-BBED-09991CD8D6D8}" type="datetime1">
              <a:rPr lang="de-DE"/>
              <a:t>26.01.2026</a:t>
            </a:fld>
            <a:endParaRPr lang="en-CA"/>
          </a:p>
        </p:txBody>
      </p:sp>
      <p:sp>
        <p:nvSpPr>
          <p:cNvPr id="513809385" name="Foliennummernplatzhalter 6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buClr>
                <a:schemeClr val="bg1"/>
              </a:buCl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596089210" name="Textfeld 32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tx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tx1"/>
              </a:solidFill>
            </a:endParaRPr>
          </a:p>
        </p:txBody>
      </p:sp>
      <p:grpSp>
        <p:nvGrpSpPr>
          <p:cNvPr id="1691579526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8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6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7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0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1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2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3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4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5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6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7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0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3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4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5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6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7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8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9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2 contents blue/white">
    <p:bg>
      <p:bgPr shadeToTitle="0"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81482219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8" y="219691"/>
            <a:ext cx="5400010" cy="153888"/>
          </a:xfrm>
        </p:spPr>
        <p:txBody>
          <a:bodyPr wrap="square" anchor="b">
            <a:spAutoFit/>
          </a:bodyPr>
          <a:lstStyle>
            <a:lvl1pPr marL="0" indent="0">
              <a:buNone/>
              <a:defRPr sz="1000" cap="all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696334805" name="Titel 1"/>
          <p:cNvSpPr>
            <a:spLocks noGrp="1"/>
          </p:cNvSpPr>
          <p:nvPr>
            <p:ph type="title" hasCustomPrompt="1"/>
          </p:nvPr>
        </p:nvSpPr>
        <p:spPr bwMode="auto">
          <a:xfrm>
            <a:off x="407988" y="404813"/>
            <a:ext cx="5400010" cy="369332"/>
          </a:xfrm>
        </p:spPr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1024638" name="Inhaltsplatzhalter 3"/>
          <p:cNvSpPr>
            <a:spLocks noGrp="1"/>
          </p:cNvSpPr>
          <p:nvPr>
            <p:ph sz="half" idx="2" hasCustomPrompt="1"/>
          </p:nvPr>
        </p:nvSpPr>
        <p:spPr bwMode="auto">
          <a:xfrm>
            <a:off x="407986" y="1484312"/>
            <a:ext cx="5400012" cy="4897437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1667092422" name="Inhaltsplatzhalter 2"/>
          <p:cNvSpPr>
            <a:spLocks noGrp="1"/>
          </p:cNvSpPr>
          <p:nvPr>
            <p:ph sz="half" idx="1" hasCustomPrompt="1"/>
          </p:nvPr>
        </p:nvSpPr>
        <p:spPr bwMode="auto">
          <a:xfrm>
            <a:off x="6384000" y="1484312"/>
            <a:ext cx="5400014" cy="4897437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828966796" name="Textfeld 32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bg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sp>
        <p:nvSpPr>
          <p:cNvPr id="240589768" name="Rechteck 5"/>
          <p:cNvSpPr/>
          <p:nvPr userDrawn="1"/>
        </p:nvSpPr>
        <p:spPr bwMode="auto">
          <a:xfrm>
            <a:off x="6096000" y="0"/>
            <a:ext cx="6096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t"/>
          <a:lstStyle/>
          <a:p>
            <a:pPr marL="252000" indent="-252000" algn="l">
              <a:spcAft>
                <a:spcPts val="600"/>
              </a:spcAft>
              <a:buClr>
                <a:schemeClr val="bg1"/>
              </a:buClr>
              <a:buFont typeface="Wingdings"/>
              <a:buChar char="§"/>
              <a:defRPr/>
            </a:pPr>
            <a:endParaRPr lang="en-CA" sz="1400">
              <a:solidFill>
                <a:schemeClr val="bg1"/>
              </a:solidFill>
            </a:endParaRPr>
          </a:p>
        </p:txBody>
      </p:sp>
      <p:sp>
        <p:nvSpPr>
          <p:cNvPr id="42860092" name="Datumsplatzhalter 4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buClr>
                <a:schemeClr val="bg1"/>
              </a:buCl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E64BB44E-8903-4313-BBED-09991CD8D6D8}" type="datetime1">
              <a:rPr lang="de-DE"/>
              <a:t>26.01.2026</a:t>
            </a:fld>
            <a:endParaRPr lang="en-CA"/>
          </a:p>
        </p:txBody>
      </p:sp>
      <p:sp>
        <p:nvSpPr>
          <p:cNvPr id="2050057728" name="Foliennummernplatzhalter 6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buClr>
                <a:schemeClr val="bg1"/>
              </a:buCl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grpSp>
        <p:nvGrpSpPr>
          <p:cNvPr id="1678538535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accent1"/>
          </a:solidFill>
        </p:grpSpPr>
        <p:sp>
          <p:nvSpPr>
            <p:cNvPr id="9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7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8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0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1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2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3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4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5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6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7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0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3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4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5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6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7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8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9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2 contents blue box vertical">
    <p:bg>
      <p:bgPr shadeToTitle="0"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6641360" name="Rechteck 3"/>
          <p:cNvSpPr/>
          <p:nvPr userDrawn="1"/>
        </p:nvSpPr>
        <p:spPr bwMode="ltGray">
          <a:xfrm>
            <a:off x="1309630" y="0"/>
            <a:ext cx="1088237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endParaRPr lang="en-CA"/>
          </a:p>
        </p:txBody>
      </p:sp>
      <p:sp>
        <p:nvSpPr>
          <p:cNvPr id="1015986840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1599538" y="219691"/>
            <a:ext cx="8859262" cy="153888"/>
          </a:xfrm>
        </p:spPr>
        <p:txBody>
          <a:bodyPr wrap="square" anchor="b">
            <a:spAutoFit/>
          </a:bodyPr>
          <a:lstStyle>
            <a:lvl1pPr marL="0" indent="0">
              <a:buNone/>
              <a:defRPr sz="1000" cap="all"/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2021029745" name="Titel 1"/>
          <p:cNvSpPr>
            <a:spLocks noGrp="1"/>
          </p:cNvSpPr>
          <p:nvPr>
            <p:ph type="title" hasCustomPrompt="1"/>
          </p:nvPr>
        </p:nvSpPr>
        <p:spPr bwMode="auto">
          <a:xfrm>
            <a:off x="1599538" y="404813"/>
            <a:ext cx="8859262" cy="369332"/>
          </a:xfrm>
        </p:spPr>
        <p:txBody>
          <a:bodyPr vert="horz"/>
          <a:lstStyle/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750404346" name="Inhaltsplatzhalter 2"/>
          <p:cNvSpPr>
            <a:spLocks noGrp="1"/>
          </p:cNvSpPr>
          <p:nvPr>
            <p:ph sz="half" idx="14" hasCustomPrompt="1"/>
          </p:nvPr>
        </p:nvSpPr>
        <p:spPr bwMode="auto">
          <a:xfrm>
            <a:off x="1599538" y="1484312"/>
            <a:ext cx="4948238" cy="4897437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282629628" name="Inhaltsplatzhalter 2"/>
          <p:cNvSpPr>
            <a:spLocks noGrp="1"/>
          </p:cNvSpPr>
          <p:nvPr>
            <p:ph sz="half" idx="1" hasCustomPrompt="1"/>
          </p:nvPr>
        </p:nvSpPr>
        <p:spPr bwMode="auto">
          <a:xfrm>
            <a:off x="6835776" y="1484312"/>
            <a:ext cx="4948238" cy="4897437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1280766419" name="Datumsplatzhalter 4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buClr>
                <a:schemeClr val="bg1"/>
              </a:buCl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E64BB44E-8903-4313-BBED-09991CD8D6D8}" type="datetime1">
              <a:rPr lang="de-DE"/>
              <a:t>26.01.2026</a:t>
            </a:fld>
            <a:endParaRPr lang="en-CA"/>
          </a:p>
        </p:txBody>
      </p:sp>
      <p:sp>
        <p:nvSpPr>
          <p:cNvPr id="477840613" name="Foliennummernplatzhalter 6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buClr>
                <a:schemeClr val="bg1"/>
              </a:buCl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1148729066" name="Textfeld 32"/>
          <p:cNvSpPr txBox="1"/>
          <p:nvPr userDrawn="1"/>
        </p:nvSpPr>
        <p:spPr bwMode="auto">
          <a:xfrm>
            <a:off x="1599538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tx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tx1"/>
              </a:solidFill>
            </a:endParaRPr>
          </a:p>
        </p:txBody>
      </p:sp>
      <p:grpSp>
        <p:nvGrpSpPr>
          <p:cNvPr id="1329624920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accent1"/>
          </a:solidFill>
        </p:grpSpPr>
        <p:sp>
          <p:nvSpPr>
            <p:cNvPr id="8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9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0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1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2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3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4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5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6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7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8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9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0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1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2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3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4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5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6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7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8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9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0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2 contents blue box horizontal">
    <p:bg>
      <p:bgPr shadeToTitle="0"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0633377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939059301" name="Titel 1"/>
          <p:cNvSpPr>
            <a:spLocks noGrp="1"/>
          </p:cNvSpPr>
          <p:nvPr>
            <p:ph type="title" hasCustomPrompt="1"/>
          </p:nvPr>
        </p:nvSpPr>
        <p:spPr bwMode="auto"/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1123250897" name="Rectangle 8"/>
          <p:cNvSpPr/>
          <p:nvPr userDrawn="1"/>
        </p:nvSpPr>
        <p:spPr bwMode="auto">
          <a:xfrm>
            <a:off x="0" y="1196975"/>
            <a:ext cx="12192000" cy="566102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t"/>
          <a:lstStyle/>
          <a:p>
            <a:pPr marL="252000" indent="-252000" algn="l">
              <a:spcAft>
                <a:spcPts val="600"/>
              </a:spcAft>
              <a:buClr>
                <a:schemeClr val="bg1"/>
              </a:buClr>
              <a:buFont typeface="Wingdings"/>
              <a:buChar char="§"/>
              <a:defRPr/>
            </a:pPr>
            <a:endParaRPr lang="de-DE" sz="1400">
              <a:solidFill>
                <a:schemeClr val="bg1"/>
              </a:solidFill>
            </a:endParaRPr>
          </a:p>
        </p:txBody>
      </p:sp>
      <p:sp>
        <p:nvSpPr>
          <p:cNvPr id="254353872" name="Datumsplatzhalter 4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639196C7-E992-43AB-8F76-578993D9CEAE}" type="datetime1">
              <a:rPr lang="de-DE"/>
              <a:t>26.01.2026</a:t>
            </a:fld>
            <a:endParaRPr lang="en-CA"/>
          </a:p>
        </p:txBody>
      </p:sp>
      <p:sp>
        <p:nvSpPr>
          <p:cNvPr id="1545870757" name="Foliennummernplatzhalter 6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1955442196" name="Textfeld 35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tx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tx1"/>
              </a:solidFill>
            </a:endParaRPr>
          </a:p>
        </p:txBody>
      </p:sp>
      <p:grpSp>
        <p:nvGrpSpPr>
          <p:cNvPr id="837813679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11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7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8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9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0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1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2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3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4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5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6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7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0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3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4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5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6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7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8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  <p:sp>
        <p:nvSpPr>
          <p:cNvPr id="420533138" name="Inhaltsplatzhalter 2"/>
          <p:cNvSpPr>
            <a:spLocks noGrp="1"/>
          </p:cNvSpPr>
          <p:nvPr>
            <p:ph sz="half" idx="1" hasCustomPrompt="1"/>
          </p:nvPr>
        </p:nvSpPr>
        <p:spPr bwMode="auto">
          <a:xfrm>
            <a:off x="407988" y="1484312"/>
            <a:ext cx="5538788" cy="4897437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1368359624" name="Inhaltsplatzhalter 3"/>
          <p:cNvSpPr>
            <a:spLocks noGrp="1"/>
          </p:cNvSpPr>
          <p:nvPr>
            <p:ph sz="half" idx="2" hasCustomPrompt="1"/>
          </p:nvPr>
        </p:nvSpPr>
        <p:spPr bwMode="auto">
          <a:xfrm>
            <a:off x="6245226" y="1484312"/>
            <a:ext cx="5538788" cy="4897437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3 contents whit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3898835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/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161590229" name="Titel 1"/>
          <p:cNvSpPr>
            <a:spLocks noGrp="1"/>
          </p:cNvSpPr>
          <p:nvPr>
            <p:ph type="title" hasCustomPrompt="1"/>
          </p:nvPr>
        </p:nvSpPr>
        <p:spPr bwMode="auto"/>
        <p:txBody>
          <a:bodyPr vert="horz"/>
          <a:lstStyle/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1004604191" name="Inhaltsplatzhalter 2"/>
          <p:cNvSpPr>
            <a:spLocks noGrp="1"/>
          </p:cNvSpPr>
          <p:nvPr>
            <p:ph sz="half" idx="1" hasCustomPrompt="1"/>
          </p:nvPr>
        </p:nvSpPr>
        <p:spPr bwMode="auto">
          <a:xfrm>
            <a:off x="407988" y="1484312"/>
            <a:ext cx="3600451" cy="4897437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1988747178" name="Inhaltsplatzhalter 3"/>
          <p:cNvSpPr>
            <a:spLocks noGrp="1"/>
          </p:cNvSpPr>
          <p:nvPr>
            <p:ph sz="half" idx="2" hasCustomPrompt="1"/>
          </p:nvPr>
        </p:nvSpPr>
        <p:spPr bwMode="auto">
          <a:xfrm>
            <a:off x="4296175" y="1484312"/>
            <a:ext cx="3600450" cy="4897437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677222923" name="Foliennummernplatzhalter 6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1437119176" name="Datumsplatzhalter 4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639196C7-E992-43AB-8F76-578993D9CEAE}" type="datetime1">
              <a:rPr lang="de-DE"/>
              <a:t>26.01.2026</a:t>
            </a:fld>
            <a:endParaRPr lang="en-CA"/>
          </a:p>
        </p:txBody>
      </p:sp>
      <p:sp>
        <p:nvSpPr>
          <p:cNvPr id="857752486" name="Inhaltsplatzhalter 3"/>
          <p:cNvSpPr>
            <a:spLocks noGrp="1"/>
          </p:cNvSpPr>
          <p:nvPr>
            <p:ph sz="half" idx="14" hasCustomPrompt="1"/>
          </p:nvPr>
        </p:nvSpPr>
        <p:spPr bwMode="auto">
          <a:xfrm>
            <a:off x="8184362" y="1484312"/>
            <a:ext cx="3600450" cy="4897437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3 contents blue">
    <p:bg>
      <p:bgPr shadeToTitle="0"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2940372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646663340" name="Titel 5"/>
          <p:cNvSpPr>
            <a:spLocks noGrp="1"/>
          </p:cNvSpPr>
          <p:nvPr>
            <p:ph type="title" hasCustomPrompt="1"/>
          </p:nvPr>
        </p:nvSpPr>
        <p:spPr bwMode="auto"/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1953961849" name="Inhaltsplatzhalter 2"/>
          <p:cNvSpPr>
            <a:spLocks noGrp="1"/>
          </p:cNvSpPr>
          <p:nvPr>
            <p:ph sz="half" idx="14" hasCustomPrompt="1"/>
          </p:nvPr>
        </p:nvSpPr>
        <p:spPr bwMode="auto">
          <a:xfrm>
            <a:off x="4296175" y="1484312"/>
            <a:ext cx="3600451" cy="4897437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1063626282" name="Inhaltsplatzhalter 2"/>
          <p:cNvSpPr>
            <a:spLocks noGrp="1"/>
          </p:cNvSpPr>
          <p:nvPr>
            <p:ph sz="half" idx="1" hasCustomPrompt="1"/>
          </p:nvPr>
        </p:nvSpPr>
        <p:spPr bwMode="auto">
          <a:xfrm>
            <a:off x="407988" y="1484312"/>
            <a:ext cx="3600451" cy="4897437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1334271214" name="Inhaltsplatzhalter 2"/>
          <p:cNvSpPr>
            <a:spLocks noGrp="1"/>
          </p:cNvSpPr>
          <p:nvPr>
            <p:ph sz="half" idx="15" hasCustomPrompt="1"/>
          </p:nvPr>
        </p:nvSpPr>
        <p:spPr bwMode="auto">
          <a:xfrm>
            <a:off x="8184362" y="1484312"/>
            <a:ext cx="3600451" cy="4897437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1054108123" name="Datumsplatzhalter 2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42558CD2-52FA-4D7C-A86C-723F48EB75AD}" type="datetime1">
              <a:rPr lang="de-DE"/>
              <a:t>26.01.2026</a:t>
            </a:fld>
            <a:endParaRPr lang="en-CA"/>
          </a:p>
        </p:txBody>
      </p:sp>
      <p:sp>
        <p:nvSpPr>
          <p:cNvPr id="1323661330" name="Foliennummernplatzhalter 4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1054481577" name="Textfeld 1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bg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1268829836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9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0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4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5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6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7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8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9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0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1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2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3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4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5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6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7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8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9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0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1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2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3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4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3 contents with subheadline whit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4798940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/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624484803" name="Titel 1"/>
          <p:cNvSpPr>
            <a:spLocks noGrp="1"/>
          </p:cNvSpPr>
          <p:nvPr>
            <p:ph type="title" hasCustomPrompt="1"/>
          </p:nvPr>
        </p:nvSpPr>
        <p:spPr bwMode="auto"/>
        <p:txBody>
          <a:bodyPr vert="horz"/>
          <a:lstStyle/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385053572" name="Textplatzhalter 52"/>
          <p:cNvSpPr>
            <a:spLocks noGrp="1"/>
          </p:cNvSpPr>
          <p:nvPr>
            <p:ph type="body" sz="quarter" idx="19" hasCustomPrompt="1"/>
          </p:nvPr>
        </p:nvSpPr>
        <p:spPr bwMode="auto">
          <a:xfrm>
            <a:off x="407987" y="1485415"/>
            <a:ext cx="3600451" cy="276999"/>
          </a:xfrm>
        </p:spPr>
        <p:txBody>
          <a:bodyPr wrap="square" anchor="t">
            <a:spAutoFit/>
          </a:bodyPr>
          <a:lstStyle>
            <a:lvl1pPr marL="0" indent="0">
              <a:buNone/>
              <a:defRPr sz="1800" cap="none">
                <a:solidFill>
                  <a:schemeClr val="accent2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de-DE"/>
              <a:t>Headline</a:t>
            </a:r>
            <a:endParaRPr lang="en-CA"/>
          </a:p>
        </p:txBody>
      </p:sp>
      <p:sp>
        <p:nvSpPr>
          <p:cNvPr id="1114344404" name="Inhaltsplatzhalter 2"/>
          <p:cNvSpPr>
            <a:spLocks noGrp="1"/>
          </p:cNvSpPr>
          <p:nvPr>
            <p:ph sz="half" idx="1" hasCustomPrompt="1"/>
          </p:nvPr>
        </p:nvSpPr>
        <p:spPr bwMode="auto">
          <a:xfrm>
            <a:off x="407988" y="1929407"/>
            <a:ext cx="3600451" cy="4452343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818967013" name="Textplatzhalter 52"/>
          <p:cNvSpPr>
            <a:spLocks noGrp="1"/>
          </p:cNvSpPr>
          <p:nvPr>
            <p:ph type="body" sz="quarter" idx="20" hasCustomPrompt="1"/>
          </p:nvPr>
        </p:nvSpPr>
        <p:spPr bwMode="auto">
          <a:xfrm>
            <a:off x="4295776" y="1485415"/>
            <a:ext cx="3600451" cy="276999"/>
          </a:xfrm>
        </p:spPr>
        <p:txBody>
          <a:bodyPr wrap="square" anchor="t">
            <a:spAutoFit/>
          </a:bodyPr>
          <a:lstStyle>
            <a:lvl1pPr marL="0" indent="0">
              <a:buNone/>
              <a:defRPr sz="1800" cap="none">
                <a:solidFill>
                  <a:schemeClr val="accent2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de-DE"/>
              <a:t>Headline</a:t>
            </a:r>
            <a:endParaRPr lang="en-CA"/>
          </a:p>
        </p:txBody>
      </p:sp>
      <p:sp>
        <p:nvSpPr>
          <p:cNvPr id="35608586" name="Inhaltsplatzhalter 3"/>
          <p:cNvSpPr>
            <a:spLocks noGrp="1"/>
          </p:cNvSpPr>
          <p:nvPr>
            <p:ph sz="half" idx="2" hasCustomPrompt="1"/>
          </p:nvPr>
        </p:nvSpPr>
        <p:spPr bwMode="auto">
          <a:xfrm>
            <a:off x="4296175" y="1929406"/>
            <a:ext cx="3600451" cy="4452343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2055583972" name="Textplatzhalter 52"/>
          <p:cNvSpPr>
            <a:spLocks noGrp="1"/>
          </p:cNvSpPr>
          <p:nvPr>
            <p:ph type="body" sz="quarter" idx="22" hasCustomPrompt="1"/>
          </p:nvPr>
        </p:nvSpPr>
        <p:spPr bwMode="auto">
          <a:xfrm>
            <a:off x="8185855" y="1485415"/>
            <a:ext cx="3600451" cy="276999"/>
          </a:xfrm>
        </p:spPr>
        <p:txBody>
          <a:bodyPr wrap="square" anchor="t">
            <a:spAutoFit/>
          </a:bodyPr>
          <a:lstStyle>
            <a:lvl1pPr marL="0" indent="0">
              <a:buNone/>
              <a:defRPr sz="1800" cap="none">
                <a:solidFill>
                  <a:schemeClr val="accent2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de-DE"/>
              <a:t>Headline</a:t>
            </a:r>
            <a:endParaRPr lang="en-CA"/>
          </a:p>
        </p:txBody>
      </p:sp>
      <p:sp>
        <p:nvSpPr>
          <p:cNvPr id="1827477538" name="Inhaltsplatzhalter 3"/>
          <p:cNvSpPr>
            <a:spLocks noGrp="1"/>
          </p:cNvSpPr>
          <p:nvPr>
            <p:ph sz="half" idx="21" hasCustomPrompt="1"/>
          </p:nvPr>
        </p:nvSpPr>
        <p:spPr bwMode="auto">
          <a:xfrm>
            <a:off x="8184362" y="1929406"/>
            <a:ext cx="3600451" cy="4452343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423951751" name="Datumsplatzhalter 4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66B37C8C-F68A-4E06-9922-6EEE86F126B4}" type="datetime1">
              <a:rPr lang="de-DE"/>
              <a:t>26.01.2026</a:t>
            </a:fld>
            <a:endParaRPr lang="en-CA"/>
          </a:p>
        </p:txBody>
      </p:sp>
      <p:sp>
        <p:nvSpPr>
          <p:cNvPr id="473098884" name="Foliennummernplatzhalter 6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3 contents with subheadline blue">
    <p:bg>
      <p:bgPr shadeToTitle="0"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2441155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marL="0" marR="0" lv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Tx/>
              <a:buFont typeface="Wingdings"/>
              <a:buNone/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1415688096" name="Titel 1"/>
          <p:cNvSpPr>
            <a:spLocks noGrp="1"/>
          </p:cNvSpPr>
          <p:nvPr>
            <p:ph type="title" hasCustomPrompt="1"/>
          </p:nvPr>
        </p:nvSpPr>
        <p:spPr bwMode="auto"/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1510396728" name="Textplatzhalter 52"/>
          <p:cNvSpPr>
            <a:spLocks noGrp="1"/>
          </p:cNvSpPr>
          <p:nvPr>
            <p:ph type="body" sz="quarter" idx="19" hasCustomPrompt="1"/>
          </p:nvPr>
        </p:nvSpPr>
        <p:spPr bwMode="auto">
          <a:xfrm>
            <a:off x="407987" y="1485415"/>
            <a:ext cx="3600451" cy="276999"/>
          </a:xfrm>
        </p:spPr>
        <p:txBody>
          <a:bodyPr wrap="square" anchor="t">
            <a:spAutoFit/>
          </a:bodyPr>
          <a:lstStyle>
            <a:lvl1pPr marL="0" indent="0">
              <a:buNone/>
              <a:defRPr sz="1800" cap="none">
                <a:solidFill>
                  <a:schemeClr val="bg1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de-DE"/>
              <a:t>Headline</a:t>
            </a:r>
            <a:endParaRPr lang="en-CA"/>
          </a:p>
        </p:txBody>
      </p:sp>
      <p:sp>
        <p:nvSpPr>
          <p:cNvPr id="1622143206" name="Inhaltsplatzhalter 2"/>
          <p:cNvSpPr>
            <a:spLocks noGrp="1"/>
          </p:cNvSpPr>
          <p:nvPr>
            <p:ph sz="half" idx="1" hasCustomPrompt="1"/>
          </p:nvPr>
        </p:nvSpPr>
        <p:spPr bwMode="auto">
          <a:xfrm>
            <a:off x="407988" y="1929407"/>
            <a:ext cx="3600451" cy="4452343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51748067" name="Textplatzhalter 52"/>
          <p:cNvSpPr>
            <a:spLocks noGrp="1"/>
          </p:cNvSpPr>
          <p:nvPr>
            <p:ph type="body" sz="quarter" idx="20" hasCustomPrompt="1"/>
          </p:nvPr>
        </p:nvSpPr>
        <p:spPr bwMode="auto">
          <a:xfrm>
            <a:off x="4295776" y="1485415"/>
            <a:ext cx="3600451" cy="276999"/>
          </a:xfrm>
        </p:spPr>
        <p:txBody>
          <a:bodyPr wrap="square" anchor="t">
            <a:spAutoFit/>
          </a:bodyPr>
          <a:lstStyle>
            <a:lvl1pPr marL="0" indent="0">
              <a:buNone/>
              <a:defRPr sz="1800" cap="none">
                <a:solidFill>
                  <a:schemeClr val="bg1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de-DE"/>
              <a:t>Headline</a:t>
            </a:r>
            <a:endParaRPr lang="en-CA"/>
          </a:p>
        </p:txBody>
      </p:sp>
      <p:sp>
        <p:nvSpPr>
          <p:cNvPr id="667973940" name="Inhaltsplatzhalter 3"/>
          <p:cNvSpPr>
            <a:spLocks noGrp="1"/>
          </p:cNvSpPr>
          <p:nvPr>
            <p:ph sz="half" idx="2" hasCustomPrompt="1"/>
          </p:nvPr>
        </p:nvSpPr>
        <p:spPr bwMode="auto">
          <a:xfrm>
            <a:off x="4296175" y="1929406"/>
            <a:ext cx="3600451" cy="4452343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1203059978" name="Textplatzhalter 52"/>
          <p:cNvSpPr>
            <a:spLocks noGrp="1"/>
          </p:cNvSpPr>
          <p:nvPr>
            <p:ph type="body" sz="quarter" idx="22" hasCustomPrompt="1"/>
          </p:nvPr>
        </p:nvSpPr>
        <p:spPr bwMode="auto">
          <a:xfrm>
            <a:off x="8185855" y="1485415"/>
            <a:ext cx="3600451" cy="276999"/>
          </a:xfrm>
        </p:spPr>
        <p:txBody>
          <a:bodyPr wrap="square" anchor="t">
            <a:spAutoFit/>
          </a:bodyPr>
          <a:lstStyle>
            <a:lvl1pPr marL="0" indent="0">
              <a:buNone/>
              <a:defRPr sz="1800" cap="none">
                <a:solidFill>
                  <a:schemeClr val="bg1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de-DE"/>
              <a:t>Headline</a:t>
            </a:r>
            <a:endParaRPr lang="en-CA"/>
          </a:p>
        </p:txBody>
      </p:sp>
      <p:sp>
        <p:nvSpPr>
          <p:cNvPr id="199026851" name="Inhaltsplatzhalter 3"/>
          <p:cNvSpPr>
            <a:spLocks noGrp="1"/>
          </p:cNvSpPr>
          <p:nvPr>
            <p:ph sz="half" idx="21" hasCustomPrompt="1"/>
          </p:nvPr>
        </p:nvSpPr>
        <p:spPr bwMode="auto">
          <a:xfrm>
            <a:off x="8184362" y="1929406"/>
            <a:ext cx="3600451" cy="4452343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569993788" name="Datumsplatzhalter 4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66B37C8C-F68A-4E06-9922-6EEE86F126B4}" type="datetime1">
              <a:rPr lang="de-DE"/>
              <a:t>26.01.2026</a:t>
            </a:fld>
            <a:endParaRPr lang="en-CA"/>
          </a:p>
        </p:txBody>
      </p:sp>
      <p:sp>
        <p:nvSpPr>
          <p:cNvPr id="639127778" name="Foliennummernplatzhalter 6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1776401957" name="Textfeld 36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bg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1890988864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39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0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1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2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3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4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5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6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7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0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3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4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5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6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7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8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9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0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1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1_3 contents_partially blue_icons">
    <p:bg>
      <p:bgPr shadeToTitle="0"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aphicFrame>
        <p:nvGraphicFramePr>
          <p:cNvPr id="1071298864" name="think-cell data - do not delete"/>
          <p:cNvGraphicFramePr>
            <a:graphicFrameLocks xmlns:a="http://schemas.openxmlformats.org/drawingml/2006/main" noChangeAspect="1"/>
          </p:cNvGraphicFramePr>
          <p:nvPr/>
        </p:nvGraphicFramePr>
        <p:xfrm>
          <a:off x="1587" y="1587"/>
          <a:ext cx="1587" cy="1587"/>
        </p:xfrm>
        <a:graphic>
          <a:graphicData uri="http://schemas.openxmlformats.org/presentationml/2006/ole">
            <p:oleObj name="oleObj" r:id="rId3" imgW="0" imgH="0" progId="TCLayout.ActiveDocument.1">
              <p:embed/>
              <p:pic>
                <p:nvPicPr>
                  <p:cNvPr id="1071298864" name="think-cell data - do not delete" hidden="1"/>
                  <p:cNvPicPr/>
                  <p:nvPr/>
                </p:nvPicPr>
                <p:blipFill rotWithShape="1">
                  <a:blip r:embed="rId2"/>
                  <a:stretch/>
                </p:blipFill>
                <p:spPr bwMode="auto">
                  <a:xfrm>
                    <a:off x="1587" y="1587"/>
                    <a:ext cx="1587" cy="15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1146631911" name="Textplatzhalter 7"/>
          <p:cNvSpPr>
            <a:spLocks noGrp="1"/>
          </p:cNvSpPr>
          <p:nvPr>
            <p:ph type="body" sz="quarter" idx="18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1070615082" name="Titel 46"/>
          <p:cNvSpPr>
            <a:spLocks noGrp="1"/>
          </p:cNvSpPr>
          <p:nvPr>
            <p:ph type="title" hasCustomPrompt="1"/>
          </p:nvPr>
        </p:nvSpPr>
        <p:spPr bwMode="auto"/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208338670" name="Rechteck 9"/>
          <p:cNvSpPr/>
          <p:nvPr userDrawn="1"/>
        </p:nvSpPr>
        <p:spPr bwMode="white">
          <a:xfrm>
            <a:off x="0" y="2705100"/>
            <a:ext cx="12192000" cy="41529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CA"/>
          </a:p>
        </p:txBody>
      </p:sp>
      <p:grpSp>
        <p:nvGrpSpPr>
          <p:cNvPr id="1238726955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5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7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8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1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6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7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8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9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1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4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5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6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7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8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9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0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1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2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3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  <p:sp>
        <p:nvSpPr>
          <p:cNvPr id="1713735250" name="Textplatzhalter 52"/>
          <p:cNvSpPr>
            <a:spLocks noGrp="1"/>
          </p:cNvSpPr>
          <p:nvPr>
            <p:ph type="body" sz="quarter" idx="19" hasCustomPrompt="1"/>
          </p:nvPr>
        </p:nvSpPr>
        <p:spPr bwMode="auto">
          <a:xfrm>
            <a:off x="407988" y="2894920"/>
            <a:ext cx="3600451" cy="276999"/>
          </a:xfrm>
        </p:spPr>
        <p:txBody>
          <a:bodyPr wrap="square" anchor="t">
            <a:spAutoFit/>
          </a:bodyPr>
          <a:lstStyle>
            <a:lvl1pPr marL="0" indent="0">
              <a:buNone/>
              <a:defRPr sz="1800" cap="none">
                <a:solidFill>
                  <a:schemeClr val="accent2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de-DE"/>
              <a:t>Headline</a:t>
            </a:r>
            <a:endParaRPr lang="en-CA"/>
          </a:p>
        </p:txBody>
      </p:sp>
      <p:sp>
        <p:nvSpPr>
          <p:cNvPr id="1974384606" name="Inhaltsplatzhalter 2"/>
          <p:cNvSpPr>
            <a:spLocks noGrp="1"/>
          </p:cNvSpPr>
          <p:nvPr>
            <p:ph sz="half" idx="1" hasCustomPrompt="1"/>
          </p:nvPr>
        </p:nvSpPr>
        <p:spPr bwMode="auto">
          <a:xfrm>
            <a:off x="407988" y="3337060"/>
            <a:ext cx="3600451" cy="3044689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400230118" name="Textplatzhalter 52"/>
          <p:cNvSpPr>
            <a:spLocks noGrp="1"/>
          </p:cNvSpPr>
          <p:nvPr>
            <p:ph type="body" sz="quarter" idx="20" hasCustomPrompt="1"/>
          </p:nvPr>
        </p:nvSpPr>
        <p:spPr bwMode="auto">
          <a:xfrm>
            <a:off x="4296175" y="2894920"/>
            <a:ext cx="3600451" cy="276999"/>
          </a:xfrm>
        </p:spPr>
        <p:txBody>
          <a:bodyPr wrap="square" anchor="t">
            <a:spAutoFit/>
          </a:bodyPr>
          <a:lstStyle>
            <a:lvl1pPr marL="0" indent="0">
              <a:buNone/>
              <a:defRPr sz="1800" cap="none">
                <a:solidFill>
                  <a:schemeClr val="accent2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de-DE"/>
              <a:t>Headline</a:t>
            </a:r>
            <a:endParaRPr lang="en-CA"/>
          </a:p>
        </p:txBody>
      </p:sp>
      <p:sp>
        <p:nvSpPr>
          <p:cNvPr id="1590969127" name="Inhaltsplatzhalter 3"/>
          <p:cNvSpPr>
            <a:spLocks noGrp="1"/>
          </p:cNvSpPr>
          <p:nvPr>
            <p:ph sz="half" idx="2" hasCustomPrompt="1"/>
          </p:nvPr>
        </p:nvSpPr>
        <p:spPr bwMode="auto">
          <a:xfrm>
            <a:off x="4296175" y="3337060"/>
            <a:ext cx="3600451" cy="3044689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954075519" name="Textplatzhalter 52"/>
          <p:cNvSpPr>
            <a:spLocks noGrp="1"/>
          </p:cNvSpPr>
          <p:nvPr>
            <p:ph type="body" sz="quarter" idx="22" hasCustomPrompt="1"/>
          </p:nvPr>
        </p:nvSpPr>
        <p:spPr bwMode="auto">
          <a:xfrm>
            <a:off x="8184362" y="2894920"/>
            <a:ext cx="3600451" cy="276999"/>
          </a:xfrm>
        </p:spPr>
        <p:txBody>
          <a:bodyPr wrap="square" anchor="t">
            <a:spAutoFit/>
          </a:bodyPr>
          <a:lstStyle>
            <a:lvl1pPr marL="0" indent="0">
              <a:buNone/>
              <a:defRPr sz="1800" cap="none">
                <a:solidFill>
                  <a:schemeClr val="accent2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de-DE"/>
              <a:t>Headline</a:t>
            </a:r>
            <a:endParaRPr lang="en-CA"/>
          </a:p>
        </p:txBody>
      </p:sp>
      <p:sp>
        <p:nvSpPr>
          <p:cNvPr id="592823454" name="Inhaltsplatzhalter 3"/>
          <p:cNvSpPr>
            <a:spLocks noGrp="1"/>
          </p:cNvSpPr>
          <p:nvPr>
            <p:ph sz="half" idx="21" hasCustomPrompt="1"/>
          </p:nvPr>
        </p:nvSpPr>
        <p:spPr bwMode="auto">
          <a:xfrm>
            <a:off x="8184362" y="3337060"/>
            <a:ext cx="3600451" cy="3044689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1324742895" name="Oval 20"/>
          <p:cNvSpPr/>
          <p:nvPr userDrawn="1"/>
        </p:nvSpPr>
        <p:spPr bwMode="auto">
          <a:xfrm>
            <a:off x="1742012" y="1325602"/>
            <a:ext cx="932400" cy="932400"/>
          </a:xfrm>
          <a:prstGeom prst="ellipse">
            <a:avLst/>
          </a:prstGeom>
          <a:solidFill>
            <a:schemeClr val="bg1"/>
          </a:solidFill>
          <a:ln w="95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t"/>
          <a:lstStyle/>
          <a:p>
            <a:pPr marL="252000" indent="-252000" algn="l">
              <a:spcAft>
                <a:spcPts val="600"/>
              </a:spcAft>
              <a:buClr>
                <a:schemeClr val="bg1"/>
              </a:buClr>
              <a:buFont typeface="Wingdings"/>
              <a:buChar char="§"/>
              <a:defRPr/>
            </a:pPr>
            <a:endParaRPr lang="en-GB" sz="1400">
              <a:solidFill>
                <a:schemeClr val="bg1"/>
              </a:solidFill>
            </a:endParaRPr>
          </a:p>
        </p:txBody>
      </p:sp>
      <p:sp>
        <p:nvSpPr>
          <p:cNvPr id="330172973" name="Oval 21"/>
          <p:cNvSpPr/>
          <p:nvPr userDrawn="1"/>
        </p:nvSpPr>
        <p:spPr bwMode="auto">
          <a:xfrm>
            <a:off x="5629800" y="1325602"/>
            <a:ext cx="932400" cy="932400"/>
          </a:xfrm>
          <a:prstGeom prst="ellipse">
            <a:avLst/>
          </a:prstGeom>
          <a:solidFill>
            <a:schemeClr val="bg1"/>
          </a:solidFill>
          <a:ln w="95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t"/>
          <a:lstStyle/>
          <a:p>
            <a:pPr marL="252000" indent="-252000" algn="l">
              <a:spcAft>
                <a:spcPts val="600"/>
              </a:spcAft>
              <a:buClr>
                <a:schemeClr val="bg1"/>
              </a:buClr>
              <a:buFont typeface="Wingdings"/>
              <a:buChar char="§"/>
              <a:defRPr/>
            </a:pPr>
            <a:endParaRPr lang="en-GB" sz="1400">
              <a:solidFill>
                <a:schemeClr val="bg1"/>
              </a:solidFill>
            </a:endParaRPr>
          </a:p>
        </p:txBody>
      </p:sp>
      <p:sp>
        <p:nvSpPr>
          <p:cNvPr id="1080945298" name="Oval 23"/>
          <p:cNvSpPr/>
          <p:nvPr userDrawn="1"/>
        </p:nvSpPr>
        <p:spPr bwMode="auto">
          <a:xfrm>
            <a:off x="9517588" y="1325602"/>
            <a:ext cx="932400" cy="932400"/>
          </a:xfrm>
          <a:prstGeom prst="ellipse">
            <a:avLst/>
          </a:prstGeom>
          <a:solidFill>
            <a:schemeClr val="bg1"/>
          </a:solidFill>
          <a:ln w="95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t"/>
          <a:lstStyle/>
          <a:p>
            <a:pPr marL="252000" indent="-252000" algn="l">
              <a:spcAft>
                <a:spcPts val="600"/>
              </a:spcAft>
              <a:buClr>
                <a:schemeClr val="bg1"/>
              </a:buClr>
              <a:buFont typeface="Wingdings"/>
              <a:buChar char="§"/>
              <a:defRPr/>
            </a:pPr>
            <a:endParaRPr lang="en-GB" sz="1400">
              <a:solidFill>
                <a:schemeClr val="bg1"/>
              </a:solidFill>
            </a:endParaRPr>
          </a:p>
        </p:txBody>
      </p:sp>
      <p:sp>
        <p:nvSpPr>
          <p:cNvPr id="728187291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A9A89F6A-0E67-4481-8AD9-D887712E51A9}" type="datetime1">
              <a:rPr lang="de-DE"/>
              <a:t>26.01.2026</a:t>
            </a:fld>
            <a:endParaRPr lang="en-CA"/>
          </a:p>
        </p:txBody>
      </p:sp>
      <p:sp>
        <p:nvSpPr>
          <p:cNvPr id="50426399" name="Foliennummernplatzhalter 5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1821463079" name="Textfeld 2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tx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tx1"/>
              </a:solidFill>
            </a:endParaRPr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3 contents_partially blue">
    <p:bg>
      <p:bgPr shadeToTitle="0"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aphicFrame>
        <p:nvGraphicFramePr>
          <p:cNvPr id="336458646" name="think-cell data - do not delete"/>
          <p:cNvGraphicFramePr>
            <a:graphicFrameLocks xmlns:a="http://schemas.openxmlformats.org/drawingml/2006/main" noChangeAspect="1"/>
          </p:cNvGraphicFramePr>
          <p:nvPr/>
        </p:nvGraphicFramePr>
        <p:xfrm>
          <a:off x="1587" y="1587"/>
          <a:ext cx="1587" cy="1587"/>
        </p:xfrm>
        <a:graphic>
          <a:graphicData uri="http://schemas.openxmlformats.org/presentationml/2006/ole">
            <p:oleObj name="oleObj" r:id="rId3" imgW="0" imgH="0" progId="TCLayout.ActiveDocument.1">
              <p:embed/>
              <p:pic>
                <p:nvPicPr>
                  <p:cNvPr id="336458646" name="think-cell data - do not delete" hidden="1"/>
                  <p:cNvPicPr/>
                  <p:nvPr/>
                </p:nvPicPr>
                <p:blipFill rotWithShape="1">
                  <a:blip r:embed="rId2"/>
                  <a:stretch/>
                </p:blipFill>
                <p:spPr bwMode="auto">
                  <a:xfrm>
                    <a:off x="1587" y="1587"/>
                    <a:ext cx="1587" cy="15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1899263759" name="Textplatzhalter 7"/>
          <p:cNvSpPr>
            <a:spLocks noGrp="1"/>
          </p:cNvSpPr>
          <p:nvPr>
            <p:ph type="body" sz="quarter" idx="18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1429949592" name="Titel 46"/>
          <p:cNvSpPr>
            <a:spLocks noGrp="1"/>
          </p:cNvSpPr>
          <p:nvPr>
            <p:ph type="title" hasCustomPrompt="1"/>
          </p:nvPr>
        </p:nvSpPr>
        <p:spPr bwMode="auto"/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683862321" name="Rechteck 9"/>
          <p:cNvSpPr/>
          <p:nvPr userDrawn="1"/>
        </p:nvSpPr>
        <p:spPr bwMode="white">
          <a:xfrm>
            <a:off x="0" y="2705100"/>
            <a:ext cx="12192000" cy="41529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CA"/>
          </a:p>
        </p:txBody>
      </p:sp>
      <p:sp>
        <p:nvSpPr>
          <p:cNvPr id="614148957" name="Textplatzhalter 52"/>
          <p:cNvSpPr>
            <a:spLocks noGrp="1"/>
          </p:cNvSpPr>
          <p:nvPr>
            <p:ph type="body" sz="quarter" idx="19" hasCustomPrompt="1"/>
          </p:nvPr>
        </p:nvSpPr>
        <p:spPr bwMode="auto">
          <a:xfrm>
            <a:off x="407988" y="2074373"/>
            <a:ext cx="3600450" cy="43200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</p:spPr>
        <p:txBody>
          <a:bodyPr wrap="square" lIns="72000" tIns="36000" rIns="72000" bIns="36000" anchor="ctr">
            <a:normAutofit/>
          </a:bodyPr>
          <a:lstStyle>
            <a:lvl1pPr marL="0" indent="0" algn="ctr">
              <a:buNone/>
              <a:defRPr sz="1600" cap="none">
                <a:solidFill>
                  <a:schemeClr val="accent1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de-DE"/>
              <a:t>Headline</a:t>
            </a:r>
            <a:endParaRPr lang="en-CA"/>
          </a:p>
        </p:txBody>
      </p:sp>
      <p:sp>
        <p:nvSpPr>
          <p:cNvPr id="578073550" name="Inhaltsplatzhalter 39"/>
          <p:cNvSpPr>
            <a:spLocks noGrp="1"/>
          </p:cNvSpPr>
          <p:nvPr>
            <p:ph sz="quarter" idx="22" hasCustomPrompt="1"/>
          </p:nvPr>
        </p:nvSpPr>
        <p:spPr bwMode="auto">
          <a:xfrm>
            <a:off x="407988" y="2900105"/>
            <a:ext cx="3600450" cy="3481645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842333789" name="Textplatzhalter 52"/>
          <p:cNvSpPr>
            <a:spLocks noGrp="1"/>
          </p:cNvSpPr>
          <p:nvPr>
            <p:ph type="body" sz="quarter" idx="20" hasCustomPrompt="1"/>
          </p:nvPr>
        </p:nvSpPr>
        <p:spPr bwMode="auto">
          <a:xfrm>
            <a:off x="4296174" y="2074373"/>
            <a:ext cx="3600450" cy="43200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</p:spPr>
        <p:txBody>
          <a:bodyPr wrap="square" lIns="72000" tIns="36000" rIns="72000" bIns="36000" anchor="ctr">
            <a:normAutofit/>
          </a:bodyPr>
          <a:lstStyle>
            <a:lvl1pPr marL="0" indent="0" algn="ctr">
              <a:buNone/>
              <a:defRPr sz="1600" cap="none">
                <a:solidFill>
                  <a:schemeClr val="accent1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de-DE"/>
              <a:t>Headline</a:t>
            </a:r>
            <a:endParaRPr lang="en-CA"/>
          </a:p>
        </p:txBody>
      </p:sp>
      <p:sp>
        <p:nvSpPr>
          <p:cNvPr id="672207955" name="Inhaltsplatzhalter 39"/>
          <p:cNvSpPr>
            <a:spLocks noGrp="1"/>
          </p:cNvSpPr>
          <p:nvPr>
            <p:ph sz="quarter" idx="23" hasCustomPrompt="1"/>
          </p:nvPr>
        </p:nvSpPr>
        <p:spPr bwMode="auto">
          <a:xfrm>
            <a:off x="4296175" y="2900105"/>
            <a:ext cx="3600450" cy="3481645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1521687701" name="Textplatzhalter 52"/>
          <p:cNvSpPr>
            <a:spLocks noGrp="1"/>
          </p:cNvSpPr>
          <p:nvPr>
            <p:ph type="body" sz="quarter" idx="21" hasCustomPrompt="1"/>
          </p:nvPr>
        </p:nvSpPr>
        <p:spPr bwMode="auto">
          <a:xfrm>
            <a:off x="8184360" y="2074373"/>
            <a:ext cx="3600450" cy="43200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</p:spPr>
        <p:txBody>
          <a:bodyPr wrap="square" lIns="72000" tIns="36000" rIns="72000" bIns="36000" anchor="ctr">
            <a:normAutofit/>
          </a:bodyPr>
          <a:lstStyle>
            <a:lvl1pPr marL="0" indent="0" algn="ctr">
              <a:buNone/>
              <a:defRPr sz="1600" cap="none">
                <a:solidFill>
                  <a:schemeClr val="accent1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de-DE"/>
              <a:t>Headline</a:t>
            </a:r>
            <a:endParaRPr lang="en-CA"/>
          </a:p>
        </p:txBody>
      </p:sp>
      <p:sp>
        <p:nvSpPr>
          <p:cNvPr id="456520908" name="Inhaltsplatzhalter 39"/>
          <p:cNvSpPr>
            <a:spLocks noGrp="1"/>
          </p:cNvSpPr>
          <p:nvPr>
            <p:ph sz="quarter" idx="24" hasCustomPrompt="1"/>
          </p:nvPr>
        </p:nvSpPr>
        <p:spPr bwMode="auto">
          <a:xfrm>
            <a:off x="8184362" y="2900105"/>
            <a:ext cx="3600450" cy="3481645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grpSp>
        <p:nvGrpSpPr>
          <p:cNvPr id="78938724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5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7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8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1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6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7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8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9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1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4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5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6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7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8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9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0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1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2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3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  <p:sp>
        <p:nvSpPr>
          <p:cNvPr id="513381782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A9A89F6A-0E67-4481-8AD9-D887712E51A9}" type="datetime1">
              <a:rPr lang="de-DE"/>
              <a:t>26.01.2026</a:t>
            </a:fld>
            <a:endParaRPr lang="en-CA"/>
          </a:p>
        </p:txBody>
      </p:sp>
      <p:sp>
        <p:nvSpPr>
          <p:cNvPr id="1459346669" name="Foliennummernplatzhalter 5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1627070226" name="Textfeld 2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tx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tx1"/>
              </a:solidFill>
            </a:endParaRPr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3 contents + picture ">
    <p:bg>
      <p:bgPr shadeToTitle="0"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26648675" name="Textplatzhalter 7"/>
          <p:cNvSpPr>
            <a:spLocks noGrp="1"/>
          </p:cNvSpPr>
          <p:nvPr>
            <p:ph type="body" sz="quarter" idx="18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712383560" name="Titel 46"/>
          <p:cNvSpPr>
            <a:spLocks noGrp="1"/>
          </p:cNvSpPr>
          <p:nvPr>
            <p:ph type="title" hasCustomPrompt="1"/>
          </p:nvPr>
        </p:nvSpPr>
        <p:spPr bwMode="auto"/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487886070" name="Rechteck 9"/>
          <p:cNvSpPr/>
          <p:nvPr userDrawn="1"/>
        </p:nvSpPr>
        <p:spPr bwMode="white">
          <a:xfrm>
            <a:off x="0" y="3657600"/>
            <a:ext cx="12192000" cy="3200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CA"/>
          </a:p>
        </p:txBody>
      </p:sp>
      <p:sp>
        <p:nvSpPr>
          <p:cNvPr id="486583187" name="Textplatzhalter 52"/>
          <p:cNvSpPr>
            <a:spLocks noGrp="1"/>
          </p:cNvSpPr>
          <p:nvPr>
            <p:ph type="body" sz="quarter" idx="19" hasCustomPrompt="1"/>
          </p:nvPr>
        </p:nvSpPr>
        <p:spPr bwMode="auto">
          <a:xfrm>
            <a:off x="407988" y="3849561"/>
            <a:ext cx="3600450" cy="276999"/>
          </a:xfrm>
        </p:spPr>
        <p:txBody>
          <a:bodyPr wrap="square">
            <a:noAutofit/>
          </a:bodyPr>
          <a:lstStyle>
            <a:lvl1pPr marL="0" indent="0">
              <a:buNone/>
              <a:defRPr sz="1800" cap="none">
                <a:solidFill>
                  <a:schemeClr val="accent2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de-DE"/>
              <a:t>Headline</a:t>
            </a:r>
            <a:endParaRPr lang="en-CA"/>
          </a:p>
        </p:txBody>
      </p:sp>
      <p:sp>
        <p:nvSpPr>
          <p:cNvPr id="1320519187" name="Inhaltsplatzhalter 39"/>
          <p:cNvSpPr>
            <a:spLocks noGrp="1"/>
          </p:cNvSpPr>
          <p:nvPr>
            <p:ph sz="quarter" idx="22" hasCustomPrompt="1"/>
          </p:nvPr>
        </p:nvSpPr>
        <p:spPr bwMode="auto">
          <a:xfrm>
            <a:off x="407988" y="4298157"/>
            <a:ext cx="3600450" cy="2076450"/>
          </a:xfrm>
        </p:spPr>
        <p:txBody>
          <a:bodyPr/>
          <a:lstStyle>
            <a:lvl1pPr marL="252000" indent="-252000">
              <a:buFont typeface="Arial"/>
              <a:buChar char="•"/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1860618974" name="Textplatzhalter 52"/>
          <p:cNvSpPr>
            <a:spLocks noGrp="1"/>
          </p:cNvSpPr>
          <p:nvPr>
            <p:ph type="body" sz="quarter" idx="20" hasCustomPrompt="1"/>
          </p:nvPr>
        </p:nvSpPr>
        <p:spPr bwMode="auto">
          <a:xfrm>
            <a:off x="4296174" y="3849561"/>
            <a:ext cx="3600450" cy="276999"/>
          </a:xfrm>
        </p:spPr>
        <p:txBody>
          <a:bodyPr wrap="square">
            <a:noAutofit/>
          </a:bodyPr>
          <a:lstStyle>
            <a:lvl1pPr marL="0" indent="0">
              <a:buNone/>
              <a:defRPr sz="1800" cap="none">
                <a:solidFill>
                  <a:schemeClr val="accent2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de-DE"/>
              <a:t>Headline</a:t>
            </a:r>
            <a:endParaRPr lang="en-CA"/>
          </a:p>
        </p:txBody>
      </p:sp>
      <p:sp>
        <p:nvSpPr>
          <p:cNvPr id="169323402" name="Inhaltsplatzhalter 39"/>
          <p:cNvSpPr>
            <a:spLocks noGrp="1"/>
          </p:cNvSpPr>
          <p:nvPr>
            <p:ph sz="quarter" idx="23" hasCustomPrompt="1"/>
          </p:nvPr>
        </p:nvSpPr>
        <p:spPr bwMode="auto">
          <a:xfrm>
            <a:off x="4296175" y="4298157"/>
            <a:ext cx="3600450" cy="2076450"/>
          </a:xfrm>
        </p:spPr>
        <p:txBody>
          <a:bodyPr/>
          <a:lstStyle>
            <a:lvl1pPr marL="252000" indent="-252000">
              <a:buFont typeface="Arial"/>
              <a:buChar char="•"/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2052842780" name="Textplatzhalter 52"/>
          <p:cNvSpPr>
            <a:spLocks noGrp="1"/>
          </p:cNvSpPr>
          <p:nvPr>
            <p:ph type="body" sz="quarter" idx="21" hasCustomPrompt="1"/>
          </p:nvPr>
        </p:nvSpPr>
        <p:spPr bwMode="auto">
          <a:xfrm>
            <a:off x="8184360" y="3849561"/>
            <a:ext cx="3600450" cy="276999"/>
          </a:xfrm>
        </p:spPr>
        <p:txBody>
          <a:bodyPr wrap="square">
            <a:noAutofit/>
          </a:bodyPr>
          <a:lstStyle>
            <a:lvl1pPr marL="0" indent="0">
              <a:buNone/>
              <a:defRPr sz="1800" cap="none">
                <a:solidFill>
                  <a:schemeClr val="accent2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de-DE"/>
              <a:t>Headline</a:t>
            </a:r>
            <a:endParaRPr lang="en-CA"/>
          </a:p>
        </p:txBody>
      </p:sp>
      <p:sp>
        <p:nvSpPr>
          <p:cNvPr id="1875881479" name="Inhaltsplatzhalter 39"/>
          <p:cNvSpPr>
            <a:spLocks noGrp="1"/>
          </p:cNvSpPr>
          <p:nvPr>
            <p:ph sz="quarter" idx="24" hasCustomPrompt="1"/>
          </p:nvPr>
        </p:nvSpPr>
        <p:spPr bwMode="auto">
          <a:xfrm>
            <a:off x="8184362" y="4298157"/>
            <a:ext cx="3600450" cy="2076450"/>
          </a:xfrm>
        </p:spPr>
        <p:txBody>
          <a:bodyPr/>
          <a:lstStyle>
            <a:lvl1pPr marL="252000" indent="-252000">
              <a:buFont typeface="Arial"/>
              <a:buChar char="•"/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grpSp>
        <p:nvGrpSpPr>
          <p:cNvPr id="881668033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5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7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8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1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6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7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8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9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1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4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5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6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7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8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9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0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1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2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3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  <p:sp>
        <p:nvSpPr>
          <p:cNvPr id="1060657441" name="Date Placeholder 8"/>
          <p:cNvSpPr>
            <a:spLocks noGrp="1"/>
          </p:cNvSpPr>
          <p:nvPr>
            <p:ph type="dt" sz="half" idx="25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55E70D4B-E00F-4E3D-9749-2A3BEC2D17A1}" type="datetime1">
              <a:rPr lang="de-DE"/>
              <a:t>26.01.2026</a:t>
            </a:fld>
            <a:endParaRPr lang="en-CA"/>
          </a:p>
        </p:txBody>
      </p:sp>
      <p:sp>
        <p:nvSpPr>
          <p:cNvPr id="717090089" name="Slide Number Placeholder 11"/>
          <p:cNvSpPr>
            <a:spLocks noGrp="1"/>
          </p:cNvSpPr>
          <p:nvPr>
            <p:ph type="sldNum" sz="quarter" idx="26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1012699210" name="Textfeld 6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tx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tx1"/>
              </a:solidFill>
            </a:endParaRPr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3 images whit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612425" name="Textplatzhalter 7"/>
          <p:cNvSpPr>
            <a:spLocks noGrp="1"/>
          </p:cNvSpPr>
          <p:nvPr>
            <p:ph type="body" sz="quarter" idx="18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/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21342861" name="Titel 1"/>
          <p:cNvSpPr>
            <a:spLocks noGrp="1"/>
          </p:cNvSpPr>
          <p:nvPr>
            <p:ph type="title" hasCustomPrompt="1"/>
          </p:nvPr>
        </p:nvSpPr>
        <p:spPr bwMode="auto"/>
        <p:txBody>
          <a:bodyPr vert="horz"/>
          <a:lstStyle/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680073403" name="Datumsplatzhalter 2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B843108A-4CEC-450F-9F79-7958F0401B7E}" type="datetime1">
              <a:rPr lang="de-DE"/>
              <a:t>26.01.2026</a:t>
            </a:fld>
            <a:endParaRPr lang="en-CA"/>
          </a:p>
        </p:txBody>
      </p:sp>
      <p:sp>
        <p:nvSpPr>
          <p:cNvPr id="456095396" name="Foliennummernplatzhalter 4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232150452" name="Textplatzhalter 52"/>
          <p:cNvSpPr>
            <a:spLocks noGrp="1"/>
          </p:cNvSpPr>
          <p:nvPr>
            <p:ph type="body" sz="quarter" idx="20" hasCustomPrompt="1"/>
          </p:nvPr>
        </p:nvSpPr>
        <p:spPr bwMode="auto">
          <a:xfrm>
            <a:off x="407988" y="1484313"/>
            <a:ext cx="3600453" cy="44846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wrap="square" lIns="72000" tIns="36000" rIns="72000" bIns="36000" anchor="ctr">
            <a:normAutofit/>
          </a:bodyPr>
          <a:lstStyle>
            <a:lvl1pPr marL="0" indent="0" algn="ctr">
              <a:buNone/>
              <a:defRPr sz="1600" cap="none">
                <a:solidFill>
                  <a:schemeClr val="bg1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de-DE"/>
              <a:t>Headline</a:t>
            </a:r>
            <a:endParaRPr lang="en-CA"/>
          </a:p>
        </p:txBody>
      </p:sp>
      <p:sp>
        <p:nvSpPr>
          <p:cNvPr id="691082944" name="Bildplatzhalter 9"/>
          <p:cNvSpPr>
            <a:spLocks noGrp="1"/>
          </p:cNvSpPr>
          <p:nvPr>
            <p:ph type="pic" sz="quarter" idx="21"/>
          </p:nvPr>
        </p:nvSpPr>
        <p:spPr bwMode="auto">
          <a:xfrm>
            <a:off x="407988" y="2203647"/>
            <a:ext cx="3600453" cy="2400334"/>
          </a:xfrm>
          <a:custGeom>
            <a:avLst/>
            <a:gdLst>
              <a:gd name="connsiteX0" fmla="*/ 219579 w 3600453"/>
              <a:gd name="connsiteY0" fmla="*/ 0 h 2496065"/>
              <a:gd name="connsiteX1" fmla="*/ 316022 w 3600453"/>
              <a:gd name="connsiteY1" fmla="*/ 0 h 2496065"/>
              <a:gd name="connsiteX2" fmla="*/ 1030236 w 3600453"/>
              <a:gd name="connsiteY2" fmla="*/ 0 h 2496065"/>
              <a:gd name="connsiteX3" fmla="*/ 1126679 w 3600453"/>
              <a:gd name="connsiteY3" fmla="*/ 0 h 2496065"/>
              <a:gd name="connsiteX4" fmla="*/ 2473774 w 3600453"/>
              <a:gd name="connsiteY4" fmla="*/ 0 h 2496065"/>
              <a:gd name="connsiteX5" fmla="*/ 2570217 w 3600453"/>
              <a:gd name="connsiteY5" fmla="*/ 0 h 2496065"/>
              <a:gd name="connsiteX6" fmla="*/ 3284431 w 3600453"/>
              <a:gd name="connsiteY6" fmla="*/ 0 h 2496065"/>
              <a:gd name="connsiteX7" fmla="*/ 3380874 w 3600453"/>
              <a:gd name="connsiteY7" fmla="*/ 0 h 2496065"/>
              <a:gd name="connsiteX8" fmla="*/ 3600453 w 3600453"/>
              <a:gd name="connsiteY8" fmla="*/ 219579 h 2496065"/>
              <a:gd name="connsiteX9" fmla="*/ 3600453 w 3600453"/>
              <a:gd name="connsiteY9" fmla="*/ 2276486 h 2496065"/>
              <a:gd name="connsiteX10" fmla="*/ 3380874 w 3600453"/>
              <a:gd name="connsiteY10" fmla="*/ 2496065 h 2496065"/>
              <a:gd name="connsiteX11" fmla="*/ 3284431 w 3600453"/>
              <a:gd name="connsiteY11" fmla="*/ 2496065 h 2496065"/>
              <a:gd name="connsiteX12" fmla="*/ 2570217 w 3600453"/>
              <a:gd name="connsiteY12" fmla="*/ 2496065 h 2496065"/>
              <a:gd name="connsiteX13" fmla="*/ 2473774 w 3600453"/>
              <a:gd name="connsiteY13" fmla="*/ 2496065 h 2496065"/>
              <a:gd name="connsiteX14" fmla="*/ 1126679 w 3600453"/>
              <a:gd name="connsiteY14" fmla="*/ 2496065 h 2496065"/>
              <a:gd name="connsiteX15" fmla="*/ 1030236 w 3600453"/>
              <a:gd name="connsiteY15" fmla="*/ 2496065 h 2496065"/>
              <a:gd name="connsiteX16" fmla="*/ 316022 w 3600453"/>
              <a:gd name="connsiteY16" fmla="*/ 2496065 h 2496065"/>
              <a:gd name="connsiteX17" fmla="*/ 219579 w 3600453"/>
              <a:gd name="connsiteY17" fmla="*/ 2496065 h 2496065"/>
              <a:gd name="connsiteX18" fmla="*/ 0 w 3600453"/>
              <a:gd name="connsiteY18" fmla="*/ 2276486 h 2496065"/>
              <a:gd name="connsiteX19" fmla="*/ 0 w 3600453"/>
              <a:gd name="connsiteY19" fmla="*/ 219579 h 2496065"/>
              <a:gd name="connsiteX20" fmla="*/ 219579 w 3600453"/>
              <a:gd name="connsiteY20" fmla="*/ 0 h 24960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600453" h="2496065" fill="norm" stroke="1" extrusionOk="0">
                <a:moveTo>
                  <a:pt x="219579" y="0"/>
                </a:moveTo>
                <a:lnTo>
                  <a:pt x="316022" y="0"/>
                </a:lnTo>
                <a:lnTo>
                  <a:pt x="1030236" y="0"/>
                </a:lnTo>
                <a:lnTo>
                  <a:pt x="1126679" y="0"/>
                </a:lnTo>
                <a:lnTo>
                  <a:pt x="2473774" y="0"/>
                </a:lnTo>
                <a:lnTo>
                  <a:pt x="2570217" y="0"/>
                </a:lnTo>
                <a:lnTo>
                  <a:pt x="3284431" y="0"/>
                </a:lnTo>
                <a:lnTo>
                  <a:pt x="3380874" y="0"/>
                </a:lnTo>
                <a:cubicBezTo>
                  <a:pt x="3502144" y="0"/>
                  <a:pt x="3600453" y="98309"/>
                  <a:pt x="3600453" y="219579"/>
                </a:cubicBezTo>
                <a:lnTo>
                  <a:pt x="3600453" y="2276486"/>
                </a:lnTo>
                <a:cubicBezTo>
                  <a:pt x="3600453" y="2397757"/>
                  <a:pt x="3502144" y="2496065"/>
                  <a:pt x="3380874" y="2496065"/>
                </a:cubicBezTo>
                <a:lnTo>
                  <a:pt x="3284431" y="2496065"/>
                </a:lnTo>
                <a:lnTo>
                  <a:pt x="2570217" y="2496065"/>
                </a:lnTo>
                <a:lnTo>
                  <a:pt x="2473774" y="2496065"/>
                </a:lnTo>
                <a:lnTo>
                  <a:pt x="1126679" y="2496065"/>
                </a:lnTo>
                <a:lnTo>
                  <a:pt x="1030236" y="2496065"/>
                </a:lnTo>
                <a:lnTo>
                  <a:pt x="316022" y="2496065"/>
                </a:lnTo>
                <a:lnTo>
                  <a:pt x="219579" y="2496065"/>
                </a:lnTo>
                <a:cubicBezTo>
                  <a:pt x="98309" y="2496065"/>
                  <a:pt x="0" y="2397757"/>
                  <a:pt x="0" y="2276486"/>
                </a:cubicBezTo>
                <a:lnTo>
                  <a:pt x="0" y="219579"/>
                </a:lnTo>
                <a:cubicBezTo>
                  <a:pt x="0" y="98309"/>
                  <a:pt x="98309" y="0"/>
                  <a:pt x="219579" y="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lIns="144000" tIns="144000" rIns="144000" bIns="144000">
            <a:noAutofit/>
          </a:bodyPr>
          <a:lstStyle>
            <a:lvl1pPr marL="0" indent="0">
              <a:buNone/>
              <a:defRPr sz="1400"/>
            </a:lvl1pPr>
          </a:lstStyle>
          <a:p>
            <a:pPr>
              <a:defRPr/>
            </a:pPr>
            <a:endParaRPr lang="en-CA"/>
          </a:p>
        </p:txBody>
      </p:sp>
      <p:sp>
        <p:nvSpPr>
          <p:cNvPr id="832571239" name="Inhaltsplatzhalter 2"/>
          <p:cNvSpPr>
            <a:spLocks noGrp="1"/>
          </p:cNvSpPr>
          <p:nvPr>
            <p:ph sz="half" idx="1" hasCustomPrompt="1"/>
          </p:nvPr>
        </p:nvSpPr>
        <p:spPr bwMode="auto">
          <a:xfrm>
            <a:off x="407988" y="4891314"/>
            <a:ext cx="3600451" cy="1490435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55664196" name="Textplatzhalter 52"/>
          <p:cNvSpPr>
            <a:spLocks noGrp="1"/>
          </p:cNvSpPr>
          <p:nvPr>
            <p:ph type="body" sz="quarter" idx="22" hasCustomPrompt="1"/>
          </p:nvPr>
        </p:nvSpPr>
        <p:spPr bwMode="auto">
          <a:xfrm>
            <a:off x="4296175" y="1484313"/>
            <a:ext cx="3600453" cy="44846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wrap="square" lIns="72000" tIns="36000" rIns="72000" bIns="36000" anchor="ctr">
            <a:normAutofit/>
          </a:bodyPr>
          <a:lstStyle>
            <a:lvl1pPr marL="0" indent="0" algn="ctr">
              <a:buNone/>
              <a:defRPr sz="1600" cap="none">
                <a:solidFill>
                  <a:schemeClr val="bg1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de-DE"/>
              <a:t>Headline</a:t>
            </a:r>
            <a:endParaRPr lang="en-CA"/>
          </a:p>
        </p:txBody>
      </p:sp>
      <p:sp>
        <p:nvSpPr>
          <p:cNvPr id="808845856" name="Bildplatzhalter 10"/>
          <p:cNvSpPr>
            <a:spLocks noGrp="1"/>
          </p:cNvSpPr>
          <p:nvPr>
            <p:ph type="pic" sz="quarter" idx="25"/>
          </p:nvPr>
        </p:nvSpPr>
        <p:spPr bwMode="auto">
          <a:xfrm>
            <a:off x="4296175" y="2203647"/>
            <a:ext cx="3600453" cy="2400334"/>
          </a:xfrm>
          <a:custGeom>
            <a:avLst/>
            <a:gdLst>
              <a:gd name="connsiteX0" fmla="*/ 219579 w 3600453"/>
              <a:gd name="connsiteY0" fmla="*/ 0 h 2496065"/>
              <a:gd name="connsiteX1" fmla="*/ 316022 w 3600453"/>
              <a:gd name="connsiteY1" fmla="*/ 0 h 2496065"/>
              <a:gd name="connsiteX2" fmla="*/ 1030236 w 3600453"/>
              <a:gd name="connsiteY2" fmla="*/ 0 h 2496065"/>
              <a:gd name="connsiteX3" fmla="*/ 1126679 w 3600453"/>
              <a:gd name="connsiteY3" fmla="*/ 0 h 2496065"/>
              <a:gd name="connsiteX4" fmla="*/ 2473774 w 3600453"/>
              <a:gd name="connsiteY4" fmla="*/ 0 h 2496065"/>
              <a:gd name="connsiteX5" fmla="*/ 2570217 w 3600453"/>
              <a:gd name="connsiteY5" fmla="*/ 0 h 2496065"/>
              <a:gd name="connsiteX6" fmla="*/ 3284431 w 3600453"/>
              <a:gd name="connsiteY6" fmla="*/ 0 h 2496065"/>
              <a:gd name="connsiteX7" fmla="*/ 3380874 w 3600453"/>
              <a:gd name="connsiteY7" fmla="*/ 0 h 2496065"/>
              <a:gd name="connsiteX8" fmla="*/ 3600453 w 3600453"/>
              <a:gd name="connsiteY8" fmla="*/ 219579 h 2496065"/>
              <a:gd name="connsiteX9" fmla="*/ 3600453 w 3600453"/>
              <a:gd name="connsiteY9" fmla="*/ 2276486 h 2496065"/>
              <a:gd name="connsiteX10" fmla="*/ 3380874 w 3600453"/>
              <a:gd name="connsiteY10" fmla="*/ 2496065 h 2496065"/>
              <a:gd name="connsiteX11" fmla="*/ 3284431 w 3600453"/>
              <a:gd name="connsiteY11" fmla="*/ 2496065 h 2496065"/>
              <a:gd name="connsiteX12" fmla="*/ 2570217 w 3600453"/>
              <a:gd name="connsiteY12" fmla="*/ 2496065 h 2496065"/>
              <a:gd name="connsiteX13" fmla="*/ 2473774 w 3600453"/>
              <a:gd name="connsiteY13" fmla="*/ 2496065 h 2496065"/>
              <a:gd name="connsiteX14" fmla="*/ 1126679 w 3600453"/>
              <a:gd name="connsiteY14" fmla="*/ 2496065 h 2496065"/>
              <a:gd name="connsiteX15" fmla="*/ 1030236 w 3600453"/>
              <a:gd name="connsiteY15" fmla="*/ 2496065 h 2496065"/>
              <a:gd name="connsiteX16" fmla="*/ 316022 w 3600453"/>
              <a:gd name="connsiteY16" fmla="*/ 2496065 h 2496065"/>
              <a:gd name="connsiteX17" fmla="*/ 219579 w 3600453"/>
              <a:gd name="connsiteY17" fmla="*/ 2496065 h 2496065"/>
              <a:gd name="connsiteX18" fmla="*/ 0 w 3600453"/>
              <a:gd name="connsiteY18" fmla="*/ 2276486 h 2496065"/>
              <a:gd name="connsiteX19" fmla="*/ 0 w 3600453"/>
              <a:gd name="connsiteY19" fmla="*/ 219579 h 2496065"/>
              <a:gd name="connsiteX20" fmla="*/ 219579 w 3600453"/>
              <a:gd name="connsiteY20" fmla="*/ 0 h 24960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600453" h="2496065" fill="norm" stroke="1" extrusionOk="0">
                <a:moveTo>
                  <a:pt x="219579" y="0"/>
                </a:moveTo>
                <a:lnTo>
                  <a:pt x="316022" y="0"/>
                </a:lnTo>
                <a:lnTo>
                  <a:pt x="1030236" y="0"/>
                </a:lnTo>
                <a:lnTo>
                  <a:pt x="1126679" y="0"/>
                </a:lnTo>
                <a:lnTo>
                  <a:pt x="2473774" y="0"/>
                </a:lnTo>
                <a:lnTo>
                  <a:pt x="2570217" y="0"/>
                </a:lnTo>
                <a:lnTo>
                  <a:pt x="3284431" y="0"/>
                </a:lnTo>
                <a:lnTo>
                  <a:pt x="3380874" y="0"/>
                </a:lnTo>
                <a:cubicBezTo>
                  <a:pt x="3502144" y="0"/>
                  <a:pt x="3600453" y="98309"/>
                  <a:pt x="3600453" y="219579"/>
                </a:cubicBezTo>
                <a:lnTo>
                  <a:pt x="3600453" y="2276486"/>
                </a:lnTo>
                <a:cubicBezTo>
                  <a:pt x="3600453" y="2397757"/>
                  <a:pt x="3502144" y="2496065"/>
                  <a:pt x="3380874" y="2496065"/>
                </a:cubicBezTo>
                <a:lnTo>
                  <a:pt x="3284431" y="2496065"/>
                </a:lnTo>
                <a:lnTo>
                  <a:pt x="2570217" y="2496065"/>
                </a:lnTo>
                <a:lnTo>
                  <a:pt x="2473774" y="2496065"/>
                </a:lnTo>
                <a:lnTo>
                  <a:pt x="1126679" y="2496065"/>
                </a:lnTo>
                <a:lnTo>
                  <a:pt x="1030236" y="2496065"/>
                </a:lnTo>
                <a:lnTo>
                  <a:pt x="316022" y="2496065"/>
                </a:lnTo>
                <a:lnTo>
                  <a:pt x="219579" y="2496065"/>
                </a:lnTo>
                <a:cubicBezTo>
                  <a:pt x="98309" y="2496065"/>
                  <a:pt x="0" y="2397757"/>
                  <a:pt x="0" y="2276486"/>
                </a:cubicBezTo>
                <a:lnTo>
                  <a:pt x="0" y="219579"/>
                </a:lnTo>
                <a:cubicBezTo>
                  <a:pt x="0" y="98309"/>
                  <a:pt x="98309" y="0"/>
                  <a:pt x="219579" y="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lIns="144000" tIns="144000" rIns="144000" bIns="144000">
            <a:noAutofit/>
          </a:bodyPr>
          <a:lstStyle>
            <a:lvl1pPr marL="0" indent="0">
              <a:buNone/>
              <a:defRPr sz="1400"/>
            </a:lvl1pPr>
          </a:lstStyle>
          <a:p>
            <a:pPr>
              <a:defRPr/>
            </a:pPr>
            <a:endParaRPr lang="en-CA"/>
          </a:p>
        </p:txBody>
      </p:sp>
      <p:sp>
        <p:nvSpPr>
          <p:cNvPr id="1806984699" name="Inhaltsplatzhalter 2"/>
          <p:cNvSpPr>
            <a:spLocks noGrp="1"/>
          </p:cNvSpPr>
          <p:nvPr>
            <p:ph sz="half" idx="16" hasCustomPrompt="1"/>
          </p:nvPr>
        </p:nvSpPr>
        <p:spPr bwMode="auto">
          <a:xfrm>
            <a:off x="4296175" y="4891314"/>
            <a:ext cx="3600449" cy="1490435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1255095126" name="Textplatzhalter 52"/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8184362" y="1484313"/>
            <a:ext cx="3600453" cy="44846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wrap="square" lIns="72000" tIns="36000" rIns="72000" bIns="36000" anchor="ctr">
            <a:normAutofit/>
          </a:bodyPr>
          <a:lstStyle>
            <a:lvl1pPr marL="0" indent="0" algn="ctr">
              <a:buNone/>
              <a:defRPr sz="1600" cap="none">
                <a:solidFill>
                  <a:schemeClr val="bg1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de-DE"/>
              <a:t>Headline</a:t>
            </a:r>
            <a:endParaRPr lang="en-CA"/>
          </a:p>
        </p:txBody>
      </p:sp>
      <p:sp>
        <p:nvSpPr>
          <p:cNvPr id="1616355282" name="Bildplatzhalter 11"/>
          <p:cNvSpPr>
            <a:spLocks noGrp="1"/>
          </p:cNvSpPr>
          <p:nvPr>
            <p:ph type="pic" sz="quarter" idx="26"/>
          </p:nvPr>
        </p:nvSpPr>
        <p:spPr bwMode="auto">
          <a:xfrm>
            <a:off x="8184362" y="2203647"/>
            <a:ext cx="3600453" cy="2400334"/>
          </a:xfrm>
          <a:custGeom>
            <a:avLst/>
            <a:gdLst>
              <a:gd name="connsiteX0" fmla="*/ 219579 w 3600453"/>
              <a:gd name="connsiteY0" fmla="*/ 0 h 2496065"/>
              <a:gd name="connsiteX1" fmla="*/ 316022 w 3600453"/>
              <a:gd name="connsiteY1" fmla="*/ 0 h 2496065"/>
              <a:gd name="connsiteX2" fmla="*/ 1030236 w 3600453"/>
              <a:gd name="connsiteY2" fmla="*/ 0 h 2496065"/>
              <a:gd name="connsiteX3" fmla="*/ 1126679 w 3600453"/>
              <a:gd name="connsiteY3" fmla="*/ 0 h 2496065"/>
              <a:gd name="connsiteX4" fmla="*/ 2473774 w 3600453"/>
              <a:gd name="connsiteY4" fmla="*/ 0 h 2496065"/>
              <a:gd name="connsiteX5" fmla="*/ 2570217 w 3600453"/>
              <a:gd name="connsiteY5" fmla="*/ 0 h 2496065"/>
              <a:gd name="connsiteX6" fmla="*/ 3284431 w 3600453"/>
              <a:gd name="connsiteY6" fmla="*/ 0 h 2496065"/>
              <a:gd name="connsiteX7" fmla="*/ 3380874 w 3600453"/>
              <a:gd name="connsiteY7" fmla="*/ 0 h 2496065"/>
              <a:gd name="connsiteX8" fmla="*/ 3600453 w 3600453"/>
              <a:gd name="connsiteY8" fmla="*/ 219579 h 2496065"/>
              <a:gd name="connsiteX9" fmla="*/ 3600453 w 3600453"/>
              <a:gd name="connsiteY9" fmla="*/ 2276486 h 2496065"/>
              <a:gd name="connsiteX10" fmla="*/ 3380874 w 3600453"/>
              <a:gd name="connsiteY10" fmla="*/ 2496065 h 2496065"/>
              <a:gd name="connsiteX11" fmla="*/ 3284431 w 3600453"/>
              <a:gd name="connsiteY11" fmla="*/ 2496065 h 2496065"/>
              <a:gd name="connsiteX12" fmla="*/ 2570217 w 3600453"/>
              <a:gd name="connsiteY12" fmla="*/ 2496065 h 2496065"/>
              <a:gd name="connsiteX13" fmla="*/ 2473774 w 3600453"/>
              <a:gd name="connsiteY13" fmla="*/ 2496065 h 2496065"/>
              <a:gd name="connsiteX14" fmla="*/ 1126679 w 3600453"/>
              <a:gd name="connsiteY14" fmla="*/ 2496065 h 2496065"/>
              <a:gd name="connsiteX15" fmla="*/ 1030236 w 3600453"/>
              <a:gd name="connsiteY15" fmla="*/ 2496065 h 2496065"/>
              <a:gd name="connsiteX16" fmla="*/ 316022 w 3600453"/>
              <a:gd name="connsiteY16" fmla="*/ 2496065 h 2496065"/>
              <a:gd name="connsiteX17" fmla="*/ 219579 w 3600453"/>
              <a:gd name="connsiteY17" fmla="*/ 2496065 h 2496065"/>
              <a:gd name="connsiteX18" fmla="*/ 0 w 3600453"/>
              <a:gd name="connsiteY18" fmla="*/ 2276486 h 2496065"/>
              <a:gd name="connsiteX19" fmla="*/ 0 w 3600453"/>
              <a:gd name="connsiteY19" fmla="*/ 219579 h 2496065"/>
              <a:gd name="connsiteX20" fmla="*/ 219579 w 3600453"/>
              <a:gd name="connsiteY20" fmla="*/ 0 h 24960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600453" h="2496065" fill="norm" stroke="1" extrusionOk="0">
                <a:moveTo>
                  <a:pt x="219579" y="0"/>
                </a:moveTo>
                <a:lnTo>
                  <a:pt x="316022" y="0"/>
                </a:lnTo>
                <a:lnTo>
                  <a:pt x="1030236" y="0"/>
                </a:lnTo>
                <a:lnTo>
                  <a:pt x="1126679" y="0"/>
                </a:lnTo>
                <a:lnTo>
                  <a:pt x="2473774" y="0"/>
                </a:lnTo>
                <a:lnTo>
                  <a:pt x="2570217" y="0"/>
                </a:lnTo>
                <a:lnTo>
                  <a:pt x="3284431" y="0"/>
                </a:lnTo>
                <a:lnTo>
                  <a:pt x="3380874" y="0"/>
                </a:lnTo>
                <a:cubicBezTo>
                  <a:pt x="3502144" y="0"/>
                  <a:pt x="3600453" y="98309"/>
                  <a:pt x="3600453" y="219579"/>
                </a:cubicBezTo>
                <a:lnTo>
                  <a:pt x="3600453" y="2276486"/>
                </a:lnTo>
                <a:cubicBezTo>
                  <a:pt x="3600453" y="2397757"/>
                  <a:pt x="3502144" y="2496065"/>
                  <a:pt x="3380874" y="2496065"/>
                </a:cubicBezTo>
                <a:lnTo>
                  <a:pt x="3284431" y="2496065"/>
                </a:lnTo>
                <a:lnTo>
                  <a:pt x="2570217" y="2496065"/>
                </a:lnTo>
                <a:lnTo>
                  <a:pt x="2473774" y="2496065"/>
                </a:lnTo>
                <a:lnTo>
                  <a:pt x="1126679" y="2496065"/>
                </a:lnTo>
                <a:lnTo>
                  <a:pt x="1030236" y="2496065"/>
                </a:lnTo>
                <a:lnTo>
                  <a:pt x="316022" y="2496065"/>
                </a:lnTo>
                <a:lnTo>
                  <a:pt x="219579" y="2496065"/>
                </a:lnTo>
                <a:cubicBezTo>
                  <a:pt x="98309" y="2496065"/>
                  <a:pt x="0" y="2397757"/>
                  <a:pt x="0" y="2276486"/>
                </a:cubicBezTo>
                <a:lnTo>
                  <a:pt x="0" y="219579"/>
                </a:lnTo>
                <a:cubicBezTo>
                  <a:pt x="0" y="98309"/>
                  <a:pt x="98309" y="0"/>
                  <a:pt x="219579" y="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lIns="144000" tIns="144000" rIns="144000" bIns="144000">
            <a:noAutofit/>
          </a:bodyPr>
          <a:lstStyle>
            <a:lvl1pPr marL="0" indent="0">
              <a:buNone/>
              <a:defRPr sz="1400"/>
            </a:lvl1pPr>
          </a:lstStyle>
          <a:p>
            <a:pPr>
              <a:defRPr/>
            </a:pPr>
            <a:endParaRPr lang="en-CA"/>
          </a:p>
        </p:txBody>
      </p:sp>
      <p:sp>
        <p:nvSpPr>
          <p:cNvPr id="299201149" name="Inhaltsplatzhalter 2"/>
          <p:cNvSpPr>
            <a:spLocks noGrp="1"/>
          </p:cNvSpPr>
          <p:nvPr>
            <p:ph sz="half" idx="17" hasCustomPrompt="1"/>
          </p:nvPr>
        </p:nvSpPr>
        <p:spPr bwMode="auto">
          <a:xfrm>
            <a:off x="8184362" y="4891314"/>
            <a:ext cx="3600447" cy="1490435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3 images blue">
    <p:bg>
      <p:bgPr shadeToTitle="0"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2755752" name="Textplatzhalter 7"/>
          <p:cNvSpPr>
            <a:spLocks noGrp="1"/>
          </p:cNvSpPr>
          <p:nvPr>
            <p:ph type="body" sz="quarter" idx="18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2103930282" name="Titel 1"/>
          <p:cNvSpPr>
            <a:spLocks noGrp="1"/>
          </p:cNvSpPr>
          <p:nvPr>
            <p:ph type="title" hasCustomPrompt="1"/>
          </p:nvPr>
        </p:nvSpPr>
        <p:spPr bwMode="auto"/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365942360" name="Datumsplatzhalter 2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B843108A-4CEC-450F-9F79-7958F0401B7E}" type="datetime1">
              <a:rPr lang="de-DE"/>
              <a:t>26.01.2026</a:t>
            </a:fld>
            <a:endParaRPr lang="en-CA"/>
          </a:p>
        </p:txBody>
      </p:sp>
      <p:sp>
        <p:nvSpPr>
          <p:cNvPr id="544567906" name="Foliennummernplatzhalter 4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1814802749" name="Textfeld 41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bg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1674823841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6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8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1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4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5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6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7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0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3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4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5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6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7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8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9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0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1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2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3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4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5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  <p:sp>
        <p:nvSpPr>
          <p:cNvPr id="218610756" name="Textplatzhalter 52"/>
          <p:cNvSpPr>
            <a:spLocks noGrp="1"/>
          </p:cNvSpPr>
          <p:nvPr>
            <p:ph type="body" sz="quarter" idx="20" hasCustomPrompt="1"/>
          </p:nvPr>
        </p:nvSpPr>
        <p:spPr bwMode="auto">
          <a:xfrm>
            <a:off x="407987" y="1484313"/>
            <a:ext cx="3600453" cy="44846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</p:spPr>
        <p:txBody>
          <a:bodyPr wrap="square" lIns="72000" tIns="36000" rIns="72000" bIns="36000" anchor="ctr">
            <a:normAutofit/>
          </a:bodyPr>
          <a:lstStyle>
            <a:lvl1pPr marL="0" indent="0" algn="ctr">
              <a:buNone/>
              <a:defRPr sz="1600" cap="none">
                <a:solidFill>
                  <a:schemeClr val="accent1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de-DE"/>
              <a:t>Headline</a:t>
            </a:r>
            <a:endParaRPr lang="en-CA"/>
          </a:p>
        </p:txBody>
      </p:sp>
      <p:sp>
        <p:nvSpPr>
          <p:cNvPr id="741508671" name="Textplatzhalter 52"/>
          <p:cNvSpPr>
            <a:spLocks noGrp="1"/>
          </p:cNvSpPr>
          <p:nvPr>
            <p:ph type="body" sz="quarter" idx="22" hasCustomPrompt="1"/>
          </p:nvPr>
        </p:nvSpPr>
        <p:spPr bwMode="auto">
          <a:xfrm>
            <a:off x="4295771" y="1484313"/>
            <a:ext cx="3600453" cy="44846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</p:spPr>
        <p:txBody>
          <a:bodyPr wrap="square" lIns="72000" tIns="36000" rIns="72000" bIns="36000" anchor="ctr">
            <a:normAutofit/>
          </a:bodyPr>
          <a:lstStyle>
            <a:lvl1pPr marL="0" indent="0" algn="ctr">
              <a:buNone/>
              <a:defRPr sz="1600" cap="none">
                <a:solidFill>
                  <a:schemeClr val="accent1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de-DE"/>
              <a:t>Headline</a:t>
            </a:r>
            <a:endParaRPr lang="en-CA"/>
          </a:p>
        </p:txBody>
      </p:sp>
      <p:sp>
        <p:nvSpPr>
          <p:cNvPr id="1437778662" name="Textplatzhalter 52"/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8183563" y="1484313"/>
            <a:ext cx="3600453" cy="44846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</p:spPr>
        <p:txBody>
          <a:bodyPr wrap="square" lIns="72000" tIns="36000" rIns="72000" bIns="36000" anchor="ctr">
            <a:normAutofit/>
          </a:bodyPr>
          <a:lstStyle>
            <a:lvl1pPr marL="0" indent="0" algn="ctr">
              <a:buNone/>
              <a:defRPr sz="1600" cap="none">
                <a:solidFill>
                  <a:schemeClr val="accent1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de-DE"/>
              <a:t>Headline</a:t>
            </a:r>
            <a:endParaRPr lang="en-CA"/>
          </a:p>
        </p:txBody>
      </p:sp>
      <p:sp>
        <p:nvSpPr>
          <p:cNvPr id="599316021" name="Bildplatzhalter 9"/>
          <p:cNvSpPr>
            <a:spLocks noGrp="1"/>
          </p:cNvSpPr>
          <p:nvPr>
            <p:ph type="pic" sz="quarter" idx="21"/>
          </p:nvPr>
        </p:nvSpPr>
        <p:spPr bwMode="auto">
          <a:xfrm>
            <a:off x="407988" y="2203647"/>
            <a:ext cx="3600453" cy="2400334"/>
          </a:xfrm>
          <a:custGeom>
            <a:avLst/>
            <a:gdLst>
              <a:gd name="connsiteX0" fmla="*/ 219579 w 3600453"/>
              <a:gd name="connsiteY0" fmla="*/ 0 h 2496065"/>
              <a:gd name="connsiteX1" fmla="*/ 316022 w 3600453"/>
              <a:gd name="connsiteY1" fmla="*/ 0 h 2496065"/>
              <a:gd name="connsiteX2" fmla="*/ 1030236 w 3600453"/>
              <a:gd name="connsiteY2" fmla="*/ 0 h 2496065"/>
              <a:gd name="connsiteX3" fmla="*/ 1126679 w 3600453"/>
              <a:gd name="connsiteY3" fmla="*/ 0 h 2496065"/>
              <a:gd name="connsiteX4" fmla="*/ 2473774 w 3600453"/>
              <a:gd name="connsiteY4" fmla="*/ 0 h 2496065"/>
              <a:gd name="connsiteX5" fmla="*/ 2570217 w 3600453"/>
              <a:gd name="connsiteY5" fmla="*/ 0 h 2496065"/>
              <a:gd name="connsiteX6" fmla="*/ 3284431 w 3600453"/>
              <a:gd name="connsiteY6" fmla="*/ 0 h 2496065"/>
              <a:gd name="connsiteX7" fmla="*/ 3380874 w 3600453"/>
              <a:gd name="connsiteY7" fmla="*/ 0 h 2496065"/>
              <a:gd name="connsiteX8" fmla="*/ 3600453 w 3600453"/>
              <a:gd name="connsiteY8" fmla="*/ 219579 h 2496065"/>
              <a:gd name="connsiteX9" fmla="*/ 3600453 w 3600453"/>
              <a:gd name="connsiteY9" fmla="*/ 2276486 h 2496065"/>
              <a:gd name="connsiteX10" fmla="*/ 3380874 w 3600453"/>
              <a:gd name="connsiteY10" fmla="*/ 2496065 h 2496065"/>
              <a:gd name="connsiteX11" fmla="*/ 3284431 w 3600453"/>
              <a:gd name="connsiteY11" fmla="*/ 2496065 h 2496065"/>
              <a:gd name="connsiteX12" fmla="*/ 2570217 w 3600453"/>
              <a:gd name="connsiteY12" fmla="*/ 2496065 h 2496065"/>
              <a:gd name="connsiteX13" fmla="*/ 2473774 w 3600453"/>
              <a:gd name="connsiteY13" fmla="*/ 2496065 h 2496065"/>
              <a:gd name="connsiteX14" fmla="*/ 1126679 w 3600453"/>
              <a:gd name="connsiteY14" fmla="*/ 2496065 h 2496065"/>
              <a:gd name="connsiteX15" fmla="*/ 1030236 w 3600453"/>
              <a:gd name="connsiteY15" fmla="*/ 2496065 h 2496065"/>
              <a:gd name="connsiteX16" fmla="*/ 316022 w 3600453"/>
              <a:gd name="connsiteY16" fmla="*/ 2496065 h 2496065"/>
              <a:gd name="connsiteX17" fmla="*/ 219579 w 3600453"/>
              <a:gd name="connsiteY17" fmla="*/ 2496065 h 2496065"/>
              <a:gd name="connsiteX18" fmla="*/ 0 w 3600453"/>
              <a:gd name="connsiteY18" fmla="*/ 2276486 h 2496065"/>
              <a:gd name="connsiteX19" fmla="*/ 0 w 3600453"/>
              <a:gd name="connsiteY19" fmla="*/ 219579 h 2496065"/>
              <a:gd name="connsiteX20" fmla="*/ 219579 w 3600453"/>
              <a:gd name="connsiteY20" fmla="*/ 0 h 24960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600453" h="2496065" fill="norm" stroke="1" extrusionOk="0">
                <a:moveTo>
                  <a:pt x="219579" y="0"/>
                </a:moveTo>
                <a:lnTo>
                  <a:pt x="316022" y="0"/>
                </a:lnTo>
                <a:lnTo>
                  <a:pt x="1030236" y="0"/>
                </a:lnTo>
                <a:lnTo>
                  <a:pt x="1126679" y="0"/>
                </a:lnTo>
                <a:lnTo>
                  <a:pt x="2473774" y="0"/>
                </a:lnTo>
                <a:lnTo>
                  <a:pt x="2570217" y="0"/>
                </a:lnTo>
                <a:lnTo>
                  <a:pt x="3284431" y="0"/>
                </a:lnTo>
                <a:lnTo>
                  <a:pt x="3380874" y="0"/>
                </a:lnTo>
                <a:cubicBezTo>
                  <a:pt x="3502144" y="0"/>
                  <a:pt x="3600453" y="98309"/>
                  <a:pt x="3600453" y="219579"/>
                </a:cubicBezTo>
                <a:lnTo>
                  <a:pt x="3600453" y="2276486"/>
                </a:lnTo>
                <a:cubicBezTo>
                  <a:pt x="3600453" y="2397757"/>
                  <a:pt x="3502144" y="2496065"/>
                  <a:pt x="3380874" y="2496065"/>
                </a:cubicBezTo>
                <a:lnTo>
                  <a:pt x="3284431" y="2496065"/>
                </a:lnTo>
                <a:lnTo>
                  <a:pt x="2570217" y="2496065"/>
                </a:lnTo>
                <a:lnTo>
                  <a:pt x="2473774" y="2496065"/>
                </a:lnTo>
                <a:lnTo>
                  <a:pt x="1126679" y="2496065"/>
                </a:lnTo>
                <a:lnTo>
                  <a:pt x="1030236" y="2496065"/>
                </a:lnTo>
                <a:lnTo>
                  <a:pt x="316022" y="2496065"/>
                </a:lnTo>
                <a:lnTo>
                  <a:pt x="219579" y="2496065"/>
                </a:lnTo>
                <a:cubicBezTo>
                  <a:pt x="98309" y="2496065"/>
                  <a:pt x="0" y="2397757"/>
                  <a:pt x="0" y="2276486"/>
                </a:cubicBezTo>
                <a:lnTo>
                  <a:pt x="0" y="219579"/>
                </a:lnTo>
                <a:cubicBezTo>
                  <a:pt x="0" y="98309"/>
                  <a:pt x="98309" y="0"/>
                  <a:pt x="219579" y="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lIns="144000" tIns="144000" rIns="144000" bIns="144000">
            <a:noAutofit/>
          </a:bodyPr>
          <a:lstStyle>
            <a:lvl1pPr marL="0" indent="0">
              <a:buNone/>
              <a:defRPr sz="1400"/>
            </a:lvl1pPr>
          </a:lstStyle>
          <a:p>
            <a:pPr>
              <a:defRPr/>
            </a:pPr>
            <a:endParaRPr lang="en-CA"/>
          </a:p>
        </p:txBody>
      </p:sp>
      <p:sp>
        <p:nvSpPr>
          <p:cNvPr id="145696009" name="Bildplatzhalter 10"/>
          <p:cNvSpPr>
            <a:spLocks noGrp="1"/>
          </p:cNvSpPr>
          <p:nvPr>
            <p:ph type="pic" sz="quarter" idx="25"/>
          </p:nvPr>
        </p:nvSpPr>
        <p:spPr bwMode="auto">
          <a:xfrm>
            <a:off x="4296175" y="2203647"/>
            <a:ext cx="3600453" cy="2400334"/>
          </a:xfrm>
          <a:custGeom>
            <a:avLst/>
            <a:gdLst>
              <a:gd name="connsiteX0" fmla="*/ 219579 w 3600453"/>
              <a:gd name="connsiteY0" fmla="*/ 0 h 2496065"/>
              <a:gd name="connsiteX1" fmla="*/ 316022 w 3600453"/>
              <a:gd name="connsiteY1" fmla="*/ 0 h 2496065"/>
              <a:gd name="connsiteX2" fmla="*/ 1030236 w 3600453"/>
              <a:gd name="connsiteY2" fmla="*/ 0 h 2496065"/>
              <a:gd name="connsiteX3" fmla="*/ 1126679 w 3600453"/>
              <a:gd name="connsiteY3" fmla="*/ 0 h 2496065"/>
              <a:gd name="connsiteX4" fmla="*/ 2473774 w 3600453"/>
              <a:gd name="connsiteY4" fmla="*/ 0 h 2496065"/>
              <a:gd name="connsiteX5" fmla="*/ 2570217 w 3600453"/>
              <a:gd name="connsiteY5" fmla="*/ 0 h 2496065"/>
              <a:gd name="connsiteX6" fmla="*/ 3284431 w 3600453"/>
              <a:gd name="connsiteY6" fmla="*/ 0 h 2496065"/>
              <a:gd name="connsiteX7" fmla="*/ 3380874 w 3600453"/>
              <a:gd name="connsiteY7" fmla="*/ 0 h 2496065"/>
              <a:gd name="connsiteX8" fmla="*/ 3600453 w 3600453"/>
              <a:gd name="connsiteY8" fmla="*/ 219579 h 2496065"/>
              <a:gd name="connsiteX9" fmla="*/ 3600453 w 3600453"/>
              <a:gd name="connsiteY9" fmla="*/ 2276486 h 2496065"/>
              <a:gd name="connsiteX10" fmla="*/ 3380874 w 3600453"/>
              <a:gd name="connsiteY10" fmla="*/ 2496065 h 2496065"/>
              <a:gd name="connsiteX11" fmla="*/ 3284431 w 3600453"/>
              <a:gd name="connsiteY11" fmla="*/ 2496065 h 2496065"/>
              <a:gd name="connsiteX12" fmla="*/ 2570217 w 3600453"/>
              <a:gd name="connsiteY12" fmla="*/ 2496065 h 2496065"/>
              <a:gd name="connsiteX13" fmla="*/ 2473774 w 3600453"/>
              <a:gd name="connsiteY13" fmla="*/ 2496065 h 2496065"/>
              <a:gd name="connsiteX14" fmla="*/ 1126679 w 3600453"/>
              <a:gd name="connsiteY14" fmla="*/ 2496065 h 2496065"/>
              <a:gd name="connsiteX15" fmla="*/ 1030236 w 3600453"/>
              <a:gd name="connsiteY15" fmla="*/ 2496065 h 2496065"/>
              <a:gd name="connsiteX16" fmla="*/ 316022 w 3600453"/>
              <a:gd name="connsiteY16" fmla="*/ 2496065 h 2496065"/>
              <a:gd name="connsiteX17" fmla="*/ 219579 w 3600453"/>
              <a:gd name="connsiteY17" fmla="*/ 2496065 h 2496065"/>
              <a:gd name="connsiteX18" fmla="*/ 0 w 3600453"/>
              <a:gd name="connsiteY18" fmla="*/ 2276486 h 2496065"/>
              <a:gd name="connsiteX19" fmla="*/ 0 w 3600453"/>
              <a:gd name="connsiteY19" fmla="*/ 219579 h 2496065"/>
              <a:gd name="connsiteX20" fmla="*/ 219579 w 3600453"/>
              <a:gd name="connsiteY20" fmla="*/ 0 h 24960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600453" h="2496065" fill="norm" stroke="1" extrusionOk="0">
                <a:moveTo>
                  <a:pt x="219579" y="0"/>
                </a:moveTo>
                <a:lnTo>
                  <a:pt x="316022" y="0"/>
                </a:lnTo>
                <a:lnTo>
                  <a:pt x="1030236" y="0"/>
                </a:lnTo>
                <a:lnTo>
                  <a:pt x="1126679" y="0"/>
                </a:lnTo>
                <a:lnTo>
                  <a:pt x="2473774" y="0"/>
                </a:lnTo>
                <a:lnTo>
                  <a:pt x="2570217" y="0"/>
                </a:lnTo>
                <a:lnTo>
                  <a:pt x="3284431" y="0"/>
                </a:lnTo>
                <a:lnTo>
                  <a:pt x="3380874" y="0"/>
                </a:lnTo>
                <a:cubicBezTo>
                  <a:pt x="3502144" y="0"/>
                  <a:pt x="3600453" y="98309"/>
                  <a:pt x="3600453" y="219579"/>
                </a:cubicBezTo>
                <a:lnTo>
                  <a:pt x="3600453" y="2276486"/>
                </a:lnTo>
                <a:cubicBezTo>
                  <a:pt x="3600453" y="2397757"/>
                  <a:pt x="3502144" y="2496065"/>
                  <a:pt x="3380874" y="2496065"/>
                </a:cubicBezTo>
                <a:lnTo>
                  <a:pt x="3284431" y="2496065"/>
                </a:lnTo>
                <a:lnTo>
                  <a:pt x="2570217" y="2496065"/>
                </a:lnTo>
                <a:lnTo>
                  <a:pt x="2473774" y="2496065"/>
                </a:lnTo>
                <a:lnTo>
                  <a:pt x="1126679" y="2496065"/>
                </a:lnTo>
                <a:lnTo>
                  <a:pt x="1030236" y="2496065"/>
                </a:lnTo>
                <a:lnTo>
                  <a:pt x="316022" y="2496065"/>
                </a:lnTo>
                <a:lnTo>
                  <a:pt x="219579" y="2496065"/>
                </a:lnTo>
                <a:cubicBezTo>
                  <a:pt x="98309" y="2496065"/>
                  <a:pt x="0" y="2397757"/>
                  <a:pt x="0" y="2276486"/>
                </a:cubicBezTo>
                <a:lnTo>
                  <a:pt x="0" y="219579"/>
                </a:lnTo>
                <a:cubicBezTo>
                  <a:pt x="0" y="98309"/>
                  <a:pt x="98309" y="0"/>
                  <a:pt x="219579" y="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lIns="144000" tIns="144000" rIns="144000" bIns="144000">
            <a:noAutofit/>
          </a:bodyPr>
          <a:lstStyle>
            <a:lvl1pPr marL="0" indent="0">
              <a:buNone/>
              <a:defRPr sz="1400"/>
            </a:lvl1pPr>
          </a:lstStyle>
          <a:p>
            <a:pPr>
              <a:defRPr/>
            </a:pPr>
            <a:endParaRPr lang="en-CA"/>
          </a:p>
        </p:txBody>
      </p:sp>
      <p:sp>
        <p:nvSpPr>
          <p:cNvPr id="2051090322" name="Bildplatzhalter 11"/>
          <p:cNvSpPr>
            <a:spLocks noGrp="1"/>
          </p:cNvSpPr>
          <p:nvPr>
            <p:ph type="pic" sz="quarter" idx="26"/>
          </p:nvPr>
        </p:nvSpPr>
        <p:spPr bwMode="auto">
          <a:xfrm>
            <a:off x="8184362" y="2203647"/>
            <a:ext cx="3600453" cy="2400334"/>
          </a:xfrm>
          <a:custGeom>
            <a:avLst/>
            <a:gdLst>
              <a:gd name="connsiteX0" fmla="*/ 219579 w 3600453"/>
              <a:gd name="connsiteY0" fmla="*/ 0 h 2496065"/>
              <a:gd name="connsiteX1" fmla="*/ 316022 w 3600453"/>
              <a:gd name="connsiteY1" fmla="*/ 0 h 2496065"/>
              <a:gd name="connsiteX2" fmla="*/ 1030236 w 3600453"/>
              <a:gd name="connsiteY2" fmla="*/ 0 h 2496065"/>
              <a:gd name="connsiteX3" fmla="*/ 1126679 w 3600453"/>
              <a:gd name="connsiteY3" fmla="*/ 0 h 2496065"/>
              <a:gd name="connsiteX4" fmla="*/ 2473774 w 3600453"/>
              <a:gd name="connsiteY4" fmla="*/ 0 h 2496065"/>
              <a:gd name="connsiteX5" fmla="*/ 2570217 w 3600453"/>
              <a:gd name="connsiteY5" fmla="*/ 0 h 2496065"/>
              <a:gd name="connsiteX6" fmla="*/ 3284431 w 3600453"/>
              <a:gd name="connsiteY6" fmla="*/ 0 h 2496065"/>
              <a:gd name="connsiteX7" fmla="*/ 3380874 w 3600453"/>
              <a:gd name="connsiteY7" fmla="*/ 0 h 2496065"/>
              <a:gd name="connsiteX8" fmla="*/ 3600453 w 3600453"/>
              <a:gd name="connsiteY8" fmla="*/ 219579 h 2496065"/>
              <a:gd name="connsiteX9" fmla="*/ 3600453 w 3600453"/>
              <a:gd name="connsiteY9" fmla="*/ 2276486 h 2496065"/>
              <a:gd name="connsiteX10" fmla="*/ 3380874 w 3600453"/>
              <a:gd name="connsiteY10" fmla="*/ 2496065 h 2496065"/>
              <a:gd name="connsiteX11" fmla="*/ 3284431 w 3600453"/>
              <a:gd name="connsiteY11" fmla="*/ 2496065 h 2496065"/>
              <a:gd name="connsiteX12" fmla="*/ 2570217 w 3600453"/>
              <a:gd name="connsiteY12" fmla="*/ 2496065 h 2496065"/>
              <a:gd name="connsiteX13" fmla="*/ 2473774 w 3600453"/>
              <a:gd name="connsiteY13" fmla="*/ 2496065 h 2496065"/>
              <a:gd name="connsiteX14" fmla="*/ 1126679 w 3600453"/>
              <a:gd name="connsiteY14" fmla="*/ 2496065 h 2496065"/>
              <a:gd name="connsiteX15" fmla="*/ 1030236 w 3600453"/>
              <a:gd name="connsiteY15" fmla="*/ 2496065 h 2496065"/>
              <a:gd name="connsiteX16" fmla="*/ 316022 w 3600453"/>
              <a:gd name="connsiteY16" fmla="*/ 2496065 h 2496065"/>
              <a:gd name="connsiteX17" fmla="*/ 219579 w 3600453"/>
              <a:gd name="connsiteY17" fmla="*/ 2496065 h 2496065"/>
              <a:gd name="connsiteX18" fmla="*/ 0 w 3600453"/>
              <a:gd name="connsiteY18" fmla="*/ 2276486 h 2496065"/>
              <a:gd name="connsiteX19" fmla="*/ 0 w 3600453"/>
              <a:gd name="connsiteY19" fmla="*/ 219579 h 2496065"/>
              <a:gd name="connsiteX20" fmla="*/ 219579 w 3600453"/>
              <a:gd name="connsiteY20" fmla="*/ 0 h 24960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600453" h="2496065" fill="norm" stroke="1" extrusionOk="0">
                <a:moveTo>
                  <a:pt x="219579" y="0"/>
                </a:moveTo>
                <a:lnTo>
                  <a:pt x="316022" y="0"/>
                </a:lnTo>
                <a:lnTo>
                  <a:pt x="1030236" y="0"/>
                </a:lnTo>
                <a:lnTo>
                  <a:pt x="1126679" y="0"/>
                </a:lnTo>
                <a:lnTo>
                  <a:pt x="2473774" y="0"/>
                </a:lnTo>
                <a:lnTo>
                  <a:pt x="2570217" y="0"/>
                </a:lnTo>
                <a:lnTo>
                  <a:pt x="3284431" y="0"/>
                </a:lnTo>
                <a:lnTo>
                  <a:pt x="3380874" y="0"/>
                </a:lnTo>
                <a:cubicBezTo>
                  <a:pt x="3502144" y="0"/>
                  <a:pt x="3600453" y="98309"/>
                  <a:pt x="3600453" y="219579"/>
                </a:cubicBezTo>
                <a:lnTo>
                  <a:pt x="3600453" y="2276486"/>
                </a:lnTo>
                <a:cubicBezTo>
                  <a:pt x="3600453" y="2397757"/>
                  <a:pt x="3502144" y="2496065"/>
                  <a:pt x="3380874" y="2496065"/>
                </a:cubicBezTo>
                <a:lnTo>
                  <a:pt x="3284431" y="2496065"/>
                </a:lnTo>
                <a:lnTo>
                  <a:pt x="2570217" y="2496065"/>
                </a:lnTo>
                <a:lnTo>
                  <a:pt x="2473774" y="2496065"/>
                </a:lnTo>
                <a:lnTo>
                  <a:pt x="1126679" y="2496065"/>
                </a:lnTo>
                <a:lnTo>
                  <a:pt x="1030236" y="2496065"/>
                </a:lnTo>
                <a:lnTo>
                  <a:pt x="316022" y="2496065"/>
                </a:lnTo>
                <a:lnTo>
                  <a:pt x="219579" y="2496065"/>
                </a:lnTo>
                <a:cubicBezTo>
                  <a:pt x="98309" y="2496065"/>
                  <a:pt x="0" y="2397757"/>
                  <a:pt x="0" y="2276486"/>
                </a:cubicBezTo>
                <a:lnTo>
                  <a:pt x="0" y="219579"/>
                </a:lnTo>
                <a:cubicBezTo>
                  <a:pt x="0" y="98309"/>
                  <a:pt x="98309" y="0"/>
                  <a:pt x="219579" y="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lIns="144000" tIns="144000" rIns="144000" bIns="144000">
            <a:noAutofit/>
          </a:bodyPr>
          <a:lstStyle>
            <a:lvl1pPr marL="0" indent="0">
              <a:buNone/>
              <a:defRPr sz="1400"/>
            </a:lvl1pPr>
          </a:lstStyle>
          <a:p>
            <a:pPr>
              <a:defRPr/>
            </a:pPr>
            <a:endParaRPr lang="en-CA"/>
          </a:p>
        </p:txBody>
      </p:sp>
      <p:sp>
        <p:nvSpPr>
          <p:cNvPr id="1101284912" name="Inhaltsplatzhalter 2"/>
          <p:cNvSpPr>
            <a:spLocks noGrp="1"/>
          </p:cNvSpPr>
          <p:nvPr>
            <p:ph sz="half" idx="1" hasCustomPrompt="1"/>
          </p:nvPr>
        </p:nvSpPr>
        <p:spPr bwMode="auto">
          <a:xfrm>
            <a:off x="407988" y="4891314"/>
            <a:ext cx="3600451" cy="1490435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1510356011" name="Inhaltsplatzhalter 2"/>
          <p:cNvSpPr>
            <a:spLocks noGrp="1"/>
          </p:cNvSpPr>
          <p:nvPr>
            <p:ph sz="half" idx="16" hasCustomPrompt="1"/>
          </p:nvPr>
        </p:nvSpPr>
        <p:spPr bwMode="auto">
          <a:xfrm>
            <a:off x="4296175" y="4891314"/>
            <a:ext cx="3600449" cy="1490435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713747679" name="Inhaltsplatzhalter 2"/>
          <p:cNvSpPr>
            <a:spLocks noGrp="1"/>
          </p:cNvSpPr>
          <p:nvPr>
            <p:ph sz="half" idx="17" hasCustomPrompt="1"/>
          </p:nvPr>
        </p:nvSpPr>
        <p:spPr bwMode="auto">
          <a:xfrm>
            <a:off x="8184362" y="4891314"/>
            <a:ext cx="3600447" cy="1490435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1_1/3 image left blue">
    <p:bg>
      <p:bgPr shadeToTitle="0"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29561113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1263424740" name="Titel 1"/>
          <p:cNvSpPr>
            <a:spLocks noGrp="1"/>
          </p:cNvSpPr>
          <p:nvPr>
            <p:ph type="title" hasCustomPrompt="1"/>
          </p:nvPr>
        </p:nvSpPr>
        <p:spPr bwMode="auto"/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1141622765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390E1999-4726-4600-8B88-4A7F5C00CB35}" type="datetime1">
              <a:rPr lang="de-DE"/>
              <a:t>26.01.2026</a:t>
            </a:fld>
            <a:endParaRPr lang="en-CA"/>
          </a:p>
        </p:txBody>
      </p:sp>
      <p:sp>
        <p:nvSpPr>
          <p:cNvPr id="1600796561" name="Foliennummernplatzhalter 5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1178728039" name="Textfeld 33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bg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sp>
        <p:nvSpPr>
          <p:cNvPr id="2058407440" name="Bildplatzhalter 35"/>
          <p:cNvSpPr>
            <a:spLocks noGrp="1"/>
          </p:cNvSpPr>
          <p:nvPr>
            <p:ph type="pic" sz="quarter" idx="16"/>
          </p:nvPr>
        </p:nvSpPr>
        <p:spPr bwMode="auto">
          <a:xfrm>
            <a:off x="412758" y="1484314"/>
            <a:ext cx="3600447" cy="4897436"/>
          </a:xfrm>
          <a:custGeom>
            <a:avLst/>
            <a:gdLst>
              <a:gd name="connsiteX0" fmla="*/ 285669 w 3600447"/>
              <a:gd name="connsiteY0" fmla="*/ 0 h 4897436"/>
              <a:gd name="connsiteX1" fmla="*/ 382107 w 3600447"/>
              <a:gd name="connsiteY1" fmla="*/ 0 h 4897436"/>
              <a:gd name="connsiteX2" fmla="*/ 3218340 w 3600447"/>
              <a:gd name="connsiteY2" fmla="*/ 0 h 4897436"/>
              <a:gd name="connsiteX3" fmla="*/ 3314778 w 3600447"/>
              <a:gd name="connsiteY3" fmla="*/ 0 h 4897436"/>
              <a:gd name="connsiteX4" fmla="*/ 3600447 w 3600447"/>
              <a:gd name="connsiteY4" fmla="*/ 285669 h 4897436"/>
              <a:gd name="connsiteX5" fmla="*/ 3600447 w 3600447"/>
              <a:gd name="connsiteY5" fmla="*/ 1935761 h 4897436"/>
              <a:gd name="connsiteX6" fmla="*/ 3600447 w 3600447"/>
              <a:gd name="connsiteY6" fmla="*/ 2961675 h 4897436"/>
              <a:gd name="connsiteX7" fmla="*/ 3600447 w 3600447"/>
              <a:gd name="connsiteY7" fmla="*/ 4611767 h 4897436"/>
              <a:gd name="connsiteX8" fmla="*/ 3314778 w 3600447"/>
              <a:gd name="connsiteY8" fmla="*/ 4897436 h 4897436"/>
              <a:gd name="connsiteX9" fmla="*/ 3218340 w 3600447"/>
              <a:gd name="connsiteY9" fmla="*/ 4897436 h 4897436"/>
              <a:gd name="connsiteX10" fmla="*/ 382107 w 3600447"/>
              <a:gd name="connsiteY10" fmla="*/ 4897436 h 4897436"/>
              <a:gd name="connsiteX11" fmla="*/ 285669 w 3600447"/>
              <a:gd name="connsiteY11" fmla="*/ 4897436 h 4897436"/>
              <a:gd name="connsiteX12" fmla="*/ 0 w 3600447"/>
              <a:gd name="connsiteY12" fmla="*/ 4611767 h 4897436"/>
              <a:gd name="connsiteX13" fmla="*/ 0 w 3600447"/>
              <a:gd name="connsiteY13" fmla="*/ 2961675 h 4897436"/>
              <a:gd name="connsiteX14" fmla="*/ 0 w 3600447"/>
              <a:gd name="connsiteY14" fmla="*/ 1935761 h 4897436"/>
              <a:gd name="connsiteX15" fmla="*/ 0 w 3600447"/>
              <a:gd name="connsiteY15" fmla="*/ 285669 h 4897436"/>
              <a:gd name="connsiteX16" fmla="*/ 285669 w 3600447"/>
              <a:gd name="connsiteY16" fmla="*/ 0 h 4897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600447" h="4897436" fill="norm" stroke="1" extrusionOk="0">
                <a:moveTo>
                  <a:pt x="285669" y="0"/>
                </a:moveTo>
                <a:lnTo>
                  <a:pt x="382107" y="0"/>
                </a:lnTo>
                <a:lnTo>
                  <a:pt x="3218340" y="0"/>
                </a:lnTo>
                <a:lnTo>
                  <a:pt x="3314778" y="0"/>
                </a:lnTo>
                <a:cubicBezTo>
                  <a:pt x="3472549" y="0"/>
                  <a:pt x="3600447" y="127898"/>
                  <a:pt x="3600447" y="285669"/>
                </a:cubicBezTo>
                <a:lnTo>
                  <a:pt x="3600447" y="1935761"/>
                </a:lnTo>
                <a:lnTo>
                  <a:pt x="3600447" y="2961675"/>
                </a:lnTo>
                <a:lnTo>
                  <a:pt x="3600447" y="4611767"/>
                </a:lnTo>
                <a:cubicBezTo>
                  <a:pt x="3600447" y="4769538"/>
                  <a:pt x="3472549" y="4897436"/>
                  <a:pt x="3314778" y="4897436"/>
                </a:cubicBezTo>
                <a:lnTo>
                  <a:pt x="3218340" y="4897436"/>
                </a:lnTo>
                <a:lnTo>
                  <a:pt x="382107" y="4897436"/>
                </a:lnTo>
                <a:lnTo>
                  <a:pt x="285669" y="4897436"/>
                </a:lnTo>
                <a:cubicBezTo>
                  <a:pt x="127898" y="4897436"/>
                  <a:pt x="0" y="4769538"/>
                  <a:pt x="0" y="4611767"/>
                </a:cubicBezTo>
                <a:lnTo>
                  <a:pt x="0" y="2961675"/>
                </a:lnTo>
                <a:lnTo>
                  <a:pt x="0" y="1935761"/>
                </a:lnTo>
                <a:lnTo>
                  <a:pt x="0" y="285669"/>
                </a:lnTo>
                <a:cubicBezTo>
                  <a:pt x="0" y="127898"/>
                  <a:pt x="127898" y="0"/>
                  <a:pt x="285669" y="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lIns="144000" tIns="144000" rIns="144000" bIns="144000">
            <a:noAutofit/>
          </a:bodyPr>
          <a:lstStyle>
            <a:lvl1pPr marL="0" indent="0">
              <a:buNone/>
              <a:defRPr sz="1400"/>
            </a:lvl1pPr>
          </a:lstStyle>
          <a:p>
            <a:pPr>
              <a:defRPr/>
            </a:pPr>
            <a:endParaRPr lang="en-CA"/>
          </a:p>
        </p:txBody>
      </p:sp>
      <p:grpSp>
        <p:nvGrpSpPr>
          <p:cNvPr id="2023615963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11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5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7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8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9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0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1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2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3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4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5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6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7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0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3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4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5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6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7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  <p:sp>
        <p:nvSpPr>
          <p:cNvPr id="95568601" name="Textplatzhalter 52"/>
          <p:cNvSpPr>
            <a:spLocks noGrp="1"/>
          </p:cNvSpPr>
          <p:nvPr>
            <p:ph type="body" sz="quarter" idx="20" hasCustomPrompt="1"/>
          </p:nvPr>
        </p:nvSpPr>
        <p:spPr bwMode="auto">
          <a:xfrm>
            <a:off x="4421194" y="1484313"/>
            <a:ext cx="1819270" cy="44846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</p:spPr>
        <p:txBody>
          <a:bodyPr wrap="square" lIns="72000" tIns="36000" rIns="72000" bIns="36000" anchor="ctr">
            <a:normAutofit/>
          </a:bodyPr>
          <a:lstStyle>
            <a:lvl1pPr marL="0" indent="0" algn="ctr">
              <a:buNone/>
              <a:defRPr sz="1600" cap="none">
                <a:solidFill>
                  <a:schemeClr val="accent1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en-CA"/>
              <a:t>Lorem Ipsum</a:t>
            </a:r>
            <a:endParaRPr/>
          </a:p>
        </p:txBody>
      </p:sp>
      <p:sp>
        <p:nvSpPr>
          <p:cNvPr id="235401355" name="Text Placeholder 32"/>
          <p:cNvSpPr>
            <a:spLocks noGrp="1"/>
          </p:cNvSpPr>
          <p:nvPr>
            <p:ph type="body" sz="quarter" idx="23" hasCustomPrompt="1"/>
          </p:nvPr>
        </p:nvSpPr>
        <p:spPr bwMode="auto">
          <a:xfrm>
            <a:off x="4421194" y="2335213"/>
            <a:ext cx="1819270" cy="1065212"/>
          </a:xfrm>
        </p:spPr>
        <p:txBody>
          <a:bodyPr wrap="square"/>
          <a:lstStyle>
            <a:lvl1pPr marL="285750" indent="-28575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</p:txBody>
      </p:sp>
      <p:sp>
        <p:nvSpPr>
          <p:cNvPr id="1077381066" name="Text Placeholder 32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4421194" y="3811588"/>
            <a:ext cx="1819270" cy="1065212"/>
          </a:xfrm>
        </p:spPr>
        <p:txBody>
          <a:bodyPr/>
          <a:lstStyle>
            <a:lvl1pPr marL="285750" indent="-28575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</p:txBody>
      </p:sp>
      <p:sp>
        <p:nvSpPr>
          <p:cNvPr id="883873466" name="Text Placeholder 32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4421194" y="5287963"/>
            <a:ext cx="1819270" cy="1065212"/>
          </a:xfrm>
        </p:spPr>
        <p:txBody>
          <a:bodyPr/>
          <a:lstStyle>
            <a:lvl1pPr marL="285750" indent="-28575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</p:txBody>
      </p:sp>
      <p:sp>
        <p:nvSpPr>
          <p:cNvPr id="1744994907" name="Textplatzhalter 52"/>
          <p:cNvSpPr>
            <a:spLocks noGrp="1"/>
          </p:cNvSpPr>
          <p:nvPr>
            <p:ph type="body" sz="quarter" idx="21" hasCustomPrompt="1"/>
          </p:nvPr>
        </p:nvSpPr>
        <p:spPr bwMode="auto">
          <a:xfrm>
            <a:off x="6993342" y="1484313"/>
            <a:ext cx="1819270" cy="44846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</p:spPr>
        <p:txBody>
          <a:bodyPr wrap="square" lIns="72000" tIns="36000" rIns="72000" bIns="36000" anchor="ctr">
            <a:normAutofit/>
          </a:bodyPr>
          <a:lstStyle>
            <a:lvl1pPr marL="0" indent="0" algn="ctr">
              <a:buNone/>
              <a:defRPr sz="1600" cap="none">
                <a:solidFill>
                  <a:schemeClr val="accent1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en-CA"/>
              <a:t>Lorem Ipsum</a:t>
            </a:r>
            <a:endParaRPr/>
          </a:p>
        </p:txBody>
      </p:sp>
      <p:sp>
        <p:nvSpPr>
          <p:cNvPr id="1583322228" name="Text Placeholder 32"/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6993343" y="2335213"/>
            <a:ext cx="1819270" cy="1065212"/>
          </a:xfrm>
        </p:spPr>
        <p:txBody>
          <a:bodyPr/>
          <a:lstStyle>
            <a:lvl1pPr marL="285750" indent="-28575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</p:txBody>
      </p:sp>
      <p:sp>
        <p:nvSpPr>
          <p:cNvPr id="2059000007" name="Text Placeholder 32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6993343" y="3811588"/>
            <a:ext cx="1819270" cy="1065212"/>
          </a:xfrm>
        </p:spPr>
        <p:txBody>
          <a:bodyPr/>
          <a:lstStyle>
            <a:lvl1pPr marL="285750" indent="-28575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</p:txBody>
      </p:sp>
      <p:sp>
        <p:nvSpPr>
          <p:cNvPr id="2097358605" name="Text Placeholder 32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6993343" y="5287963"/>
            <a:ext cx="1819270" cy="1065212"/>
          </a:xfrm>
        </p:spPr>
        <p:txBody>
          <a:bodyPr/>
          <a:lstStyle>
            <a:lvl1pPr marL="285750" indent="-28575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</p:txBody>
      </p:sp>
      <p:sp>
        <p:nvSpPr>
          <p:cNvPr id="1284396515" name="Textplatzhalter 52"/>
          <p:cNvSpPr>
            <a:spLocks noGrp="1"/>
          </p:cNvSpPr>
          <p:nvPr>
            <p:ph type="body" sz="quarter" idx="22" hasCustomPrompt="1"/>
          </p:nvPr>
        </p:nvSpPr>
        <p:spPr bwMode="auto">
          <a:xfrm>
            <a:off x="9565491" y="1484313"/>
            <a:ext cx="1819270" cy="44846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</p:spPr>
        <p:txBody>
          <a:bodyPr wrap="square" lIns="72000" tIns="36000" rIns="72000" bIns="36000" anchor="ctr">
            <a:normAutofit/>
          </a:bodyPr>
          <a:lstStyle>
            <a:lvl1pPr marL="0" indent="0" algn="ctr">
              <a:buNone/>
              <a:defRPr sz="1600" cap="none">
                <a:solidFill>
                  <a:schemeClr val="accent1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en-CA"/>
              <a:t>Lorem Ipsum</a:t>
            </a:r>
            <a:endParaRPr/>
          </a:p>
        </p:txBody>
      </p:sp>
      <p:sp>
        <p:nvSpPr>
          <p:cNvPr id="605627277" name="Text Placeholder 32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9565491" y="2335213"/>
            <a:ext cx="1819270" cy="1065212"/>
          </a:xfrm>
        </p:spPr>
        <p:txBody>
          <a:bodyPr/>
          <a:lstStyle>
            <a:lvl1pPr marL="285750" indent="-28575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</p:txBody>
      </p:sp>
      <p:sp>
        <p:nvSpPr>
          <p:cNvPr id="1581370932" name="Text Placeholder 32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9565491" y="3811588"/>
            <a:ext cx="1819270" cy="1065212"/>
          </a:xfrm>
        </p:spPr>
        <p:txBody>
          <a:bodyPr/>
          <a:lstStyle>
            <a:lvl1pPr marL="285750" indent="-28575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</p:txBody>
      </p:sp>
      <p:sp>
        <p:nvSpPr>
          <p:cNvPr id="77970289" name="Text Placeholder 32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9565491" y="5287963"/>
            <a:ext cx="1819270" cy="1065212"/>
          </a:xfrm>
        </p:spPr>
        <p:txBody>
          <a:bodyPr/>
          <a:lstStyle>
            <a:lvl1pPr marL="285750" indent="-28575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3 contents with subheadline whit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3548189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/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1878618455" name="Titel 1"/>
          <p:cNvSpPr>
            <a:spLocks noGrp="1"/>
          </p:cNvSpPr>
          <p:nvPr>
            <p:ph type="title" hasCustomPrompt="1"/>
          </p:nvPr>
        </p:nvSpPr>
        <p:spPr bwMode="auto"/>
        <p:txBody>
          <a:bodyPr vert="horz"/>
          <a:lstStyle/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1248328643" name="Datumsplatzhalter 4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66B37C8C-F68A-4E06-9922-6EEE86F126B4}" type="datetime1">
              <a:rPr lang="de-DE"/>
              <a:t>26.01.2026</a:t>
            </a:fld>
            <a:endParaRPr lang="en-CA"/>
          </a:p>
        </p:txBody>
      </p:sp>
      <p:sp>
        <p:nvSpPr>
          <p:cNvPr id="291132893" name="Foliennummernplatzhalter 6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612251818" name="Text Placeholder 25"/>
          <p:cNvSpPr>
            <a:spLocks noGrp="1"/>
          </p:cNvSpPr>
          <p:nvPr>
            <p:ph type="body" sz="quarter" idx="14" hasCustomPrompt="1"/>
          </p:nvPr>
        </p:nvSpPr>
        <p:spPr bwMode="auto">
          <a:xfrm>
            <a:off x="715396" y="2138170"/>
            <a:ext cx="2993571" cy="246221"/>
          </a:xfrm>
        </p:spPr>
        <p:txBody>
          <a:bodyPr anchor="ctr">
            <a:noAutofit/>
          </a:bodyPr>
          <a:lstStyle>
            <a:lvl1pPr marL="0" indent="0">
              <a:buNone/>
              <a:defRPr sz="180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thing</a:t>
            </a:r>
            <a:r>
              <a:rPr lang="de-DE"/>
              <a:t> </a:t>
            </a:r>
            <a:r>
              <a:rPr lang="de-DE"/>
              <a:t>to</a:t>
            </a:r>
            <a:r>
              <a:rPr lang="de-DE"/>
              <a:t> </a:t>
            </a:r>
            <a:r>
              <a:rPr lang="de-DE"/>
              <a:t>remember</a:t>
            </a:r>
            <a:endParaRPr lang="de-DE"/>
          </a:p>
        </p:txBody>
      </p:sp>
      <p:sp>
        <p:nvSpPr>
          <p:cNvPr id="331026085" name="Text Placeholder 29"/>
          <p:cNvSpPr>
            <a:spLocks noGrp="1"/>
          </p:cNvSpPr>
          <p:nvPr>
            <p:ph type="body" sz="quarter" idx="17" hasCustomPrompt="1"/>
          </p:nvPr>
        </p:nvSpPr>
        <p:spPr bwMode="auto">
          <a:xfrm>
            <a:off x="715963" y="2576321"/>
            <a:ext cx="2992437" cy="1522412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de-DE"/>
              <a:t>Insert </a:t>
            </a:r>
            <a:r>
              <a:rPr lang="de-DE"/>
              <a:t>about</a:t>
            </a:r>
            <a:r>
              <a:rPr lang="de-DE"/>
              <a:t> 6-7 </a:t>
            </a:r>
            <a:r>
              <a:rPr lang="de-DE"/>
              <a:t>lines</a:t>
            </a:r>
            <a:r>
              <a:rPr lang="de-DE"/>
              <a:t> </a:t>
            </a:r>
            <a:r>
              <a:rPr lang="de-DE"/>
              <a:t>of</a:t>
            </a:r>
            <a:r>
              <a:rPr lang="de-DE"/>
              <a:t> </a:t>
            </a:r>
            <a:r>
              <a:rPr lang="de-DE"/>
              <a:t>content</a:t>
            </a:r>
            <a:r>
              <a:rPr lang="de-DE"/>
              <a:t> </a:t>
            </a:r>
            <a:endParaRPr/>
          </a:p>
        </p:txBody>
      </p:sp>
      <p:sp>
        <p:nvSpPr>
          <p:cNvPr id="1790101766" name="Text Placeholder 25"/>
          <p:cNvSpPr>
            <a:spLocks noGrp="1"/>
          </p:cNvSpPr>
          <p:nvPr>
            <p:ph type="body" sz="quarter" idx="18" hasCustomPrompt="1"/>
          </p:nvPr>
        </p:nvSpPr>
        <p:spPr bwMode="auto">
          <a:xfrm>
            <a:off x="4599214" y="2138170"/>
            <a:ext cx="2993571" cy="246221"/>
          </a:xfrm>
        </p:spPr>
        <p:txBody>
          <a:bodyPr anchor="ctr"/>
          <a:lstStyle>
            <a:lvl1pPr marL="0" indent="0">
              <a:buNone/>
              <a:defRPr sz="180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de-DE"/>
              <a:t>Second </a:t>
            </a:r>
            <a:r>
              <a:rPr lang="de-DE"/>
              <a:t>thing</a:t>
            </a:r>
            <a:r>
              <a:rPr lang="de-DE"/>
              <a:t> </a:t>
            </a:r>
            <a:r>
              <a:rPr lang="de-DE"/>
              <a:t>to</a:t>
            </a:r>
            <a:r>
              <a:rPr lang="de-DE"/>
              <a:t> </a:t>
            </a:r>
            <a:r>
              <a:rPr lang="de-DE"/>
              <a:t>remember</a:t>
            </a:r>
            <a:endParaRPr lang="de-DE"/>
          </a:p>
        </p:txBody>
      </p:sp>
      <p:sp>
        <p:nvSpPr>
          <p:cNvPr id="836867198" name="Text Placeholder 29"/>
          <p:cNvSpPr>
            <a:spLocks noGrp="1"/>
          </p:cNvSpPr>
          <p:nvPr>
            <p:ph type="body" sz="quarter" idx="19" hasCustomPrompt="1"/>
          </p:nvPr>
        </p:nvSpPr>
        <p:spPr bwMode="auto">
          <a:xfrm>
            <a:off x="4599781" y="2576321"/>
            <a:ext cx="2992437" cy="1522412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de-DE"/>
              <a:t>Insert </a:t>
            </a:r>
            <a:r>
              <a:rPr lang="de-DE"/>
              <a:t>about</a:t>
            </a:r>
            <a:r>
              <a:rPr lang="de-DE"/>
              <a:t> 6-7 </a:t>
            </a:r>
            <a:r>
              <a:rPr lang="de-DE"/>
              <a:t>lines</a:t>
            </a:r>
            <a:r>
              <a:rPr lang="de-DE"/>
              <a:t> </a:t>
            </a:r>
            <a:r>
              <a:rPr lang="de-DE"/>
              <a:t>of</a:t>
            </a:r>
            <a:r>
              <a:rPr lang="de-DE"/>
              <a:t> </a:t>
            </a:r>
            <a:r>
              <a:rPr lang="de-DE"/>
              <a:t>content</a:t>
            </a:r>
            <a:r>
              <a:rPr lang="de-DE"/>
              <a:t> </a:t>
            </a:r>
            <a:endParaRPr/>
          </a:p>
        </p:txBody>
      </p:sp>
      <p:sp>
        <p:nvSpPr>
          <p:cNvPr id="600806480" name="Text Placeholder 25"/>
          <p:cNvSpPr>
            <a:spLocks noGrp="1"/>
          </p:cNvSpPr>
          <p:nvPr>
            <p:ph type="body" sz="quarter" idx="20" hasCustomPrompt="1"/>
          </p:nvPr>
        </p:nvSpPr>
        <p:spPr bwMode="auto">
          <a:xfrm>
            <a:off x="8482466" y="2138170"/>
            <a:ext cx="2993571" cy="246221"/>
          </a:xfrm>
        </p:spPr>
        <p:txBody>
          <a:bodyPr anchor="ctr">
            <a:noAutofit/>
          </a:bodyPr>
          <a:lstStyle>
            <a:lvl1pPr marL="0" indent="0">
              <a:buNone/>
              <a:defRPr sz="180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de-DE"/>
              <a:t>Third </a:t>
            </a:r>
            <a:r>
              <a:rPr lang="de-DE"/>
              <a:t>thing</a:t>
            </a:r>
            <a:r>
              <a:rPr lang="de-DE"/>
              <a:t> </a:t>
            </a:r>
            <a:r>
              <a:rPr lang="de-DE"/>
              <a:t>to</a:t>
            </a:r>
            <a:r>
              <a:rPr lang="de-DE"/>
              <a:t> </a:t>
            </a:r>
            <a:r>
              <a:rPr lang="de-DE"/>
              <a:t>remember</a:t>
            </a:r>
            <a:endParaRPr lang="de-DE"/>
          </a:p>
        </p:txBody>
      </p:sp>
      <p:sp>
        <p:nvSpPr>
          <p:cNvPr id="993366778" name="Text Placeholder 29"/>
          <p:cNvSpPr>
            <a:spLocks noGrp="1"/>
          </p:cNvSpPr>
          <p:nvPr>
            <p:ph type="body" sz="quarter" idx="21" hasCustomPrompt="1"/>
          </p:nvPr>
        </p:nvSpPr>
        <p:spPr bwMode="auto">
          <a:xfrm>
            <a:off x="8483033" y="2576321"/>
            <a:ext cx="2992437" cy="1522412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de-DE"/>
              <a:t>Insert </a:t>
            </a:r>
            <a:r>
              <a:rPr lang="de-DE"/>
              <a:t>about</a:t>
            </a:r>
            <a:r>
              <a:rPr lang="de-DE"/>
              <a:t> 6-7 </a:t>
            </a:r>
            <a:r>
              <a:rPr lang="de-DE"/>
              <a:t>lines</a:t>
            </a:r>
            <a:r>
              <a:rPr lang="de-DE"/>
              <a:t> </a:t>
            </a:r>
            <a:r>
              <a:rPr lang="de-DE"/>
              <a:t>of</a:t>
            </a:r>
            <a:r>
              <a:rPr lang="de-DE"/>
              <a:t> </a:t>
            </a:r>
            <a:r>
              <a:rPr lang="de-DE"/>
              <a:t>content</a:t>
            </a:r>
            <a:r>
              <a:rPr lang="de-DE"/>
              <a:t> </a:t>
            </a:r>
            <a:endParaRPr/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2_1/3 image left blue">
    <p:bg>
      <p:bgPr shadeToTitle="0"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0903914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2077210804" name="Titel 1"/>
          <p:cNvSpPr>
            <a:spLocks noGrp="1"/>
          </p:cNvSpPr>
          <p:nvPr>
            <p:ph type="title" hasCustomPrompt="1"/>
          </p:nvPr>
        </p:nvSpPr>
        <p:spPr bwMode="auto"/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873130670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390E1999-4726-4600-8B88-4A7F5C00CB35}" type="datetime1">
              <a:rPr lang="de-DE"/>
              <a:t>26.01.2026</a:t>
            </a:fld>
            <a:endParaRPr lang="en-CA"/>
          </a:p>
        </p:txBody>
      </p:sp>
      <p:sp>
        <p:nvSpPr>
          <p:cNvPr id="568610160" name="Foliennummernplatzhalter 5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463353422" name="Textfeld 33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bg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2136052936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11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5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7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8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9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0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1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2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3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4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5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6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7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0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3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4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5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6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7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  <p:sp>
        <p:nvSpPr>
          <p:cNvPr id="281156464" name="Text Placeholder 25"/>
          <p:cNvSpPr>
            <a:spLocks noGrp="1"/>
          </p:cNvSpPr>
          <p:nvPr>
            <p:ph type="body" sz="quarter" idx="14" hasCustomPrompt="1"/>
          </p:nvPr>
        </p:nvSpPr>
        <p:spPr bwMode="auto">
          <a:xfrm>
            <a:off x="715396" y="2138170"/>
            <a:ext cx="2993571" cy="246221"/>
          </a:xfrm>
        </p:spPr>
        <p:txBody>
          <a:bodyPr anchor="ctr">
            <a:noAutofit/>
          </a:bodyPr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thing</a:t>
            </a:r>
            <a:r>
              <a:rPr lang="de-DE"/>
              <a:t> </a:t>
            </a:r>
            <a:r>
              <a:rPr lang="de-DE"/>
              <a:t>to</a:t>
            </a:r>
            <a:r>
              <a:rPr lang="de-DE"/>
              <a:t> </a:t>
            </a:r>
            <a:r>
              <a:rPr lang="de-DE"/>
              <a:t>remember</a:t>
            </a:r>
            <a:endParaRPr lang="de-DE"/>
          </a:p>
        </p:txBody>
      </p:sp>
      <p:sp>
        <p:nvSpPr>
          <p:cNvPr id="1011306801" name="Text Placeholder 29"/>
          <p:cNvSpPr>
            <a:spLocks noGrp="1"/>
          </p:cNvSpPr>
          <p:nvPr>
            <p:ph type="body" sz="quarter" idx="17" hasCustomPrompt="1"/>
          </p:nvPr>
        </p:nvSpPr>
        <p:spPr bwMode="auto">
          <a:xfrm>
            <a:off x="715963" y="2576321"/>
            <a:ext cx="2992437" cy="1522412"/>
          </a:xfrm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de-DE"/>
              <a:t>Insert </a:t>
            </a:r>
            <a:r>
              <a:rPr lang="de-DE"/>
              <a:t>about</a:t>
            </a:r>
            <a:r>
              <a:rPr lang="de-DE"/>
              <a:t> 6-7 </a:t>
            </a:r>
            <a:r>
              <a:rPr lang="de-DE"/>
              <a:t>lines</a:t>
            </a:r>
            <a:r>
              <a:rPr lang="de-DE"/>
              <a:t> </a:t>
            </a:r>
            <a:r>
              <a:rPr lang="de-DE"/>
              <a:t>of</a:t>
            </a:r>
            <a:r>
              <a:rPr lang="de-DE"/>
              <a:t> </a:t>
            </a:r>
            <a:r>
              <a:rPr lang="de-DE"/>
              <a:t>content</a:t>
            </a:r>
            <a:r>
              <a:rPr lang="de-DE"/>
              <a:t> </a:t>
            </a:r>
            <a:endParaRPr/>
          </a:p>
        </p:txBody>
      </p:sp>
      <p:sp>
        <p:nvSpPr>
          <p:cNvPr id="1679384411" name="Text Placeholder 25"/>
          <p:cNvSpPr>
            <a:spLocks noGrp="1"/>
          </p:cNvSpPr>
          <p:nvPr>
            <p:ph type="body" sz="quarter" idx="18" hasCustomPrompt="1"/>
          </p:nvPr>
        </p:nvSpPr>
        <p:spPr bwMode="auto">
          <a:xfrm>
            <a:off x="4599214" y="2138170"/>
            <a:ext cx="2993571" cy="246221"/>
          </a:xfrm>
        </p:spPr>
        <p:txBody>
          <a:bodyPr anchor="ctr"/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de-DE"/>
              <a:t>Second </a:t>
            </a:r>
            <a:r>
              <a:rPr lang="de-DE"/>
              <a:t>thing</a:t>
            </a:r>
            <a:r>
              <a:rPr lang="de-DE"/>
              <a:t> </a:t>
            </a:r>
            <a:r>
              <a:rPr lang="de-DE"/>
              <a:t>to</a:t>
            </a:r>
            <a:r>
              <a:rPr lang="de-DE"/>
              <a:t> </a:t>
            </a:r>
            <a:r>
              <a:rPr lang="de-DE"/>
              <a:t>remember</a:t>
            </a:r>
            <a:endParaRPr lang="de-DE"/>
          </a:p>
        </p:txBody>
      </p:sp>
      <p:sp>
        <p:nvSpPr>
          <p:cNvPr id="764559520" name="Text Placeholder 29"/>
          <p:cNvSpPr>
            <a:spLocks noGrp="1"/>
          </p:cNvSpPr>
          <p:nvPr>
            <p:ph type="body" sz="quarter" idx="19" hasCustomPrompt="1"/>
          </p:nvPr>
        </p:nvSpPr>
        <p:spPr bwMode="auto">
          <a:xfrm>
            <a:off x="4599781" y="2576321"/>
            <a:ext cx="2992437" cy="1522412"/>
          </a:xfrm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de-DE"/>
              <a:t>Insert </a:t>
            </a:r>
            <a:r>
              <a:rPr lang="de-DE"/>
              <a:t>about</a:t>
            </a:r>
            <a:r>
              <a:rPr lang="de-DE"/>
              <a:t> 6-7 </a:t>
            </a:r>
            <a:r>
              <a:rPr lang="de-DE"/>
              <a:t>lines</a:t>
            </a:r>
            <a:r>
              <a:rPr lang="de-DE"/>
              <a:t> </a:t>
            </a:r>
            <a:r>
              <a:rPr lang="de-DE"/>
              <a:t>of</a:t>
            </a:r>
            <a:r>
              <a:rPr lang="de-DE"/>
              <a:t> </a:t>
            </a:r>
            <a:r>
              <a:rPr lang="de-DE"/>
              <a:t>content</a:t>
            </a:r>
            <a:r>
              <a:rPr lang="de-DE"/>
              <a:t> </a:t>
            </a:r>
            <a:endParaRPr/>
          </a:p>
        </p:txBody>
      </p:sp>
      <p:sp>
        <p:nvSpPr>
          <p:cNvPr id="173565934" name="Text Placeholder 25"/>
          <p:cNvSpPr>
            <a:spLocks noGrp="1"/>
          </p:cNvSpPr>
          <p:nvPr>
            <p:ph type="body" sz="quarter" idx="20" hasCustomPrompt="1"/>
          </p:nvPr>
        </p:nvSpPr>
        <p:spPr bwMode="auto">
          <a:xfrm>
            <a:off x="8482466" y="2138170"/>
            <a:ext cx="2993571" cy="246221"/>
          </a:xfrm>
        </p:spPr>
        <p:txBody>
          <a:bodyPr anchor="ctr">
            <a:noAutofit/>
          </a:bodyPr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de-DE"/>
              <a:t>Third </a:t>
            </a:r>
            <a:r>
              <a:rPr lang="de-DE"/>
              <a:t>thing</a:t>
            </a:r>
            <a:r>
              <a:rPr lang="de-DE"/>
              <a:t> </a:t>
            </a:r>
            <a:r>
              <a:rPr lang="de-DE"/>
              <a:t>to</a:t>
            </a:r>
            <a:r>
              <a:rPr lang="de-DE"/>
              <a:t> </a:t>
            </a:r>
            <a:r>
              <a:rPr lang="de-DE"/>
              <a:t>remember</a:t>
            </a:r>
            <a:endParaRPr lang="de-DE"/>
          </a:p>
        </p:txBody>
      </p:sp>
      <p:sp>
        <p:nvSpPr>
          <p:cNvPr id="1470519205" name="Text Placeholder 29"/>
          <p:cNvSpPr>
            <a:spLocks noGrp="1"/>
          </p:cNvSpPr>
          <p:nvPr>
            <p:ph type="body" sz="quarter" idx="21" hasCustomPrompt="1"/>
          </p:nvPr>
        </p:nvSpPr>
        <p:spPr bwMode="auto">
          <a:xfrm>
            <a:off x="8483033" y="2576321"/>
            <a:ext cx="2992437" cy="1522412"/>
          </a:xfrm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de-DE"/>
              <a:t>Insert </a:t>
            </a:r>
            <a:r>
              <a:rPr lang="de-DE"/>
              <a:t>about</a:t>
            </a:r>
            <a:r>
              <a:rPr lang="de-DE"/>
              <a:t> 6-7 </a:t>
            </a:r>
            <a:r>
              <a:rPr lang="de-DE"/>
              <a:t>lines</a:t>
            </a:r>
            <a:r>
              <a:rPr lang="de-DE"/>
              <a:t> </a:t>
            </a:r>
            <a:r>
              <a:rPr lang="de-DE"/>
              <a:t>of</a:t>
            </a:r>
            <a:r>
              <a:rPr lang="de-DE"/>
              <a:t> </a:t>
            </a:r>
            <a:r>
              <a:rPr lang="de-DE"/>
              <a:t>content</a:t>
            </a:r>
            <a:r>
              <a:rPr lang="de-DE"/>
              <a:t> </a:t>
            </a:r>
            <a:endParaRPr/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Closing slide_arrow">
    <p:bg>
      <p:bgPr shadeToTitle="0"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090182587" name="Gruppieren 11"/>
          <p:cNvGrpSpPr/>
          <p:nvPr userDrawn="1"/>
        </p:nvGrpSpPr>
        <p:grpSpPr bwMode="auto">
          <a:xfrm>
            <a:off x="302079" y="0"/>
            <a:ext cx="11587842" cy="6854780"/>
            <a:chOff x="2376487" y="1228725"/>
            <a:chExt cx="7439024" cy="4400550"/>
          </a:xfrm>
        </p:grpSpPr>
        <p:sp>
          <p:nvSpPr>
            <p:cNvPr id="9" name="Freihandform: Form 8"/>
            <p:cNvSpPr/>
            <p:nvPr/>
          </p:nvSpPr>
          <p:spPr bwMode="auto">
            <a:xfrm>
              <a:off x="2376487" y="1228725"/>
              <a:ext cx="2562225" cy="4400550"/>
            </a:xfrm>
            <a:custGeom>
              <a:avLst/>
              <a:gdLst>
                <a:gd name="connsiteX0" fmla="*/ 0 w 2562225"/>
                <a:gd name="connsiteY0" fmla="*/ 4400550 h 4400550"/>
                <a:gd name="connsiteX1" fmla="*/ 1066800 w 2562225"/>
                <a:gd name="connsiteY1" fmla="*/ 4400550 h 4400550"/>
                <a:gd name="connsiteX2" fmla="*/ 2562225 w 2562225"/>
                <a:gd name="connsiteY2" fmla="*/ 2200275 h 4400550"/>
                <a:gd name="connsiteX3" fmla="*/ 1066800 w 2562225"/>
                <a:gd name="connsiteY3" fmla="*/ 0 h 4400550"/>
                <a:gd name="connsiteX4" fmla="*/ 0 w 2562225"/>
                <a:gd name="connsiteY4" fmla="*/ 0 h 4400550"/>
                <a:gd name="connsiteX5" fmla="*/ 1343025 w 2562225"/>
                <a:gd name="connsiteY5" fmla="*/ 2200275 h 4400550"/>
                <a:gd name="connsiteX6" fmla="*/ 0 w 2562225"/>
                <a:gd name="connsiteY6" fmla="*/ 4400550 h 4400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562225" h="4400550" fill="norm" stroke="1" extrusionOk="0">
                  <a:moveTo>
                    <a:pt x="0" y="4400550"/>
                  </a:moveTo>
                  <a:lnTo>
                    <a:pt x="1066800" y="4400550"/>
                  </a:lnTo>
                  <a:lnTo>
                    <a:pt x="2562225" y="2200275"/>
                  </a:lnTo>
                  <a:lnTo>
                    <a:pt x="1066800" y="0"/>
                  </a:lnTo>
                  <a:lnTo>
                    <a:pt x="0" y="0"/>
                  </a:lnTo>
                  <a:lnTo>
                    <a:pt x="1343025" y="2200275"/>
                  </a:lnTo>
                  <a:lnTo>
                    <a:pt x="0" y="4400550"/>
                  </a:lnTo>
                  <a:close/>
                </a:path>
              </a:pathLst>
            </a:custGeom>
            <a:solidFill>
              <a:schemeClr val="accent1">
                <a:alpha val="2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  <a:prstTxWarp prst="textNoShape"/>
              <a:noAutofit/>
            </a:bodyPr>
            <a:lstStyle/>
            <a:p>
              <a:pPr lvl="0" algn="ctr">
                <a:lnSpc>
                  <a:spcPct val="80000"/>
                </a:lnSpc>
                <a:defRPr/>
              </a:pPr>
              <a:endParaRPr lang="de-DE" sz="1400" b="1">
                <a:solidFill>
                  <a:schemeClr val="bg1"/>
                </a:solidFill>
              </a:endParaRPr>
            </a:p>
          </p:txBody>
        </p:sp>
        <p:sp>
          <p:nvSpPr>
            <p:cNvPr id="10" name="Freihandform: Form 9"/>
            <p:cNvSpPr/>
            <p:nvPr/>
          </p:nvSpPr>
          <p:spPr bwMode="auto">
            <a:xfrm>
              <a:off x="4814887" y="1228725"/>
              <a:ext cx="2562225" cy="4400550"/>
            </a:xfrm>
            <a:custGeom>
              <a:avLst/>
              <a:gdLst>
                <a:gd name="connsiteX0" fmla="*/ 0 w 2562225"/>
                <a:gd name="connsiteY0" fmla="*/ 4400550 h 4400550"/>
                <a:gd name="connsiteX1" fmla="*/ 1066800 w 2562225"/>
                <a:gd name="connsiteY1" fmla="*/ 4400550 h 4400550"/>
                <a:gd name="connsiteX2" fmla="*/ 2562225 w 2562225"/>
                <a:gd name="connsiteY2" fmla="*/ 2200275 h 4400550"/>
                <a:gd name="connsiteX3" fmla="*/ 1066800 w 2562225"/>
                <a:gd name="connsiteY3" fmla="*/ 0 h 4400550"/>
                <a:gd name="connsiteX4" fmla="*/ 0 w 2562225"/>
                <a:gd name="connsiteY4" fmla="*/ 0 h 4400550"/>
                <a:gd name="connsiteX5" fmla="*/ 1343025 w 2562225"/>
                <a:gd name="connsiteY5" fmla="*/ 2200275 h 4400550"/>
                <a:gd name="connsiteX6" fmla="*/ 0 w 2562225"/>
                <a:gd name="connsiteY6" fmla="*/ 4400550 h 4400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562225" h="4400550" fill="norm" stroke="1" extrusionOk="0">
                  <a:moveTo>
                    <a:pt x="0" y="4400550"/>
                  </a:moveTo>
                  <a:lnTo>
                    <a:pt x="1066800" y="4400550"/>
                  </a:lnTo>
                  <a:lnTo>
                    <a:pt x="2562225" y="2200275"/>
                  </a:lnTo>
                  <a:lnTo>
                    <a:pt x="1066800" y="0"/>
                  </a:lnTo>
                  <a:lnTo>
                    <a:pt x="0" y="0"/>
                  </a:lnTo>
                  <a:lnTo>
                    <a:pt x="1343025" y="2200275"/>
                  </a:lnTo>
                  <a:lnTo>
                    <a:pt x="0" y="4400550"/>
                  </a:lnTo>
                  <a:close/>
                </a:path>
              </a:pathLst>
            </a:custGeom>
            <a:solidFill>
              <a:schemeClr val="accent1">
                <a:alpha val="2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  <a:prstTxWarp prst="textNoShape"/>
              <a:noAutofit/>
            </a:bodyPr>
            <a:lstStyle/>
            <a:p>
              <a:pPr lvl="0" algn="ctr">
                <a:lnSpc>
                  <a:spcPct val="80000"/>
                </a:lnSpc>
                <a:defRPr/>
              </a:pPr>
              <a:endParaRPr lang="de-DE" sz="1400" b="1">
                <a:solidFill>
                  <a:schemeClr val="bg1"/>
                </a:solidFill>
              </a:endParaRPr>
            </a:p>
          </p:txBody>
        </p:sp>
        <p:sp>
          <p:nvSpPr>
            <p:cNvPr id="11" name="Freihandform: Form 10"/>
            <p:cNvSpPr/>
            <p:nvPr/>
          </p:nvSpPr>
          <p:spPr bwMode="auto">
            <a:xfrm>
              <a:off x="7253287" y="1228725"/>
              <a:ext cx="2562225" cy="4400550"/>
            </a:xfrm>
            <a:custGeom>
              <a:avLst/>
              <a:gdLst>
                <a:gd name="connsiteX0" fmla="*/ 0 w 2562225"/>
                <a:gd name="connsiteY0" fmla="*/ 4400550 h 4400550"/>
                <a:gd name="connsiteX1" fmla="*/ 1066800 w 2562225"/>
                <a:gd name="connsiteY1" fmla="*/ 4400550 h 4400550"/>
                <a:gd name="connsiteX2" fmla="*/ 2562225 w 2562225"/>
                <a:gd name="connsiteY2" fmla="*/ 2200275 h 4400550"/>
                <a:gd name="connsiteX3" fmla="*/ 1066800 w 2562225"/>
                <a:gd name="connsiteY3" fmla="*/ 0 h 4400550"/>
                <a:gd name="connsiteX4" fmla="*/ 0 w 2562225"/>
                <a:gd name="connsiteY4" fmla="*/ 0 h 4400550"/>
                <a:gd name="connsiteX5" fmla="*/ 1343025 w 2562225"/>
                <a:gd name="connsiteY5" fmla="*/ 2200275 h 4400550"/>
                <a:gd name="connsiteX6" fmla="*/ 0 w 2562225"/>
                <a:gd name="connsiteY6" fmla="*/ 4400550 h 4400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562225" h="4400550" fill="norm" stroke="1" extrusionOk="0">
                  <a:moveTo>
                    <a:pt x="0" y="4400550"/>
                  </a:moveTo>
                  <a:lnTo>
                    <a:pt x="1066800" y="4400550"/>
                  </a:lnTo>
                  <a:lnTo>
                    <a:pt x="2562225" y="2200275"/>
                  </a:lnTo>
                  <a:lnTo>
                    <a:pt x="1066800" y="0"/>
                  </a:lnTo>
                  <a:lnTo>
                    <a:pt x="0" y="0"/>
                  </a:lnTo>
                  <a:lnTo>
                    <a:pt x="1343025" y="2200275"/>
                  </a:lnTo>
                  <a:lnTo>
                    <a:pt x="0" y="4400550"/>
                  </a:lnTo>
                  <a:close/>
                </a:path>
              </a:pathLst>
            </a:custGeom>
            <a:solidFill>
              <a:schemeClr val="accent1">
                <a:alpha val="2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  <a:prstTxWarp prst="textNoShape"/>
              <a:noAutofit/>
            </a:bodyPr>
            <a:lstStyle/>
            <a:p>
              <a:pPr lvl="0" algn="ctr">
                <a:lnSpc>
                  <a:spcPct val="80000"/>
                </a:lnSpc>
                <a:defRPr/>
              </a:pPr>
              <a:endParaRPr lang="de-DE" sz="1400" b="1">
                <a:solidFill>
                  <a:schemeClr val="bg1"/>
                </a:solidFill>
              </a:endParaRPr>
            </a:p>
          </p:txBody>
        </p:sp>
      </p:grpSp>
      <p:sp>
        <p:nvSpPr>
          <p:cNvPr id="689998349" name="Textplatzhalter 2"/>
          <p:cNvSpPr>
            <a:spLocks noGrp="1"/>
          </p:cNvSpPr>
          <p:nvPr>
            <p:ph type="body" idx="1" hasCustomPrompt="1"/>
          </p:nvPr>
        </p:nvSpPr>
        <p:spPr bwMode="auto">
          <a:xfrm>
            <a:off x="407988" y="1196975"/>
            <a:ext cx="845390" cy="405189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</p:spPr>
        <p:txBody>
          <a:bodyPr wrap="square" lIns="72000" tIns="36000" rIns="72000" bIns="36000" anchor="ctr">
            <a:normAutofit/>
          </a:bodyPr>
          <a:lstStyle>
            <a:lvl1pPr marL="0" indent="0" algn="l">
              <a:buNone/>
              <a:defRPr sz="1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de-DE"/>
              <a:t>Closing</a:t>
            </a:r>
            <a:endParaRPr/>
          </a:p>
        </p:txBody>
      </p:sp>
      <p:sp>
        <p:nvSpPr>
          <p:cNvPr id="471490762" name="Textfeld 58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bg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640749889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7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4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5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6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7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8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9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0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1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2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3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4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5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6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7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0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3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4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5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  <p:sp>
        <p:nvSpPr>
          <p:cNvPr id="1203659188" name="Titel 1"/>
          <p:cNvSpPr>
            <a:spLocks noGrp="1"/>
          </p:cNvSpPr>
          <p:nvPr>
            <p:ph type="title" hasCustomPrompt="1"/>
          </p:nvPr>
        </p:nvSpPr>
        <p:spPr bwMode="auto">
          <a:xfrm>
            <a:off x="407988" y="2070163"/>
            <a:ext cx="5538787" cy="2111312"/>
          </a:xfrm>
        </p:spPr>
        <p:txBody>
          <a:bodyPr vert="horz" anchor="t">
            <a:normAutofit/>
          </a:bodyPr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Enabling</a:t>
            </a:r>
            <a:r>
              <a:rPr lang="de-DE"/>
              <a:t> </a:t>
            </a:r>
            <a:r>
              <a:rPr lang="de-DE"/>
              <a:t>you</a:t>
            </a:r>
            <a:r>
              <a:rPr lang="de-DE"/>
              <a:t> </a:t>
            </a:r>
            <a:r>
              <a:rPr lang="de-DE"/>
              <a:t>to</a:t>
            </a:r>
            <a:r>
              <a:rPr lang="de-DE"/>
              <a:t> </a:t>
            </a:r>
            <a:r>
              <a:rPr lang="de-DE"/>
              <a:t>shape</a:t>
            </a:r>
            <a:r>
              <a:rPr lang="de-DE"/>
              <a:t> a </a:t>
            </a:r>
            <a:r>
              <a:rPr lang="de-DE"/>
              <a:t>better</a:t>
            </a:r>
            <a:r>
              <a:rPr lang="de-DE"/>
              <a:t> </a:t>
            </a:r>
            <a:r>
              <a:rPr lang="de-DE"/>
              <a:t>tomorrow</a:t>
            </a:r>
            <a:endParaRPr lang="en-CA"/>
          </a:p>
        </p:txBody>
      </p:sp>
      <p:sp>
        <p:nvSpPr>
          <p:cNvPr id="916589283" name="Rectangle 7"/>
          <p:cNvSpPr>
            <a:spLocks noChangeArrowheads="1"/>
          </p:cNvSpPr>
          <p:nvPr userDrawn="1"/>
        </p:nvSpPr>
        <p:spPr bwMode="gray">
          <a:xfrm>
            <a:off x="406452" y="4545128"/>
            <a:ext cx="11377507" cy="158421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0" tIns="0" rIns="0" bIns="0" anchor="t"/>
          <a:lstStyle/>
          <a:p>
            <a:pPr>
              <a:lnSpc>
                <a:spcPct val="100000"/>
              </a:lnSpc>
              <a:spcBef>
                <a:spcPts val="300"/>
              </a:spcBef>
              <a:buClr>
                <a:srgbClr val="000099"/>
              </a:buClr>
              <a:tabLst>
                <a:tab pos="3690213" algn="l"/>
                <a:tab pos="4705869" algn="l"/>
              </a:tabLst>
              <a:defRPr/>
            </a:pPr>
            <a:r>
              <a:rPr lang="en-US" sz="1400" b="1">
                <a:solidFill>
                  <a:schemeClr val="bg1"/>
                </a:solidFill>
                <a:latin typeface="+mn-lt"/>
                <a:cs typeface="Segoe UI"/>
              </a:rPr>
              <a:t>MHP Management- und IT-</a:t>
            </a:r>
            <a:r>
              <a:rPr lang="en-US" sz="1400" b="1">
                <a:solidFill>
                  <a:schemeClr val="bg1"/>
                </a:solidFill>
                <a:latin typeface="+mn-lt"/>
                <a:cs typeface="Segoe UI"/>
              </a:rPr>
              <a:t>Beratung</a:t>
            </a:r>
            <a:r>
              <a:rPr lang="en-US" sz="1400" b="1">
                <a:solidFill>
                  <a:schemeClr val="bg1"/>
                </a:solidFill>
                <a:latin typeface="+mn-lt"/>
                <a:cs typeface="Segoe UI"/>
              </a:rPr>
              <a:t> GmbH</a:t>
            </a:r>
            <a:br>
              <a:rPr lang="en-US" sz="1400" b="1">
                <a:solidFill>
                  <a:schemeClr val="bg1"/>
                </a:solidFill>
                <a:latin typeface="+mn-lt"/>
                <a:cs typeface="Segoe UI"/>
              </a:rPr>
            </a:br>
            <a:br>
              <a:rPr lang="en-US" sz="1400">
                <a:solidFill>
                  <a:schemeClr val="bg1"/>
                </a:solidFill>
                <a:latin typeface="+mn-lt"/>
                <a:cs typeface="Segoe UI"/>
              </a:rPr>
            </a:br>
            <a:r>
              <a:rPr lang="en-US" sz="1400">
                <a:solidFill>
                  <a:schemeClr val="bg1"/>
                </a:solidFill>
                <a:latin typeface="+mn-lt"/>
                <a:cs typeface="Segoe UI"/>
              </a:rPr>
              <a:t>Film- und </a:t>
            </a:r>
            <a:r>
              <a:rPr lang="en-US" sz="1400">
                <a:solidFill>
                  <a:schemeClr val="bg1"/>
                </a:solidFill>
                <a:latin typeface="+mn-lt"/>
                <a:cs typeface="Segoe UI"/>
              </a:rPr>
              <a:t>Medienzentrum</a:t>
            </a:r>
            <a:r>
              <a:rPr lang="en-US" sz="1400">
                <a:solidFill>
                  <a:schemeClr val="bg1"/>
                </a:solidFill>
                <a:latin typeface="+mn-lt"/>
                <a:cs typeface="Segoe UI"/>
              </a:rPr>
              <a:t> l Königsallee 49 l D-71638 Ludwigsburg</a:t>
            </a:r>
            <a:endParaRPr/>
          </a:p>
          <a:p>
            <a:pPr>
              <a:lnSpc>
                <a:spcPct val="100000"/>
              </a:lnSpc>
              <a:spcBef>
                <a:spcPts val="300"/>
              </a:spcBef>
              <a:buClr>
                <a:srgbClr val="000099"/>
              </a:buClr>
              <a:tabLst>
                <a:tab pos="3690213" algn="l"/>
                <a:tab pos="4705869" algn="l"/>
              </a:tabLst>
              <a:defRPr/>
            </a:pPr>
            <a:r>
              <a:rPr lang="en-US" sz="1400">
                <a:solidFill>
                  <a:schemeClr val="bg1"/>
                </a:solidFill>
                <a:latin typeface="+mn-lt"/>
                <a:cs typeface="Segoe UI"/>
              </a:rPr>
              <a:t>Telefon</a:t>
            </a:r>
            <a:r>
              <a:rPr lang="en-US" sz="1400">
                <a:solidFill>
                  <a:schemeClr val="bg1"/>
                </a:solidFill>
                <a:latin typeface="+mn-lt"/>
                <a:cs typeface="Segoe UI"/>
              </a:rPr>
              <a:t> +49 (0)7141 7856-0 l Fax +49 (0)7141 7856-199</a:t>
            </a:r>
            <a:endParaRPr/>
          </a:p>
          <a:p>
            <a:pPr>
              <a:lnSpc>
                <a:spcPct val="100000"/>
              </a:lnSpc>
              <a:spcBef>
                <a:spcPts val="300"/>
              </a:spcBef>
              <a:buClr>
                <a:srgbClr val="000099"/>
              </a:buClr>
              <a:tabLst>
                <a:tab pos="3690213" algn="l"/>
                <a:tab pos="4705869" algn="l"/>
              </a:tabLst>
              <a:defRPr/>
            </a:pPr>
            <a:r>
              <a:rPr lang="en-US" sz="1400">
                <a:solidFill>
                  <a:schemeClr val="bg1"/>
                </a:solidFill>
                <a:latin typeface="+mn-lt"/>
                <a:cs typeface="Segoe UI"/>
              </a:rPr>
              <a:t>E-Mail info@mhp.com l Internet www.mhp.com</a:t>
            </a:r>
            <a:endParaRPr/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Closing slide_image">
    <p:bg>
      <p:bgPr shadeToTitle="0"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4868162" name="Rechteck 43"/>
          <p:cNvSpPr/>
          <p:nvPr userDrawn="1"/>
        </p:nvSpPr>
        <p:spPr bwMode="white"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chemeClr val="accent1">
                  <a:alpha val="95000"/>
                </a:schemeClr>
              </a:gs>
              <a:gs pos="100000">
                <a:srgbClr val="3264FF">
                  <a:alpha val="90000"/>
                </a:srgbClr>
              </a:gs>
            </a:gsLst>
            <a:lin ang="81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CA"/>
          </a:p>
        </p:txBody>
      </p:sp>
      <p:sp>
        <p:nvSpPr>
          <p:cNvPr id="439120925" name="Textplatzhalter 2"/>
          <p:cNvSpPr>
            <a:spLocks noGrp="1"/>
          </p:cNvSpPr>
          <p:nvPr>
            <p:ph type="body" idx="1" hasCustomPrompt="1"/>
          </p:nvPr>
        </p:nvSpPr>
        <p:spPr bwMode="auto">
          <a:xfrm>
            <a:off x="407988" y="1196975"/>
            <a:ext cx="845390" cy="405189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</p:spPr>
        <p:txBody>
          <a:bodyPr wrap="square" lIns="72000" tIns="36000" rIns="72000" bIns="36000" anchor="ctr">
            <a:normAutofit/>
          </a:bodyPr>
          <a:lstStyle>
            <a:lvl1pPr marL="0" indent="0" algn="l">
              <a:buNone/>
              <a:defRPr sz="1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de-DE"/>
              <a:t>Closing</a:t>
            </a:r>
            <a:endParaRPr/>
          </a:p>
        </p:txBody>
      </p:sp>
      <p:sp>
        <p:nvSpPr>
          <p:cNvPr id="1741831936" name="Textfeld 58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bg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111105605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7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4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5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6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7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8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9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0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1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2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3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4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5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6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7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0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3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4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5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  <p:sp>
        <p:nvSpPr>
          <p:cNvPr id="1359795787" name="Titel 1"/>
          <p:cNvSpPr>
            <a:spLocks noGrp="1"/>
          </p:cNvSpPr>
          <p:nvPr>
            <p:ph type="title" hasCustomPrompt="1"/>
          </p:nvPr>
        </p:nvSpPr>
        <p:spPr bwMode="auto">
          <a:xfrm>
            <a:off x="407988" y="2070163"/>
            <a:ext cx="6776583" cy="2082737"/>
          </a:xfrm>
        </p:spPr>
        <p:txBody>
          <a:bodyPr vert="horz" anchor="t">
            <a:normAutofit/>
          </a:bodyPr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We</a:t>
            </a:r>
            <a:r>
              <a:rPr lang="de-DE"/>
              <a:t> </a:t>
            </a:r>
            <a:r>
              <a:rPr lang="de-DE"/>
              <a:t>create</a:t>
            </a:r>
            <a:r>
              <a:rPr lang="de-DE"/>
              <a:t> digital </a:t>
            </a:r>
            <a:r>
              <a:rPr lang="de-DE"/>
              <a:t>futures</a:t>
            </a:r>
            <a:r>
              <a:rPr lang="de-DE"/>
              <a:t> </a:t>
            </a:r>
            <a:r>
              <a:rPr lang="de-DE"/>
              <a:t>with</a:t>
            </a:r>
            <a:r>
              <a:rPr lang="de-DE"/>
              <a:t> </a:t>
            </a:r>
            <a:r>
              <a:rPr lang="de-DE"/>
              <a:t>sustainable</a:t>
            </a:r>
            <a:r>
              <a:rPr lang="de-DE"/>
              <a:t> </a:t>
            </a:r>
            <a:r>
              <a:rPr lang="de-DE"/>
              <a:t>impact</a:t>
            </a:r>
            <a:r>
              <a:rPr lang="de-DE"/>
              <a:t> </a:t>
            </a:r>
            <a:r>
              <a:rPr lang="de-DE"/>
              <a:t>for</a:t>
            </a:r>
            <a:r>
              <a:rPr lang="de-DE"/>
              <a:t> </a:t>
            </a:r>
            <a:r>
              <a:rPr lang="de-DE"/>
              <a:t>the</a:t>
            </a:r>
            <a:r>
              <a:rPr lang="de-DE"/>
              <a:t> </a:t>
            </a:r>
            <a:r>
              <a:rPr lang="de-DE"/>
              <a:t>world</a:t>
            </a:r>
            <a:r>
              <a:rPr lang="de-DE"/>
              <a:t>.</a:t>
            </a:r>
            <a:endParaRPr lang="en-CA"/>
          </a:p>
        </p:txBody>
      </p:sp>
      <p:sp>
        <p:nvSpPr>
          <p:cNvPr id="717698596" name="Rectangle 7"/>
          <p:cNvSpPr>
            <a:spLocks noChangeArrowheads="1"/>
          </p:cNvSpPr>
          <p:nvPr userDrawn="1"/>
        </p:nvSpPr>
        <p:spPr bwMode="gray">
          <a:xfrm>
            <a:off x="406452" y="4545128"/>
            <a:ext cx="11377507" cy="158421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0" tIns="0" rIns="0" bIns="0" anchor="t"/>
          <a:lstStyle/>
          <a:p>
            <a:pPr>
              <a:lnSpc>
                <a:spcPct val="100000"/>
              </a:lnSpc>
              <a:spcBef>
                <a:spcPts val="300"/>
              </a:spcBef>
              <a:buClr>
                <a:srgbClr val="000099"/>
              </a:buClr>
              <a:tabLst>
                <a:tab pos="3690213" algn="l"/>
                <a:tab pos="4705869" algn="l"/>
              </a:tabLst>
              <a:defRPr/>
            </a:pPr>
            <a:r>
              <a:rPr lang="en-US" sz="1400" b="1">
                <a:solidFill>
                  <a:schemeClr val="bg1"/>
                </a:solidFill>
                <a:latin typeface="+mn-lt"/>
                <a:cs typeface="Segoe UI"/>
              </a:rPr>
              <a:t>MHP Management- und IT-</a:t>
            </a:r>
            <a:r>
              <a:rPr lang="en-US" sz="1400" b="1">
                <a:solidFill>
                  <a:schemeClr val="bg1"/>
                </a:solidFill>
                <a:latin typeface="+mn-lt"/>
                <a:cs typeface="Segoe UI"/>
              </a:rPr>
              <a:t>Beratung</a:t>
            </a:r>
            <a:r>
              <a:rPr lang="en-US" sz="1400" b="1">
                <a:solidFill>
                  <a:schemeClr val="bg1"/>
                </a:solidFill>
                <a:latin typeface="+mn-lt"/>
                <a:cs typeface="Segoe UI"/>
              </a:rPr>
              <a:t> GmbH</a:t>
            </a:r>
            <a:br>
              <a:rPr lang="en-US" sz="1400" b="1">
                <a:solidFill>
                  <a:schemeClr val="bg1"/>
                </a:solidFill>
                <a:latin typeface="+mn-lt"/>
                <a:cs typeface="Segoe UI"/>
              </a:rPr>
            </a:br>
            <a:br>
              <a:rPr lang="en-US" sz="1400">
                <a:solidFill>
                  <a:schemeClr val="bg1"/>
                </a:solidFill>
                <a:latin typeface="+mn-lt"/>
                <a:cs typeface="Segoe UI"/>
              </a:rPr>
            </a:br>
            <a:r>
              <a:rPr lang="en-US" sz="1400">
                <a:solidFill>
                  <a:schemeClr val="bg1"/>
                </a:solidFill>
                <a:latin typeface="+mn-lt"/>
                <a:cs typeface="Segoe UI"/>
              </a:rPr>
              <a:t>Film- und </a:t>
            </a:r>
            <a:r>
              <a:rPr lang="en-US" sz="1400">
                <a:solidFill>
                  <a:schemeClr val="bg1"/>
                </a:solidFill>
                <a:latin typeface="+mn-lt"/>
                <a:cs typeface="Segoe UI"/>
              </a:rPr>
              <a:t>Medienzentrum</a:t>
            </a:r>
            <a:r>
              <a:rPr lang="en-US" sz="1400">
                <a:solidFill>
                  <a:schemeClr val="bg1"/>
                </a:solidFill>
                <a:latin typeface="+mn-lt"/>
                <a:cs typeface="Segoe UI"/>
              </a:rPr>
              <a:t> l Königsallee 49 l D-71638 Ludwigsburg</a:t>
            </a:r>
            <a:endParaRPr/>
          </a:p>
          <a:p>
            <a:pPr>
              <a:lnSpc>
                <a:spcPct val="100000"/>
              </a:lnSpc>
              <a:spcBef>
                <a:spcPts val="300"/>
              </a:spcBef>
              <a:buClr>
                <a:srgbClr val="000099"/>
              </a:buClr>
              <a:tabLst>
                <a:tab pos="3690213" algn="l"/>
                <a:tab pos="4705869" algn="l"/>
              </a:tabLst>
              <a:defRPr/>
            </a:pPr>
            <a:r>
              <a:rPr lang="en-US" sz="1400">
                <a:solidFill>
                  <a:schemeClr val="bg1"/>
                </a:solidFill>
                <a:latin typeface="+mn-lt"/>
                <a:cs typeface="Segoe UI"/>
              </a:rPr>
              <a:t>Telefon</a:t>
            </a:r>
            <a:r>
              <a:rPr lang="en-US" sz="1400">
                <a:solidFill>
                  <a:schemeClr val="bg1"/>
                </a:solidFill>
                <a:latin typeface="+mn-lt"/>
                <a:cs typeface="Segoe UI"/>
              </a:rPr>
              <a:t> +49 (0)7141 7856-0 l Fax +49 (0)7141 7856-199</a:t>
            </a:r>
            <a:endParaRPr/>
          </a:p>
          <a:p>
            <a:pPr>
              <a:lnSpc>
                <a:spcPct val="100000"/>
              </a:lnSpc>
              <a:spcBef>
                <a:spcPts val="300"/>
              </a:spcBef>
              <a:buClr>
                <a:srgbClr val="000099"/>
              </a:buClr>
              <a:tabLst>
                <a:tab pos="3690213" algn="l"/>
                <a:tab pos="4705869" algn="l"/>
              </a:tabLst>
              <a:defRPr/>
            </a:pPr>
            <a:r>
              <a:rPr lang="en-US" sz="1400">
                <a:solidFill>
                  <a:schemeClr val="bg1"/>
                </a:solidFill>
                <a:latin typeface="+mn-lt"/>
                <a:cs typeface="Segoe UI"/>
              </a:rPr>
              <a:t>E-Mail info@mhp.com l Internet www.mhp.com</a:t>
            </a:r>
            <a:endParaRPr/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Mockup">
    <p:bg>
      <p:bgPr shadeToTitle="0"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7840469" name="Rechteck 3"/>
          <p:cNvSpPr/>
          <p:nvPr userDrawn="1"/>
        </p:nvSpPr>
        <p:spPr bwMode="ltGray">
          <a:xfrm>
            <a:off x="1309630" y="0"/>
            <a:ext cx="1088237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endParaRPr lang="en-CA"/>
          </a:p>
        </p:txBody>
      </p:sp>
      <p:sp>
        <p:nvSpPr>
          <p:cNvPr id="1609347190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1599538" y="219691"/>
            <a:ext cx="8859262" cy="153888"/>
          </a:xfrm>
        </p:spPr>
        <p:txBody>
          <a:bodyPr wrap="square" anchor="b">
            <a:spAutoFit/>
          </a:bodyPr>
          <a:lstStyle>
            <a:lvl1pPr marL="0" indent="0">
              <a:buNone/>
              <a:defRPr sz="1000" cap="all"/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1719592479" name="Titel 1"/>
          <p:cNvSpPr>
            <a:spLocks noGrp="1"/>
          </p:cNvSpPr>
          <p:nvPr>
            <p:ph type="title" hasCustomPrompt="1"/>
          </p:nvPr>
        </p:nvSpPr>
        <p:spPr bwMode="auto">
          <a:xfrm>
            <a:off x="1599538" y="404813"/>
            <a:ext cx="8859262" cy="369332"/>
          </a:xfrm>
        </p:spPr>
        <p:txBody>
          <a:bodyPr vert="horz"/>
          <a:lstStyle/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1552449680" name="Datumsplatzhalter 4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buClr>
                <a:schemeClr val="bg1"/>
              </a:buCl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E64BB44E-8903-4313-BBED-09991CD8D6D8}" type="datetime1">
              <a:rPr lang="de-DE"/>
              <a:t>26.01.2026</a:t>
            </a:fld>
            <a:endParaRPr lang="en-CA"/>
          </a:p>
        </p:txBody>
      </p:sp>
      <p:sp>
        <p:nvSpPr>
          <p:cNvPr id="2074183668" name="Foliennummernplatzhalter 6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buClr>
                <a:schemeClr val="bg1"/>
              </a:buCl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959502848" name="Textfeld 32"/>
          <p:cNvSpPr txBox="1"/>
          <p:nvPr userDrawn="1"/>
        </p:nvSpPr>
        <p:spPr bwMode="auto">
          <a:xfrm>
            <a:off x="1599538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tx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tx1"/>
              </a:solidFill>
            </a:endParaRPr>
          </a:p>
        </p:txBody>
      </p:sp>
      <p:grpSp>
        <p:nvGrpSpPr>
          <p:cNvPr id="177675833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accent1"/>
          </a:solidFill>
        </p:grpSpPr>
        <p:sp>
          <p:nvSpPr>
            <p:cNvPr id="8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9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0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1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2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3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4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5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6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7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8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9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0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1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2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3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4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5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6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7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8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9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0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  <p:sp>
        <p:nvSpPr>
          <p:cNvPr id="148731035" name="Text Placeholder 60"/>
          <p:cNvSpPr>
            <a:spLocks noGrp="1"/>
          </p:cNvSpPr>
          <p:nvPr>
            <p:ph type="body" sz="quarter" idx="32"/>
          </p:nvPr>
        </p:nvSpPr>
        <p:spPr bwMode="auto">
          <a:xfrm>
            <a:off x="2537101" y="1484313"/>
            <a:ext cx="5644874" cy="228295"/>
          </a:xfrm>
        </p:spPr>
        <p:txBody>
          <a:bodyPr>
            <a:noAutofit/>
          </a:bodyPr>
          <a:lstStyle>
            <a:lvl1pPr marL="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080833744" name="Picture Placeholder 68"/>
          <p:cNvSpPr>
            <a:spLocks noGrp="1"/>
          </p:cNvSpPr>
          <p:nvPr>
            <p:ph type="pic" sz="quarter" idx="34"/>
          </p:nvPr>
        </p:nvSpPr>
        <p:spPr bwMode="auto">
          <a:xfrm>
            <a:off x="2620736" y="2326356"/>
            <a:ext cx="1838325" cy="2483769"/>
          </a:xfrm>
          <a:prstGeom prst="roundRect">
            <a:avLst>
              <a:gd name="adj" fmla="val 4232"/>
            </a:avLst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>
              <a:defRPr/>
            </a:pPr>
            <a:endParaRPr lang="en-CA"/>
          </a:p>
        </p:txBody>
      </p:sp>
      <p:sp>
        <p:nvSpPr>
          <p:cNvPr id="413955723" name="Textplatzhalter 52"/>
          <p:cNvSpPr>
            <a:spLocks noGrp="1"/>
          </p:cNvSpPr>
          <p:nvPr>
            <p:ph type="body" sz="quarter" idx="20"/>
          </p:nvPr>
        </p:nvSpPr>
        <p:spPr bwMode="auto">
          <a:xfrm>
            <a:off x="2537102" y="5293012"/>
            <a:ext cx="1550286" cy="405189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noFill/>
          </a:ln>
        </p:spPr>
        <p:txBody>
          <a:bodyPr wrap="square" lIns="72000" tIns="36000" rIns="72000" bIns="36000" anchor="ctr">
            <a:spAutoFit/>
          </a:bodyPr>
          <a:lstStyle>
            <a:lvl1pPr marL="0" indent="0" algn="l">
              <a:buNone/>
              <a:defRPr sz="1400" cap="none">
                <a:solidFill>
                  <a:schemeClr val="bg1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endParaRPr lang="en-CA"/>
          </a:p>
        </p:txBody>
      </p:sp>
      <p:sp>
        <p:nvSpPr>
          <p:cNvPr id="1482700847" name="Text Placeholder 60"/>
          <p:cNvSpPr>
            <a:spLocks noGrp="1"/>
          </p:cNvSpPr>
          <p:nvPr>
            <p:ph type="body" sz="quarter" idx="38"/>
          </p:nvPr>
        </p:nvSpPr>
        <p:spPr bwMode="auto">
          <a:xfrm>
            <a:off x="2537101" y="5798959"/>
            <a:ext cx="2011087" cy="228295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</a:lstStyle>
          <a:p>
            <a:pPr lvl="0">
              <a:defRPr/>
            </a:pPr>
            <a:r>
              <a:rPr lang="en-US"/>
              <a:t>Click to edit</a:t>
            </a:r>
            <a:endParaRPr/>
          </a:p>
        </p:txBody>
      </p:sp>
      <p:sp>
        <p:nvSpPr>
          <p:cNvPr id="1827749356" name="Picture Placeholder 68"/>
          <p:cNvSpPr>
            <a:spLocks noGrp="1"/>
          </p:cNvSpPr>
          <p:nvPr>
            <p:ph type="pic" sz="quarter" idx="35"/>
          </p:nvPr>
        </p:nvSpPr>
        <p:spPr bwMode="auto">
          <a:xfrm>
            <a:off x="5792546" y="2326356"/>
            <a:ext cx="1838325" cy="2483769"/>
          </a:xfrm>
          <a:prstGeom prst="roundRect">
            <a:avLst>
              <a:gd name="adj" fmla="val 4232"/>
            </a:avLst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>
              <a:defRPr/>
            </a:pPr>
            <a:endParaRPr lang="en-CA"/>
          </a:p>
        </p:txBody>
      </p:sp>
      <p:sp>
        <p:nvSpPr>
          <p:cNvPr id="793669290" name="Textplatzhalter 52"/>
          <p:cNvSpPr>
            <a:spLocks noGrp="1"/>
          </p:cNvSpPr>
          <p:nvPr>
            <p:ph type="body" sz="quarter" idx="28"/>
          </p:nvPr>
        </p:nvSpPr>
        <p:spPr bwMode="auto">
          <a:xfrm>
            <a:off x="5696088" y="5293012"/>
            <a:ext cx="1550286" cy="405189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noFill/>
          </a:ln>
        </p:spPr>
        <p:txBody>
          <a:bodyPr wrap="square" lIns="72000" tIns="36000" rIns="72000" bIns="36000" anchor="ctr">
            <a:spAutoFit/>
          </a:bodyPr>
          <a:lstStyle>
            <a:lvl1pPr marL="0" indent="0" algn="l">
              <a:buNone/>
              <a:defRPr sz="1400" cap="none">
                <a:solidFill>
                  <a:schemeClr val="bg1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endParaRPr lang="en-CA"/>
          </a:p>
        </p:txBody>
      </p:sp>
      <p:sp>
        <p:nvSpPr>
          <p:cNvPr id="856645366" name="Text Placeholder 60"/>
          <p:cNvSpPr>
            <a:spLocks noGrp="1"/>
          </p:cNvSpPr>
          <p:nvPr>
            <p:ph type="body" sz="quarter" idx="39"/>
          </p:nvPr>
        </p:nvSpPr>
        <p:spPr bwMode="auto">
          <a:xfrm>
            <a:off x="5696087" y="5798959"/>
            <a:ext cx="2011087" cy="228295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</a:lstStyle>
          <a:p>
            <a:pPr lvl="0">
              <a:defRPr/>
            </a:pPr>
            <a:r>
              <a:rPr lang="en-US"/>
              <a:t>Click to edit</a:t>
            </a:r>
            <a:endParaRPr/>
          </a:p>
        </p:txBody>
      </p:sp>
      <p:pic>
        <p:nvPicPr>
          <p:cNvPr id="1617922259" name="Grafik 58"/>
          <p:cNvPicPr>
            <a:picLocks noChangeAspect="1"/>
          </p:cNvPicPr>
          <p:nvPr userDrawn="1"/>
        </p:nvPicPr>
        <p:blipFill rotWithShape="1">
          <a:blip r:embed="rId2"/>
          <a:srcRect l="9746" t="10016" r="9733" b="12093"/>
          <a:stretch/>
        </p:blipFill>
        <p:spPr bwMode="auto">
          <a:xfrm>
            <a:off x="2162175" y="2085974"/>
            <a:ext cx="2749240" cy="3012657"/>
          </a:xfrm>
          <a:prstGeom prst="rect">
            <a:avLst/>
          </a:prstGeom>
        </p:spPr>
      </p:pic>
      <p:pic>
        <p:nvPicPr>
          <p:cNvPr id="34615341" name="Grafik 58"/>
          <p:cNvPicPr>
            <a:picLocks noChangeAspect="1"/>
          </p:cNvPicPr>
          <p:nvPr userDrawn="1"/>
        </p:nvPicPr>
        <p:blipFill rotWithShape="1">
          <a:blip r:embed="rId2"/>
          <a:srcRect l="12499" t="10016" r="12236" b="13019"/>
          <a:stretch/>
        </p:blipFill>
        <p:spPr bwMode="auto">
          <a:xfrm>
            <a:off x="5427993" y="2085974"/>
            <a:ext cx="2569778" cy="2976880"/>
          </a:xfrm>
          <a:prstGeom prst="rect">
            <a:avLst/>
          </a:prstGeom>
        </p:spPr>
      </p:pic>
      <p:sp>
        <p:nvSpPr>
          <p:cNvPr id="1081143732" name="Picture Placeholder 68"/>
          <p:cNvSpPr>
            <a:spLocks noGrp="1"/>
          </p:cNvSpPr>
          <p:nvPr>
            <p:ph type="pic" sz="quarter" idx="36"/>
          </p:nvPr>
        </p:nvSpPr>
        <p:spPr bwMode="auto">
          <a:xfrm>
            <a:off x="8938770" y="2326356"/>
            <a:ext cx="1838325" cy="2483769"/>
          </a:xfrm>
          <a:prstGeom prst="roundRect">
            <a:avLst>
              <a:gd name="adj" fmla="val 4232"/>
            </a:avLst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>
              <a:defRPr/>
            </a:pPr>
            <a:endParaRPr lang="en-CA"/>
          </a:p>
        </p:txBody>
      </p:sp>
      <p:sp>
        <p:nvSpPr>
          <p:cNvPr id="1888236740" name="Textplatzhalter 52"/>
          <p:cNvSpPr>
            <a:spLocks noGrp="1"/>
          </p:cNvSpPr>
          <p:nvPr>
            <p:ph type="body" sz="quarter" idx="37"/>
          </p:nvPr>
        </p:nvSpPr>
        <p:spPr bwMode="auto">
          <a:xfrm>
            <a:off x="8854066" y="5293012"/>
            <a:ext cx="1550286" cy="405189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noFill/>
          </a:ln>
        </p:spPr>
        <p:txBody>
          <a:bodyPr wrap="square" lIns="72000" tIns="36000" rIns="72000" bIns="36000" anchor="ctr">
            <a:spAutoFit/>
          </a:bodyPr>
          <a:lstStyle>
            <a:lvl1pPr marL="0" indent="0" algn="l">
              <a:buNone/>
              <a:defRPr sz="1400" cap="none">
                <a:solidFill>
                  <a:schemeClr val="bg1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endParaRPr lang="en-CA"/>
          </a:p>
        </p:txBody>
      </p:sp>
      <p:sp>
        <p:nvSpPr>
          <p:cNvPr id="65598280" name="Text Placeholder 60"/>
          <p:cNvSpPr>
            <a:spLocks noGrp="1"/>
          </p:cNvSpPr>
          <p:nvPr>
            <p:ph type="body" sz="quarter" idx="40"/>
          </p:nvPr>
        </p:nvSpPr>
        <p:spPr bwMode="auto">
          <a:xfrm>
            <a:off x="8857280" y="5798959"/>
            <a:ext cx="2011087" cy="228295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</a:lstStyle>
          <a:p>
            <a:pPr lvl="0">
              <a:defRPr/>
            </a:pPr>
            <a:r>
              <a:rPr lang="en-US"/>
              <a:t>Click to edit</a:t>
            </a:r>
            <a:endParaRPr/>
          </a:p>
        </p:txBody>
      </p:sp>
      <p:pic>
        <p:nvPicPr>
          <p:cNvPr id="866665877" name="Grafik 58"/>
          <p:cNvPicPr>
            <a:picLocks noChangeAspect="1"/>
          </p:cNvPicPr>
          <p:nvPr userDrawn="1"/>
        </p:nvPicPr>
        <p:blipFill rotWithShape="1">
          <a:blip r:embed="rId2"/>
          <a:srcRect l="12811" t="9091" r="6230" b="13019"/>
          <a:stretch/>
        </p:blipFill>
        <p:spPr bwMode="auto">
          <a:xfrm>
            <a:off x="8584850" y="2050196"/>
            <a:ext cx="2764146" cy="301265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4_Closing slide_image">
    <p:bg>
      <p:bgPr shadeToTitle="0"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9995193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1120972569" name="Titel 1"/>
          <p:cNvSpPr>
            <a:spLocks noGrp="1"/>
          </p:cNvSpPr>
          <p:nvPr>
            <p:ph type="title" hasCustomPrompt="1"/>
          </p:nvPr>
        </p:nvSpPr>
        <p:spPr bwMode="auto">
          <a:xfrm>
            <a:off x="407988" y="404813"/>
            <a:ext cx="10050812" cy="369332"/>
          </a:xfrm>
        </p:spPr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1904393628" name="Inhaltsplatzhalter 2"/>
          <p:cNvSpPr>
            <a:spLocks noGrp="1"/>
          </p:cNvSpPr>
          <p:nvPr>
            <p:ph idx="16" hasCustomPrompt="1"/>
          </p:nvPr>
        </p:nvSpPr>
        <p:spPr bwMode="auto">
          <a:xfrm>
            <a:off x="407987" y="1484312"/>
            <a:ext cx="5832476" cy="4897437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</p:txBody>
      </p:sp>
      <p:sp>
        <p:nvSpPr>
          <p:cNvPr id="1855736466" name="Picture Placeholder 19"/>
          <p:cNvSpPr>
            <a:spLocks noGrp="1"/>
          </p:cNvSpPr>
          <p:nvPr>
            <p:ph type="pic" sz="quarter" idx="14"/>
          </p:nvPr>
        </p:nvSpPr>
        <p:spPr bwMode="auto">
          <a:xfrm>
            <a:off x="8369300" y="1587245"/>
            <a:ext cx="2162283" cy="4684974"/>
          </a:xfrm>
          <a:prstGeom prst="roundRect">
            <a:avLst>
              <a:gd name="adj" fmla="val 9527"/>
            </a:avLst>
          </a:prstGeo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>
              <a:defRPr/>
            </a:pPr>
            <a:endParaRPr lang="en-CA"/>
          </a:p>
        </p:txBody>
      </p:sp>
      <p:pic>
        <p:nvPicPr>
          <p:cNvPr id="424953481" name="Picture 3"/>
          <p:cNvPicPr>
            <a:picLocks noChangeAspect="1"/>
          </p:cNvPicPr>
          <p:nvPr userDrawn="1"/>
        </p:nvPicPr>
        <p:blipFill rotWithShape="1">
          <a:blip r:embed="rId2"/>
          <a:stretch/>
        </p:blipFill>
        <p:spPr bwMode="auto">
          <a:xfrm>
            <a:off x="7683935" y="1425008"/>
            <a:ext cx="3574615" cy="5625797"/>
          </a:xfrm>
          <a:prstGeom prst="rect">
            <a:avLst/>
          </a:prstGeom>
        </p:spPr>
      </p:pic>
      <p:sp>
        <p:nvSpPr>
          <p:cNvPr id="1708397339" name="Textfeld 58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bg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1316689173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7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4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5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6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7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8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9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0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1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2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3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4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5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6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7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0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3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4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5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  <p:sp>
        <p:nvSpPr>
          <p:cNvPr id="1094612978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390E1999-4726-4600-8B88-4A7F5C00CB35}" type="datetime1">
              <a:rPr lang="de-DE"/>
              <a:t>26.01.2026</a:t>
            </a:fld>
            <a:endParaRPr lang="en-CA"/>
          </a:p>
        </p:txBody>
      </p:sp>
      <p:sp>
        <p:nvSpPr>
          <p:cNvPr id="1201376735" name="Foliennummernplatzhalter 5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6_Closing slide_image">
    <p:bg>
      <p:bgPr shadeToTitle="0">
        <a:solidFill>
          <a:schemeClr val="bg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8619306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>
                <a:solidFill>
                  <a:schemeClr val="tx1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1317335442" name="Titel 1"/>
          <p:cNvSpPr>
            <a:spLocks noGrp="1"/>
          </p:cNvSpPr>
          <p:nvPr>
            <p:ph type="title" hasCustomPrompt="1"/>
          </p:nvPr>
        </p:nvSpPr>
        <p:spPr bwMode="auto">
          <a:xfrm>
            <a:off x="407988" y="404813"/>
            <a:ext cx="10050812" cy="369332"/>
          </a:xfrm>
        </p:spPr>
        <p:txBody>
          <a:bodyPr vert="horz"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121479924" name="Inhaltsplatzhalter 2"/>
          <p:cNvSpPr>
            <a:spLocks noGrp="1"/>
          </p:cNvSpPr>
          <p:nvPr>
            <p:ph idx="16" hasCustomPrompt="1"/>
          </p:nvPr>
        </p:nvSpPr>
        <p:spPr bwMode="auto">
          <a:xfrm>
            <a:off x="407987" y="1484312"/>
            <a:ext cx="5832476" cy="4897437"/>
          </a:xfrm>
        </p:spPr>
        <p:txBody>
          <a:bodyPr/>
          <a:lstStyle>
            <a:lvl1pPr marL="252000" indent="-252000">
              <a:buClr>
                <a:schemeClr val="accent1"/>
              </a:buClr>
              <a:buFont typeface="Arial"/>
              <a:buChar char="•"/>
              <a:defRPr>
                <a:solidFill>
                  <a:schemeClr val="tx1"/>
                </a:solidFill>
              </a:defRPr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</p:txBody>
      </p:sp>
      <p:sp>
        <p:nvSpPr>
          <p:cNvPr id="1827386190" name="Picture Placeholder 19"/>
          <p:cNvSpPr>
            <a:spLocks noGrp="1"/>
          </p:cNvSpPr>
          <p:nvPr>
            <p:ph type="pic" sz="quarter" idx="14"/>
          </p:nvPr>
        </p:nvSpPr>
        <p:spPr bwMode="auto">
          <a:xfrm>
            <a:off x="8369300" y="1587245"/>
            <a:ext cx="2162283" cy="4684974"/>
          </a:xfrm>
          <a:prstGeom prst="roundRect">
            <a:avLst>
              <a:gd name="adj" fmla="val 9527"/>
            </a:avLst>
          </a:prstGeo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>
              <a:defRPr/>
            </a:pPr>
            <a:endParaRPr lang="en-CA"/>
          </a:p>
        </p:txBody>
      </p:sp>
      <p:pic>
        <p:nvPicPr>
          <p:cNvPr id="2058390923" name="Picture 3"/>
          <p:cNvPicPr>
            <a:picLocks noChangeAspect="1"/>
          </p:cNvPicPr>
          <p:nvPr userDrawn="1"/>
        </p:nvPicPr>
        <p:blipFill rotWithShape="1">
          <a:blip r:embed="rId2"/>
          <a:stretch/>
        </p:blipFill>
        <p:spPr bwMode="auto">
          <a:xfrm>
            <a:off x="7683935" y="1425008"/>
            <a:ext cx="3574615" cy="5625797"/>
          </a:xfrm>
          <a:prstGeom prst="rect">
            <a:avLst/>
          </a:prstGeom>
        </p:spPr>
      </p:pic>
      <p:sp>
        <p:nvSpPr>
          <p:cNvPr id="1442347408" name="Textfeld 58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tx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tx1"/>
              </a:solidFill>
            </a:endParaRPr>
          </a:p>
        </p:txBody>
      </p:sp>
      <p:sp>
        <p:nvSpPr>
          <p:cNvPr id="1251263296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390E1999-4726-4600-8B88-4A7F5C00CB35}" type="datetime1">
              <a:rPr lang="de-DE"/>
              <a:t>26.01.2026</a:t>
            </a:fld>
            <a:endParaRPr lang="en-CA"/>
          </a:p>
        </p:txBody>
      </p:sp>
      <p:sp>
        <p:nvSpPr>
          <p:cNvPr id="11979500" name="Foliennummernplatzhalter 5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grpSp>
        <p:nvGrpSpPr>
          <p:cNvPr id="1916785971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accent1"/>
          </a:solidFill>
        </p:grpSpPr>
        <p:sp>
          <p:nvSpPr>
            <p:cNvPr id="6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1" name="Rectangle 10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7" name="Rectangle 16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8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9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0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1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2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3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4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5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6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7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8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9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0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1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2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3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6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7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8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0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1_Closing slide_image">
    <p:bg>
      <p:bgPr shadeToTitle="0"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95842759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1005315180" name="Titel 1"/>
          <p:cNvSpPr>
            <a:spLocks noGrp="1"/>
          </p:cNvSpPr>
          <p:nvPr>
            <p:ph type="title" hasCustomPrompt="1"/>
          </p:nvPr>
        </p:nvSpPr>
        <p:spPr bwMode="auto">
          <a:xfrm>
            <a:off x="407988" y="404813"/>
            <a:ext cx="10050812" cy="369332"/>
          </a:xfrm>
        </p:spPr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1674368814" name="Inhaltsplatzhalter 2"/>
          <p:cNvSpPr>
            <a:spLocks noGrp="1"/>
          </p:cNvSpPr>
          <p:nvPr>
            <p:ph idx="16" hasCustomPrompt="1"/>
          </p:nvPr>
        </p:nvSpPr>
        <p:spPr bwMode="auto">
          <a:xfrm>
            <a:off x="407987" y="1484313"/>
            <a:ext cx="3887788" cy="1017910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</p:txBody>
      </p:sp>
      <p:sp>
        <p:nvSpPr>
          <p:cNvPr id="452625219" name="Inhaltsplatzhalter 2"/>
          <p:cNvSpPr>
            <a:spLocks noGrp="1"/>
          </p:cNvSpPr>
          <p:nvPr>
            <p:ph idx="15" hasCustomPrompt="1"/>
          </p:nvPr>
        </p:nvSpPr>
        <p:spPr bwMode="auto">
          <a:xfrm>
            <a:off x="407987" y="3254343"/>
            <a:ext cx="3887788" cy="1017910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</p:txBody>
      </p:sp>
      <p:sp>
        <p:nvSpPr>
          <p:cNvPr id="1689157095" name="Inhaltsplatzhalter 2"/>
          <p:cNvSpPr>
            <a:spLocks noGrp="1"/>
          </p:cNvSpPr>
          <p:nvPr>
            <p:ph idx="17" hasCustomPrompt="1"/>
          </p:nvPr>
        </p:nvSpPr>
        <p:spPr bwMode="auto">
          <a:xfrm>
            <a:off x="407987" y="5024373"/>
            <a:ext cx="3887788" cy="1017910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</p:txBody>
      </p:sp>
      <p:sp>
        <p:nvSpPr>
          <p:cNvPr id="532940503" name="Textfeld 58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bg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1756875876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7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4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5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6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7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8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9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0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1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2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3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4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5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6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7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0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3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4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5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  <p:pic>
        <p:nvPicPr>
          <p:cNvPr id="622483965" name="Picture 3"/>
          <p:cNvPicPr>
            <a:picLocks noChangeAspect="1"/>
          </p:cNvPicPr>
          <p:nvPr userDrawn="1"/>
        </p:nvPicPr>
        <p:blipFill rotWithShape="1">
          <a:blip r:embed="rId2"/>
          <a:stretch/>
        </p:blipFill>
        <p:spPr bwMode="auto">
          <a:xfrm>
            <a:off x="4740677" y="1365373"/>
            <a:ext cx="7259979" cy="5463134"/>
          </a:xfrm>
          <a:prstGeom prst="rect">
            <a:avLst/>
          </a:prstGeom>
        </p:spPr>
      </p:pic>
      <p:sp>
        <p:nvSpPr>
          <p:cNvPr id="642608065" name="Picture Placeholder 19"/>
          <p:cNvSpPr>
            <a:spLocks noGrp="1"/>
          </p:cNvSpPr>
          <p:nvPr>
            <p:ph type="pic" sz="quarter" idx="14"/>
          </p:nvPr>
        </p:nvSpPr>
        <p:spPr bwMode="auto">
          <a:xfrm>
            <a:off x="5380389" y="1660574"/>
            <a:ext cx="6005761" cy="4517976"/>
          </a:xfrm>
          <a:prstGeom prst="roundRect">
            <a:avLst>
              <a:gd name="adj" fmla="val 1712"/>
            </a:avLst>
          </a:prstGeo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>
              <a:defRPr/>
            </a:pPr>
            <a:endParaRPr lang="en-CA"/>
          </a:p>
        </p:txBody>
      </p:sp>
      <p:sp>
        <p:nvSpPr>
          <p:cNvPr id="1327157376" name="Foliennummernplatzhalter 5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289018337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390E1999-4726-4600-8B88-4A7F5C00CB35}" type="datetime1">
              <a:rPr lang="de-DE"/>
              <a:t>26.01.2026</a:t>
            </a:fld>
            <a:endParaRPr lang="en-CA"/>
          </a:p>
        </p:txBody>
      </p:sp>
      <p:cxnSp>
        <p:nvCxnSpPr>
          <p:cNvPr id="866590142" name="Straight Connector 15"/>
          <p:cNvCxnSpPr/>
          <p:nvPr userDrawn="1"/>
        </p:nvCxnSpPr>
        <p:spPr bwMode="auto">
          <a:xfrm>
            <a:off x="415222" y="2878283"/>
            <a:ext cx="3903080" cy="0"/>
          </a:xfrm>
          <a:prstGeom prst="line">
            <a:avLst/>
          </a:prstGeom>
          <a:noFill/>
          <a:ln w="9525"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20953256" name="Straight Connector 16"/>
          <p:cNvCxnSpPr/>
          <p:nvPr userDrawn="1"/>
        </p:nvCxnSpPr>
        <p:spPr bwMode="auto">
          <a:xfrm>
            <a:off x="415222" y="4648313"/>
            <a:ext cx="3903080" cy="0"/>
          </a:xfrm>
          <a:prstGeom prst="line">
            <a:avLst/>
          </a:prstGeom>
          <a:noFill/>
          <a:ln w="9525"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7_Closing slide_image">
    <p:bg>
      <p:bgPr shadeToTitle="0">
        <a:solidFill>
          <a:schemeClr val="bg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1902322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>
                <a:solidFill>
                  <a:schemeClr val="tx1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198253267" name="Titel 1"/>
          <p:cNvSpPr>
            <a:spLocks noGrp="1"/>
          </p:cNvSpPr>
          <p:nvPr>
            <p:ph type="title" hasCustomPrompt="1"/>
          </p:nvPr>
        </p:nvSpPr>
        <p:spPr bwMode="auto">
          <a:xfrm>
            <a:off x="407988" y="404813"/>
            <a:ext cx="10050812" cy="369332"/>
          </a:xfrm>
        </p:spPr>
        <p:txBody>
          <a:bodyPr vert="horz"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1192625287" name="Textfeld 58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tx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tx1"/>
              </a:solidFill>
            </a:endParaRPr>
          </a:p>
        </p:txBody>
      </p:sp>
      <p:pic>
        <p:nvPicPr>
          <p:cNvPr id="2146949835" name="Picture 3"/>
          <p:cNvPicPr>
            <a:picLocks noChangeAspect="1"/>
          </p:cNvPicPr>
          <p:nvPr userDrawn="1"/>
        </p:nvPicPr>
        <p:blipFill rotWithShape="1">
          <a:blip r:embed="rId2"/>
          <a:stretch/>
        </p:blipFill>
        <p:spPr bwMode="auto">
          <a:xfrm>
            <a:off x="4740677" y="1365373"/>
            <a:ext cx="7259979" cy="5463134"/>
          </a:xfrm>
          <a:prstGeom prst="rect">
            <a:avLst/>
          </a:prstGeom>
        </p:spPr>
      </p:pic>
      <p:sp>
        <p:nvSpPr>
          <p:cNvPr id="591692466" name="Inhaltsplatzhalter 2"/>
          <p:cNvSpPr>
            <a:spLocks noGrp="1"/>
          </p:cNvSpPr>
          <p:nvPr>
            <p:ph idx="16" hasCustomPrompt="1"/>
          </p:nvPr>
        </p:nvSpPr>
        <p:spPr bwMode="auto">
          <a:xfrm>
            <a:off x="407987" y="1484313"/>
            <a:ext cx="3887788" cy="1017910"/>
          </a:xfrm>
        </p:spPr>
        <p:txBody>
          <a:bodyPr/>
          <a:lstStyle>
            <a:lvl1pPr marL="252000" indent="-252000">
              <a:buClr>
                <a:schemeClr val="accent1"/>
              </a:buClr>
              <a:buFont typeface="Arial"/>
              <a:buChar char="•"/>
              <a:defRPr>
                <a:solidFill>
                  <a:schemeClr val="tx1"/>
                </a:solidFill>
              </a:defRPr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</p:txBody>
      </p:sp>
      <p:sp>
        <p:nvSpPr>
          <p:cNvPr id="1324691416" name="Inhaltsplatzhalter 2"/>
          <p:cNvSpPr>
            <a:spLocks noGrp="1"/>
          </p:cNvSpPr>
          <p:nvPr>
            <p:ph idx="15" hasCustomPrompt="1"/>
          </p:nvPr>
        </p:nvSpPr>
        <p:spPr bwMode="auto">
          <a:xfrm>
            <a:off x="407987" y="3254343"/>
            <a:ext cx="3887788" cy="1017910"/>
          </a:xfrm>
        </p:spPr>
        <p:txBody>
          <a:bodyPr/>
          <a:lstStyle>
            <a:lvl1pPr marL="252000" indent="-252000">
              <a:buClr>
                <a:schemeClr val="accent1"/>
              </a:buClr>
              <a:buFont typeface="Arial"/>
              <a:buChar char="•"/>
              <a:defRPr>
                <a:solidFill>
                  <a:schemeClr val="tx1"/>
                </a:solidFill>
              </a:defRPr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</p:txBody>
      </p:sp>
      <p:sp>
        <p:nvSpPr>
          <p:cNvPr id="873296010" name="Inhaltsplatzhalter 2"/>
          <p:cNvSpPr>
            <a:spLocks noGrp="1"/>
          </p:cNvSpPr>
          <p:nvPr>
            <p:ph idx="17" hasCustomPrompt="1"/>
          </p:nvPr>
        </p:nvSpPr>
        <p:spPr bwMode="auto">
          <a:xfrm>
            <a:off x="407987" y="5024373"/>
            <a:ext cx="3887788" cy="1017910"/>
          </a:xfrm>
        </p:spPr>
        <p:txBody>
          <a:bodyPr/>
          <a:lstStyle>
            <a:lvl1pPr marL="252000" indent="-252000">
              <a:buClr>
                <a:schemeClr val="accent1"/>
              </a:buClr>
              <a:buFont typeface="Arial"/>
              <a:buChar char="•"/>
              <a:defRPr>
                <a:solidFill>
                  <a:schemeClr val="tx1"/>
                </a:solidFill>
              </a:defRPr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</p:txBody>
      </p:sp>
      <p:sp>
        <p:nvSpPr>
          <p:cNvPr id="714260752" name="Picture Placeholder 19"/>
          <p:cNvSpPr>
            <a:spLocks noGrp="1"/>
          </p:cNvSpPr>
          <p:nvPr>
            <p:ph type="pic" sz="quarter" idx="14"/>
          </p:nvPr>
        </p:nvSpPr>
        <p:spPr bwMode="auto">
          <a:xfrm>
            <a:off x="5380389" y="1660574"/>
            <a:ext cx="6005761" cy="4517976"/>
          </a:xfrm>
          <a:prstGeom prst="roundRect">
            <a:avLst>
              <a:gd name="adj" fmla="val 1712"/>
            </a:avLst>
          </a:prstGeo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>
              <a:defRPr/>
            </a:pPr>
            <a:endParaRPr lang="en-CA"/>
          </a:p>
        </p:txBody>
      </p:sp>
      <p:sp>
        <p:nvSpPr>
          <p:cNvPr id="327994853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390E1999-4726-4600-8B88-4A7F5C00CB35}" type="datetime1">
              <a:rPr lang="de-DE"/>
              <a:t>26.01.2026</a:t>
            </a:fld>
            <a:endParaRPr lang="en-CA"/>
          </a:p>
        </p:txBody>
      </p:sp>
      <p:sp>
        <p:nvSpPr>
          <p:cNvPr id="391584351" name="Foliennummernplatzhalter 5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cxnSp>
        <p:nvCxnSpPr>
          <p:cNvPr id="488037491" name="Straight Connector 15"/>
          <p:cNvCxnSpPr/>
          <p:nvPr userDrawn="1"/>
        </p:nvCxnSpPr>
        <p:spPr bwMode="auto">
          <a:xfrm>
            <a:off x="415222" y="2878283"/>
            <a:ext cx="3903080" cy="0"/>
          </a:xfrm>
          <a:prstGeom prst="line">
            <a:avLst/>
          </a:prstGeom>
          <a:noFill/>
          <a:ln w="9525"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91465374" name="Straight Connector 16"/>
          <p:cNvCxnSpPr/>
          <p:nvPr userDrawn="1"/>
        </p:nvCxnSpPr>
        <p:spPr bwMode="auto">
          <a:xfrm>
            <a:off x="415222" y="4648313"/>
            <a:ext cx="3903080" cy="0"/>
          </a:xfrm>
          <a:prstGeom prst="line">
            <a:avLst/>
          </a:prstGeom>
          <a:noFill/>
          <a:ln w="9525"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46866787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accent1"/>
          </a:solidFill>
        </p:grpSpPr>
        <p:sp>
          <p:nvSpPr>
            <p:cNvPr id="20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1" name="Rectangle 20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2" name="Rectangle 21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3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4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5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6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7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8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9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0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1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2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3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6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7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8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0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1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2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3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4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5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8_Closing slide_image">
    <p:bg>
      <p:bgPr shadeToTitle="0">
        <a:solidFill>
          <a:schemeClr val="bg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3957473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>
                <a:solidFill>
                  <a:schemeClr val="tx1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1858431529" name="Titel 1"/>
          <p:cNvSpPr>
            <a:spLocks noGrp="1"/>
          </p:cNvSpPr>
          <p:nvPr>
            <p:ph type="title" hasCustomPrompt="1"/>
          </p:nvPr>
        </p:nvSpPr>
        <p:spPr bwMode="auto">
          <a:xfrm>
            <a:off x="407988" y="404813"/>
            <a:ext cx="10050812" cy="369332"/>
          </a:xfrm>
        </p:spPr>
        <p:txBody>
          <a:bodyPr vert="horz"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1038363999" name="Textfeld 58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tx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tx1"/>
              </a:solidFill>
            </a:endParaRPr>
          </a:p>
        </p:txBody>
      </p:sp>
      <p:grpSp>
        <p:nvGrpSpPr>
          <p:cNvPr id="1719192317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7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4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5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6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7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8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9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0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1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2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3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4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5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6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7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0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3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4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5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  <p:sp>
        <p:nvSpPr>
          <p:cNvPr id="1692757929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390E1999-4726-4600-8B88-4A7F5C00CB35}" type="datetime1">
              <a:rPr lang="de-DE"/>
              <a:t>26.01.2026</a:t>
            </a:fld>
            <a:endParaRPr lang="en-CA"/>
          </a:p>
        </p:txBody>
      </p:sp>
      <p:sp>
        <p:nvSpPr>
          <p:cNvPr id="659119469" name="Foliennummernplatzhalter 5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978386352" name="Inhaltsplatzhalter 2"/>
          <p:cNvSpPr>
            <a:spLocks noGrp="1"/>
          </p:cNvSpPr>
          <p:nvPr>
            <p:ph idx="16" hasCustomPrompt="1"/>
          </p:nvPr>
        </p:nvSpPr>
        <p:spPr bwMode="auto">
          <a:xfrm>
            <a:off x="407987" y="1484312"/>
            <a:ext cx="3600451" cy="4897437"/>
          </a:xfrm>
        </p:spPr>
        <p:txBody>
          <a:bodyPr/>
          <a:lstStyle>
            <a:lvl1pPr marL="252000" indent="-252000">
              <a:buClr>
                <a:schemeClr val="accent1"/>
              </a:buClr>
              <a:buFont typeface="Arial"/>
              <a:buChar char="•"/>
              <a:defRPr>
                <a:solidFill>
                  <a:schemeClr val="tx1"/>
                </a:solidFill>
              </a:defRPr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</p:txBody>
      </p:sp>
      <p:sp>
        <p:nvSpPr>
          <p:cNvPr id="38439194" name="Picture Placeholder 24"/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6127869" y="1569050"/>
            <a:ext cx="5389694" cy="3031703"/>
          </a:xfrm>
          <a:custGeom>
            <a:avLst/>
            <a:gdLst>
              <a:gd name="connsiteX0" fmla="*/ 0 w 5389694"/>
              <a:gd name="connsiteY0" fmla="*/ 0 h 3031703"/>
              <a:gd name="connsiteX1" fmla="*/ 5389694 w 5389694"/>
              <a:gd name="connsiteY1" fmla="*/ 0 h 3031703"/>
              <a:gd name="connsiteX2" fmla="*/ 5389694 w 5389694"/>
              <a:gd name="connsiteY2" fmla="*/ 3031703 h 3031703"/>
              <a:gd name="connsiteX3" fmla="*/ 1352550 w 5389694"/>
              <a:gd name="connsiteY3" fmla="*/ 3031703 h 3031703"/>
              <a:gd name="connsiteX4" fmla="*/ 303411 w 5389694"/>
              <a:gd name="connsiteY4" fmla="*/ 3031703 h 3031703"/>
              <a:gd name="connsiteX5" fmla="*/ 303411 w 5389694"/>
              <a:gd name="connsiteY5" fmla="*/ 2452577 h 3031703"/>
              <a:gd name="connsiteX6" fmla="*/ 305990 w 5389694"/>
              <a:gd name="connsiteY6" fmla="*/ 2452577 h 3031703"/>
              <a:gd name="connsiteX7" fmla="*/ 313728 w 5389694"/>
              <a:gd name="connsiteY7" fmla="*/ 2447419 h 3031703"/>
              <a:gd name="connsiteX8" fmla="*/ 313728 w 5389694"/>
              <a:gd name="connsiteY8" fmla="*/ 2073418 h 3031703"/>
              <a:gd name="connsiteX9" fmla="*/ 305990 w 5389694"/>
              <a:gd name="connsiteY9" fmla="*/ 2068259 h 3031703"/>
              <a:gd name="connsiteX10" fmla="*/ 303411 w 5389694"/>
              <a:gd name="connsiteY10" fmla="*/ 2068259 h 3031703"/>
              <a:gd name="connsiteX11" fmla="*/ 303411 w 5389694"/>
              <a:gd name="connsiteY11" fmla="*/ 1511128 h 3031703"/>
              <a:gd name="connsiteX12" fmla="*/ 226032 w 5389694"/>
              <a:gd name="connsiteY12" fmla="*/ 1315100 h 3031703"/>
              <a:gd name="connsiteX13" fmla="*/ 37742 w 5389694"/>
              <a:gd name="connsiteY13" fmla="*/ 1245458 h 3031703"/>
              <a:gd name="connsiteX14" fmla="*/ 0 w 5389694"/>
              <a:gd name="connsiteY14" fmla="*/ 1245458 h 3031703"/>
              <a:gd name="connsiteX15" fmla="*/ 0 w 5389694"/>
              <a:gd name="connsiteY15" fmla="*/ 1056853 h 30317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5389694" h="3031703" fill="norm" stroke="1" extrusionOk="0">
                <a:moveTo>
                  <a:pt x="0" y="0"/>
                </a:moveTo>
                <a:lnTo>
                  <a:pt x="5389694" y="0"/>
                </a:lnTo>
                <a:lnTo>
                  <a:pt x="5389694" y="3031703"/>
                </a:lnTo>
                <a:lnTo>
                  <a:pt x="1352550" y="3031703"/>
                </a:lnTo>
                <a:lnTo>
                  <a:pt x="303411" y="3031703"/>
                </a:lnTo>
                <a:lnTo>
                  <a:pt x="303411" y="2452577"/>
                </a:lnTo>
                <a:lnTo>
                  <a:pt x="305990" y="2452577"/>
                </a:lnTo>
                <a:lnTo>
                  <a:pt x="313728" y="2447419"/>
                </a:lnTo>
                <a:lnTo>
                  <a:pt x="313728" y="2073418"/>
                </a:lnTo>
                <a:lnTo>
                  <a:pt x="305990" y="2068259"/>
                </a:lnTo>
                <a:lnTo>
                  <a:pt x="303411" y="2068259"/>
                </a:lnTo>
                <a:lnTo>
                  <a:pt x="303411" y="1511128"/>
                </a:lnTo>
                <a:cubicBezTo>
                  <a:pt x="303411" y="1511128"/>
                  <a:pt x="302336" y="1385924"/>
                  <a:pt x="226032" y="1315100"/>
                </a:cubicBezTo>
                <a:cubicBezTo>
                  <a:pt x="150909" y="1245351"/>
                  <a:pt x="37742" y="1245458"/>
                  <a:pt x="37742" y="1245458"/>
                </a:cubicBezTo>
                <a:lnTo>
                  <a:pt x="0" y="1245458"/>
                </a:lnTo>
                <a:lnTo>
                  <a:pt x="0" y="1056853"/>
                </a:lnTo>
                <a:close/>
              </a:path>
            </a:pathLst>
          </a:custGeom>
          <a:solidFill>
            <a:schemeClr val="bg1"/>
          </a:solidFill>
        </p:spPr>
        <p:txBody>
          <a:bodyPr wrap="square" bIns="720000" anchor="ctr">
            <a:noAutofit/>
          </a:bodyPr>
          <a:lstStyle>
            <a:lvl1pPr marL="0" indent="0" algn="ctr">
              <a:buNone/>
              <a:defRPr sz="1000" b="1">
                <a:solidFill>
                  <a:schemeClr val="tx2"/>
                </a:solidFill>
              </a:defRPr>
            </a:lvl1pPr>
          </a:lstStyle>
          <a:p>
            <a:pPr>
              <a:defRPr/>
            </a:pPr>
            <a:r>
              <a:rPr lang="de-DE"/>
              <a:t>Picture</a:t>
            </a:r>
            <a:endParaRPr/>
          </a:p>
        </p:txBody>
      </p:sp>
      <p:pic>
        <p:nvPicPr>
          <p:cNvPr id="1978284229" name="Grafik 15"/>
          <p:cNvPicPr>
            <a:picLocks noChangeAspect="1"/>
          </p:cNvPicPr>
          <p:nvPr userDrawn="1"/>
        </p:nvPicPr>
        <p:blipFill rotWithShape="1">
          <a:blip r:embed="rId2"/>
          <a:stretch/>
        </p:blipFill>
        <p:spPr bwMode="auto">
          <a:xfrm>
            <a:off x="5934692" y="1371870"/>
            <a:ext cx="5776048" cy="5204824"/>
          </a:xfrm>
          <a:prstGeom prst="rect">
            <a:avLst/>
          </a:prstGeom>
        </p:spPr>
      </p:pic>
      <p:pic>
        <p:nvPicPr>
          <p:cNvPr id="1956248682" name="Picture 23"/>
          <p:cNvPicPr>
            <a:picLocks noChangeAspect="1"/>
          </p:cNvPicPr>
          <p:nvPr userDrawn="1"/>
        </p:nvPicPr>
        <p:blipFill rotWithShape="1">
          <a:blip r:embed="rId3"/>
          <a:stretch/>
        </p:blipFill>
        <p:spPr bwMode="auto">
          <a:xfrm>
            <a:off x="4251759" y="2754636"/>
            <a:ext cx="2620583" cy="4124324"/>
          </a:xfrm>
          <a:prstGeom prst="rect">
            <a:avLst/>
          </a:prstGeom>
        </p:spPr>
      </p:pic>
      <p:sp>
        <p:nvSpPr>
          <p:cNvPr id="1615898306" name="Picture Placeholder 14"/>
          <p:cNvSpPr>
            <a:spLocks noGrp="1"/>
          </p:cNvSpPr>
          <p:nvPr>
            <p:ph type="pic" sz="quarter" idx="17" hasCustomPrompt="1"/>
          </p:nvPr>
        </p:nvSpPr>
        <p:spPr bwMode="gray">
          <a:xfrm>
            <a:off x="4760119" y="2900918"/>
            <a:ext cx="1578769" cy="3404161"/>
          </a:xfrm>
          <a:custGeom>
            <a:avLst/>
            <a:gdLst>
              <a:gd name="connsiteX0" fmla="*/ 219387 w 2231231"/>
              <a:gd name="connsiteY0" fmla="*/ 40 h 4833612"/>
              <a:gd name="connsiteX1" fmla="*/ 223489 w 2231231"/>
              <a:gd name="connsiteY1" fmla="*/ 207 h 4833612"/>
              <a:gd name="connsiteX2" fmla="*/ 520254 w 2231231"/>
              <a:gd name="connsiteY2" fmla="*/ 207 h 4833612"/>
              <a:gd name="connsiteX3" fmla="*/ 545900 w 2231231"/>
              <a:gd name="connsiteY3" fmla="*/ 11198 h 4833612"/>
              <a:gd name="connsiteX4" fmla="*/ 553228 w 2231231"/>
              <a:gd name="connsiteY4" fmla="*/ 29517 h 4833612"/>
              <a:gd name="connsiteX5" fmla="*/ 553228 w 2231231"/>
              <a:gd name="connsiteY5" fmla="*/ 58827 h 4833612"/>
              <a:gd name="connsiteX6" fmla="*/ 589866 w 2231231"/>
              <a:gd name="connsiteY6" fmla="*/ 128439 h 4833612"/>
              <a:gd name="connsiteX7" fmla="*/ 659477 w 2231231"/>
              <a:gd name="connsiteY7" fmla="*/ 161412 h 4833612"/>
              <a:gd name="connsiteX8" fmla="*/ 1571754 w 2231231"/>
              <a:gd name="connsiteY8" fmla="*/ 161412 h 4833612"/>
              <a:gd name="connsiteX9" fmla="*/ 1637702 w 2231231"/>
              <a:gd name="connsiteY9" fmla="*/ 121111 h 4833612"/>
              <a:gd name="connsiteX10" fmla="*/ 1667012 w 2231231"/>
              <a:gd name="connsiteY10" fmla="*/ 25853 h 4833612"/>
              <a:gd name="connsiteX11" fmla="*/ 1678003 w 2231231"/>
              <a:gd name="connsiteY11" fmla="*/ 7534 h 4833612"/>
              <a:gd name="connsiteX12" fmla="*/ 1699986 w 2231231"/>
              <a:gd name="connsiteY12" fmla="*/ 207 h 4833612"/>
              <a:gd name="connsiteX13" fmla="*/ 1985759 w 2231231"/>
              <a:gd name="connsiteY13" fmla="*/ 207 h 4833612"/>
              <a:gd name="connsiteX14" fmla="*/ 2168947 w 2231231"/>
              <a:gd name="connsiteY14" fmla="*/ 69818 h 4833612"/>
              <a:gd name="connsiteX15" fmla="*/ 2231231 w 2231231"/>
              <a:gd name="connsiteY15" fmla="*/ 227360 h 4833612"/>
              <a:gd name="connsiteX16" fmla="*/ 2231231 w 2231231"/>
              <a:gd name="connsiteY16" fmla="*/ 4612883 h 4833612"/>
              <a:gd name="connsiteX17" fmla="*/ 2183602 w 2231231"/>
              <a:gd name="connsiteY17" fmla="*/ 4759434 h 4833612"/>
              <a:gd name="connsiteX18" fmla="*/ 2044379 w 2231231"/>
              <a:gd name="connsiteY18" fmla="*/ 4832709 h 4833612"/>
              <a:gd name="connsiteX19" fmla="*/ 1674339 w 2231231"/>
              <a:gd name="connsiteY19" fmla="*/ 4832709 h 4833612"/>
              <a:gd name="connsiteX20" fmla="*/ 227153 w 2231231"/>
              <a:gd name="connsiteY20" fmla="*/ 4832709 h 4833612"/>
              <a:gd name="connsiteX21" fmla="*/ 51293 w 2231231"/>
              <a:gd name="connsiteY21" fmla="*/ 4766761 h 4833612"/>
              <a:gd name="connsiteX22" fmla="*/ 0 w 2231231"/>
              <a:gd name="connsiteY22" fmla="*/ 4612883 h 4833612"/>
              <a:gd name="connsiteX23" fmla="*/ 0 w 2231231"/>
              <a:gd name="connsiteY23" fmla="*/ 209041 h 4833612"/>
              <a:gd name="connsiteX24" fmla="*/ 65948 w 2231231"/>
              <a:gd name="connsiteY24" fmla="*/ 58827 h 4833612"/>
              <a:gd name="connsiteX25" fmla="*/ 219387 w 2231231"/>
              <a:gd name="connsiteY25" fmla="*/ 40 h 48336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2231231" h="4833612" fill="norm" stroke="1" extrusionOk="0">
                <a:moveTo>
                  <a:pt x="219387" y="40"/>
                </a:moveTo>
                <a:cubicBezTo>
                  <a:pt x="222044" y="100"/>
                  <a:pt x="223489" y="207"/>
                  <a:pt x="223489" y="207"/>
                </a:cubicBezTo>
                <a:lnTo>
                  <a:pt x="520254" y="207"/>
                </a:lnTo>
                <a:cubicBezTo>
                  <a:pt x="520254" y="207"/>
                  <a:pt x="532925" y="-1777"/>
                  <a:pt x="545900" y="11198"/>
                </a:cubicBezTo>
                <a:cubicBezTo>
                  <a:pt x="553228" y="18526"/>
                  <a:pt x="553228" y="29517"/>
                  <a:pt x="553228" y="29517"/>
                </a:cubicBezTo>
                <a:lnTo>
                  <a:pt x="553228" y="58827"/>
                </a:lnTo>
                <a:cubicBezTo>
                  <a:pt x="553228" y="58827"/>
                  <a:pt x="559487" y="102029"/>
                  <a:pt x="589866" y="128439"/>
                </a:cubicBezTo>
                <a:cubicBezTo>
                  <a:pt x="625893" y="159733"/>
                  <a:pt x="659477" y="161412"/>
                  <a:pt x="659477" y="161412"/>
                </a:cubicBezTo>
                <a:lnTo>
                  <a:pt x="1571754" y="161412"/>
                </a:lnTo>
                <a:cubicBezTo>
                  <a:pt x="1571754" y="161412"/>
                  <a:pt x="1610071" y="156069"/>
                  <a:pt x="1637702" y="121111"/>
                </a:cubicBezTo>
                <a:cubicBezTo>
                  <a:pt x="1668691" y="82031"/>
                  <a:pt x="1667012" y="25853"/>
                  <a:pt x="1667012" y="25853"/>
                </a:cubicBezTo>
                <a:cubicBezTo>
                  <a:pt x="1667012" y="25853"/>
                  <a:pt x="1670523" y="14251"/>
                  <a:pt x="1678003" y="7534"/>
                </a:cubicBezTo>
                <a:cubicBezTo>
                  <a:pt x="1687315" y="-710"/>
                  <a:pt x="1699986" y="207"/>
                  <a:pt x="1699986" y="207"/>
                </a:cubicBezTo>
                <a:lnTo>
                  <a:pt x="1985759" y="207"/>
                </a:lnTo>
                <a:cubicBezTo>
                  <a:pt x="1985759" y="207"/>
                  <a:pt x="2103458" y="-1014"/>
                  <a:pt x="2168947" y="69818"/>
                </a:cubicBezTo>
                <a:cubicBezTo>
                  <a:pt x="2231231" y="137292"/>
                  <a:pt x="2231231" y="227360"/>
                  <a:pt x="2231231" y="227360"/>
                </a:cubicBezTo>
                <a:lnTo>
                  <a:pt x="2231231" y="4612883"/>
                </a:lnTo>
                <a:cubicBezTo>
                  <a:pt x="2231231" y="4612883"/>
                  <a:pt x="2228484" y="4699286"/>
                  <a:pt x="2183602" y="4759434"/>
                </a:cubicBezTo>
                <a:cubicBezTo>
                  <a:pt x="2128341" y="4833472"/>
                  <a:pt x="2044379" y="4832709"/>
                  <a:pt x="2044379" y="4832709"/>
                </a:cubicBezTo>
                <a:lnTo>
                  <a:pt x="1674339" y="4832709"/>
                </a:lnTo>
                <a:lnTo>
                  <a:pt x="227153" y="4832709"/>
                </a:lnTo>
                <a:cubicBezTo>
                  <a:pt x="227153" y="4832709"/>
                  <a:pt x="125789" y="4846449"/>
                  <a:pt x="51293" y="4766761"/>
                </a:cubicBezTo>
                <a:cubicBezTo>
                  <a:pt x="3359" y="4715469"/>
                  <a:pt x="0" y="4612883"/>
                  <a:pt x="0" y="4612883"/>
                </a:cubicBezTo>
                <a:lnTo>
                  <a:pt x="0" y="209041"/>
                </a:lnTo>
                <a:cubicBezTo>
                  <a:pt x="0" y="209041"/>
                  <a:pt x="4581" y="120653"/>
                  <a:pt x="65948" y="58827"/>
                </a:cubicBezTo>
                <a:cubicBezTo>
                  <a:pt x="122851" y="1524"/>
                  <a:pt x="200791" y="-380"/>
                  <a:pt x="219387" y="4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 bIns="720000" anchor="ctr">
            <a:noAutofit/>
          </a:bodyPr>
          <a:lstStyle>
            <a:lvl1pPr marL="0" indent="0" algn="ctr">
              <a:buNone/>
              <a:defRPr sz="1000" b="1">
                <a:solidFill>
                  <a:schemeClr val="tx2"/>
                </a:solidFill>
              </a:defRPr>
            </a:lvl1pPr>
          </a:lstStyle>
          <a:p>
            <a:pPr>
              <a:defRPr/>
            </a:pPr>
            <a:r>
              <a:rPr lang="de-DE"/>
              <a:t> Picture</a:t>
            </a:r>
            <a:endParaRPr/>
          </a:p>
        </p:txBody>
      </p:sp>
      <p:grpSp>
        <p:nvGrpSpPr>
          <p:cNvPr id="207592398" name="Gruppieren 14"/>
          <p:cNvGrpSpPr/>
          <p:nvPr userDrawn="1"/>
        </p:nvGrpSpPr>
        <p:grpSpPr bwMode="black">
          <a:xfrm>
            <a:off x="10982324" y="627063"/>
            <a:ext cx="951157" cy="379427"/>
            <a:chOff x="-64593788" y="4924426"/>
            <a:chExt cx="63238063" cy="25223786"/>
          </a:xfrm>
          <a:solidFill>
            <a:schemeClr val="accent1"/>
          </a:solidFill>
        </p:grpSpPr>
        <p:sp>
          <p:nvSpPr>
            <p:cNvPr id="4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" name="Rectangle 5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8" name="Rectangle 7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1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7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8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9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0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1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6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7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8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9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0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1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2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3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6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7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8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0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1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2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3_Closing slide_image">
    <p:bg>
      <p:bgPr shadeToTitle="0"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0940792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1915575959" name="Titel 1"/>
          <p:cNvSpPr>
            <a:spLocks noGrp="1"/>
          </p:cNvSpPr>
          <p:nvPr>
            <p:ph type="title" hasCustomPrompt="1"/>
          </p:nvPr>
        </p:nvSpPr>
        <p:spPr bwMode="auto">
          <a:xfrm>
            <a:off x="407988" y="404813"/>
            <a:ext cx="10050812" cy="369332"/>
          </a:xfrm>
        </p:spPr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493267810" name="Inhaltsplatzhalter 2"/>
          <p:cNvSpPr>
            <a:spLocks noGrp="1"/>
          </p:cNvSpPr>
          <p:nvPr>
            <p:ph idx="16" hasCustomPrompt="1"/>
          </p:nvPr>
        </p:nvSpPr>
        <p:spPr bwMode="auto">
          <a:xfrm>
            <a:off x="407987" y="1484312"/>
            <a:ext cx="3600451" cy="4897437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</p:txBody>
      </p:sp>
      <p:sp>
        <p:nvSpPr>
          <p:cNvPr id="491720624" name="Textfeld 58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bg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1679249279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7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4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5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6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7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8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9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0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1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2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3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4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5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6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7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0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3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4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5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  <p:sp>
        <p:nvSpPr>
          <p:cNvPr id="1340926115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390E1999-4726-4600-8B88-4A7F5C00CB35}" type="datetime1">
              <a:rPr lang="de-DE"/>
              <a:t>26.01.2026</a:t>
            </a:fld>
            <a:endParaRPr lang="en-CA"/>
          </a:p>
        </p:txBody>
      </p:sp>
      <p:sp>
        <p:nvSpPr>
          <p:cNvPr id="957111487" name="Foliennummernplatzhalter 5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pic>
        <p:nvPicPr>
          <p:cNvPr id="259306605" name="Grafik 15"/>
          <p:cNvPicPr>
            <a:picLocks noChangeAspect="1"/>
          </p:cNvPicPr>
          <p:nvPr userDrawn="1"/>
        </p:nvPicPr>
        <p:blipFill rotWithShape="1">
          <a:blip r:embed="rId2"/>
          <a:stretch/>
        </p:blipFill>
        <p:spPr bwMode="auto">
          <a:xfrm>
            <a:off x="5934692" y="1371870"/>
            <a:ext cx="5776048" cy="5204824"/>
          </a:xfrm>
          <a:prstGeom prst="rect">
            <a:avLst/>
          </a:prstGeom>
        </p:spPr>
      </p:pic>
      <p:sp>
        <p:nvSpPr>
          <p:cNvPr id="1894558831" name="Picture Placeholder 24"/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6127869" y="1569050"/>
            <a:ext cx="5389694" cy="3031703"/>
          </a:xfrm>
          <a:custGeom>
            <a:avLst/>
            <a:gdLst>
              <a:gd name="connsiteX0" fmla="*/ 0 w 5389694"/>
              <a:gd name="connsiteY0" fmla="*/ 0 h 3031703"/>
              <a:gd name="connsiteX1" fmla="*/ 5389694 w 5389694"/>
              <a:gd name="connsiteY1" fmla="*/ 0 h 3031703"/>
              <a:gd name="connsiteX2" fmla="*/ 5389694 w 5389694"/>
              <a:gd name="connsiteY2" fmla="*/ 3031703 h 3031703"/>
              <a:gd name="connsiteX3" fmla="*/ 1352550 w 5389694"/>
              <a:gd name="connsiteY3" fmla="*/ 3031703 h 3031703"/>
              <a:gd name="connsiteX4" fmla="*/ 303411 w 5389694"/>
              <a:gd name="connsiteY4" fmla="*/ 3031703 h 3031703"/>
              <a:gd name="connsiteX5" fmla="*/ 303411 w 5389694"/>
              <a:gd name="connsiteY5" fmla="*/ 2452577 h 3031703"/>
              <a:gd name="connsiteX6" fmla="*/ 305990 w 5389694"/>
              <a:gd name="connsiteY6" fmla="*/ 2452577 h 3031703"/>
              <a:gd name="connsiteX7" fmla="*/ 313728 w 5389694"/>
              <a:gd name="connsiteY7" fmla="*/ 2447419 h 3031703"/>
              <a:gd name="connsiteX8" fmla="*/ 313728 w 5389694"/>
              <a:gd name="connsiteY8" fmla="*/ 2073418 h 3031703"/>
              <a:gd name="connsiteX9" fmla="*/ 305990 w 5389694"/>
              <a:gd name="connsiteY9" fmla="*/ 2068259 h 3031703"/>
              <a:gd name="connsiteX10" fmla="*/ 303411 w 5389694"/>
              <a:gd name="connsiteY10" fmla="*/ 2068259 h 3031703"/>
              <a:gd name="connsiteX11" fmla="*/ 303411 w 5389694"/>
              <a:gd name="connsiteY11" fmla="*/ 1511128 h 3031703"/>
              <a:gd name="connsiteX12" fmla="*/ 226032 w 5389694"/>
              <a:gd name="connsiteY12" fmla="*/ 1315100 h 3031703"/>
              <a:gd name="connsiteX13" fmla="*/ 37742 w 5389694"/>
              <a:gd name="connsiteY13" fmla="*/ 1245458 h 3031703"/>
              <a:gd name="connsiteX14" fmla="*/ 0 w 5389694"/>
              <a:gd name="connsiteY14" fmla="*/ 1245458 h 3031703"/>
              <a:gd name="connsiteX15" fmla="*/ 0 w 5389694"/>
              <a:gd name="connsiteY15" fmla="*/ 1056853 h 30317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5389694" h="3031703" fill="norm" stroke="1" extrusionOk="0">
                <a:moveTo>
                  <a:pt x="0" y="0"/>
                </a:moveTo>
                <a:lnTo>
                  <a:pt x="5389694" y="0"/>
                </a:lnTo>
                <a:lnTo>
                  <a:pt x="5389694" y="3031703"/>
                </a:lnTo>
                <a:lnTo>
                  <a:pt x="1352550" y="3031703"/>
                </a:lnTo>
                <a:lnTo>
                  <a:pt x="303411" y="3031703"/>
                </a:lnTo>
                <a:lnTo>
                  <a:pt x="303411" y="2452577"/>
                </a:lnTo>
                <a:lnTo>
                  <a:pt x="305990" y="2452577"/>
                </a:lnTo>
                <a:lnTo>
                  <a:pt x="313728" y="2447419"/>
                </a:lnTo>
                <a:lnTo>
                  <a:pt x="313728" y="2073418"/>
                </a:lnTo>
                <a:lnTo>
                  <a:pt x="305990" y="2068259"/>
                </a:lnTo>
                <a:lnTo>
                  <a:pt x="303411" y="2068259"/>
                </a:lnTo>
                <a:lnTo>
                  <a:pt x="303411" y="1511128"/>
                </a:lnTo>
                <a:cubicBezTo>
                  <a:pt x="303411" y="1511128"/>
                  <a:pt x="302336" y="1385924"/>
                  <a:pt x="226032" y="1315100"/>
                </a:cubicBezTo>
                <a:cubicBezTo>
                  <a:pt x="150909" y="1245351"/>
                  <a:pt x="37742" y="1245458"/>
                  <a:pt x="37742" y="1245458"/>
                </a:cubicBezTo>
                <a:lnTo>
                  <a:pt x="0" y="1245458"/>
                </a:lnTo>
                <a:lnTo>
                  <a:pt x="0" y="1056853"/>
                </a:lnTo>
                <a:close/>
              </a:path>
            </a:pathLst>
          </a:custGeom>
          <a:solidFill>
            <a:schemeClr val="bg1"/>
          </a:solidFill>
        </p:spPr>
        <p:txBody>
          <a:bodyPr wrap="square" bIns="720000" anchor="ctr">
            <a:noAutofit/>
          </a:bodyPr>
          <a:lstStyle>
            <a:lvl1pPr marL="0" indent="0" algn="ctr">
              <a:buNone/>
              <a:defRPr sz="1000" b="1">
                <a:solidFill>
                  <a:schemeClr val="tx2"/>
                </a:solidFill>
              </a:defRPr>
            </a:lvl1pPr>
          </a:lstStyle>
          <a:p>
            <a:pPr>
              <a:defRPr/>
            </a:pPr>
            <a:r>
              <a:rPr lang="de-DE"/>
              <a:t>Picture </a:t>
            </a:r>
            <a:endParaRPr/>
          </a:p>
        </p:txBody>
      </p:sp>
      <p:pic>
        <p:nvPicPr>
          <p:cNvPr id="1465054888" name="Picture 23"/>
          <p:cNvPicPr>
            <a:picLocks noChangeAspect="1"/>
          </p:cNvPicPr>
          <p:nvPr userDrawn="1"/>
        </p:nvPicPr>
        <p:blipFill rotWithShape="1">
          <a:blip r:embed="rId3"/>
          <a:stretch/>
        </p:blipFill>
        <p:spPr bwMode="auto">
          <a:xfrm>
            <a:off x="4251759" y="2754636"/>
            <a:ext cx="2620583" cy="4124324"/>
          </a:xfrm>
          <a:prstGeom prst="rect">
            <a:avLst/>
          </a:prstGeom>
        </p:spPr>
      </p:pic>
      <p:sp>
        <p:nvSpPr>
          <p:cNvPr id="883332720" name="Picture Placeholder 14"/>
          <p:cNvSpPr>
            <a:spLocks noGrp="1"/>
          </p:cNvSpPr>
          <p:nvPr>
            <p:ph type="pic" sz="quarter" idx="17" hasCustomPrompt="1"/>
          </p:nvPr>
        </p:nvSpPr>
        <p:spPr bwMode="gray">
          <a:xfrm>
            <a:off x="4760119" y="2900918"/>
            <a:ext cx="1578769" cy="3404161"/>
          </a:xfrm>
          <a:custGeom>
            <a:avLst/>
            <a:gdLst>
              <a:gd name="connsiteX0" fmla="*/ 219387 w 2231231"/>
              <a:gd name="connsiteY0" fmla="*/ 40 h 4833612"/>
              <a:gd name="connsiteX1" fmla="*/ 223489 w 2231231"/>
              <a:gd name="connsiteY1" fmla="*/ 207 h 4833612"/>
              <a:gd name="connsiteX2" fmla="*/ 520254 w 2231231"/>
              <a:gd name="connsiteY2" fmla="*/ 207 h 4833612"/>
              <a:gd name="connsiteX3" fmla="*/ 545900 w 2231231"/>
              <a:gd name="connsiteY3" fmla="*/ 11198 h 4833612"/>
              <a:gd name="connsiteX4" fmla="*/ 553228 w 2231231"/>
              <a:gd name="connsiteY4" fmla="*/ 29517 h 4833612"/>
              <a:gd name="connsiteX5" fmla="*/ 553228 w 2231231"/>
              <a:gd name="connsiteY5" fmla="*/ 58827 h 4833612"/>
              <a:gd name="connsiteX6" fmla="*/ 589866 w 2231231"/>
              <a:gd name="connsiteY6" fmla="*/ 128439 h 4833612"/>
              <a:gd name="connsiteX7" fmla="*/ 659477 w 2231231"/>
              <a:gd name="connsiteY7" fmla="*/ 161412 h 4833612"/>
              <a:gd name="connsiteX8" fmla="*/ 1571754 w 2231231"/>
              <a:gd name="connsiteY8" fmla="*/ 161412 h 4833612"/>
              <a:gd name="connsiteX9" fmla="*/ 1637702 w 2231231"/>
              <a:gd name="connsiteY9" fmla="*/ 121111 h 4833612"/>
              <a:gd name="connsiteX10" fmla="*/ 1667012 w 2231231"/>
              <a:gd name="connsiteY10" fmla="*/ 25853 h 4833612"/>
              <a:gd name="connsiteX11" fmla="*/ 1678003 w 2231231"/>
              <a:gd name="connsiteY11" fmla="*/ 7534 h 4833612"/>
              <a:gd name="connsiteX12" fmla="*/ 1699986 w 2231231"/>
              <a:gd name="connsiteY12" fmla="*/ 207 h 4833612"/>
              <a:gd name="connsiteX13" fmla="*/ 1985759 w 2231231"/>
              <a:gd name="connsiteY13" fmla="*/ 207 h 4833612"/>
              <a:gd name="connsiteX14" fmla="*/ 2168947 w 2231231"/>
              <a:gd name="connsiteY14" fmla="*/ 69818 h 4833612"/>
              <a:gd name="connsiteX15" fmla="*/ 2231231 w 2231231"/>
              <a:gd name="connsiteY15" fmla="*/ 227360 h 4833612"/>
              <a:gd name="connsiteX16" fmla="*/ 2231231 w 2231231"/>
              <a:gd name="connsiteY16" fmla="*/ 4612883 h 4833612"/>
              <a:gd name="connsiteX17" fmla="*/ 2183602 w 2231231"/>
              <a:gd name="connsiteY17" fmla="*/ 4759434 h 4833612"/>
              <a:gd name="connsiteX18" fmla="*/ 2044379 w 2231231"/>
              <a:gd name="connsiteY18" fmla="*/ 4832709 h 4833612"/>
              <a:gd name="connsiteX19" fmla="*/ 1674339 w 2231231"/>
              <a:gd name="connsiteY19" fmla="*/ 4832709 h 4833612"/>
              <a:gd name="connsiteX20" fmla="*/ 227153 w 2231231"/>
              <a:gd name="connsiteY20" fmla="*/ 4832709 h 4833612"/>
              <a:gd name="connsiteX21" fmla="*/ 51293 w 2231231"/>
              <a:gd name="connsiteY21" fmla="*/ 4766761 h 4833612"/>
              <a:gd name="connsiteX22" fmla="*/ 0 w 2231231"/>
              <a:gd name="connsiteY22" fmla="*/ 4612883 h 4833612"/>
              <a:gd name="connsiteX23" fmla="*/ 0 w 2231231"/>
              <a:gd name="connsiteY23" fmla="*/ 209041 h 4833612"/>
              <a:gd name="connsiteX24" fmla="*/ 65948 w 2231231"/>
              <a:gd name="connsiteY24" fmla="*/ 58827 h 4833612"/>
              <a:gd name="connsiteX25" fmla="*/ 219387 w 2231231"/>
              <a:gd name="connsiteY25" fmla="*/ 40 h 48336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2231231" h="4833612" fill="norm" stroke="1" extrusionOk="0">
                <a:moveTo>
                  <a:pt x="219387" y="40"/>
                </a:moveTo>
                <a:cubicBezTo>
                  <a:pt x="222044" y="100"/>
                  <a:pt x="223489" y="207"/>
                  <a:pt x="223489" y="207"/>
                </a:cubicBezTo>
                <a:lnTo>
                  <a:pt x="520254" y="207"/>
                </a:lnTo>
                <a:cubicBezTo>
                  <a:pt x="520254" y="207"/>
                  <a:pt x="532925" y="-1777"/>
                  <a:pt x="545900" y="11198"/>
                </a:cubicBezTo>
                <a:cubicBezTo>
                  <a:pt x="553228" y="18526"/>
                  <a:pt x="553228" y="29517"/>
                  <a:pt x="553228" y="29517"/>
                </a:cubicBezTo>
                <a:lnTo>
                  <a:pt x="553228" y="58827"/>
                </a:lnTo>
                <a:cubicBezTo>
                  <a:pt x="553228" y="58827"/>
                  <a:pt x="559487" y="102029"/>
                  <a:pt x="589866" y="128439"/>
                </a:cubicBezTo>
                <a:cubicBezTo>
                  <a:pt x="625893" y="159733"/>
                  <a:pt x="659477" y="161412"/>
                  <a:pt x="659477" y="161412"/>
                </a:cubicBezTo>
                <a:lnTo>
                  <a:pt x="1571754" y="161412"/>
                </a:lnTo>
                <a:cubicBezTo>
                  <a:pt x="1571754" y="161412"/>
                  <a:pt x="1610071" y="156069"/>
                  <a:pt x="1637702" y="121111"/>
                </a:cubicBezTo>
                <a:cubicBezTo>
                  <a:pt x="1668691" y="82031"/>
                  <a:pt x="1667012" y="25853"/>
                  <a:pt x="1667012" y="25853"/>
                </a:cubicBezTo>
                <a:cubicBezTo>
                  <a:pt x="1667012" y="25853"/>
                  <a:pt x="1670523" y="14251"/>
                  <a:pt x="1678003" y="7534"/>
                </a:cubicBezTo>
                <a:cubicBezTo>
                  <a:pt x="1687315" y="-710"/>
                  <a:pt x="1699986" y="207"/>
                  <a:pt x="1699986" y="207"/>
                </a:cubicBezTo>
                <a:lnTo>
                  <a:pt x="1985759" y="207"/>
                </a:lnTo>
                <a:cubicBezTo>
                  <a:pt x="1985759" y="207"/>
                  <a:pt x="2103458" y="-1014"/>
                  <a:pt x="2168947" y="69818"/>
                </a:cubicBezTo>
                <a:cubicBezTo>
                  <a:pt x="2231231" y="137292"/>
                  <a:pt x="2231231" y="227360"/>
                  <a:pt x="2231231" y="227360"/>
                </a:cubicBezTo>
                <a:lnTo>
                  <a:pt x="2231231" y="4612883"/>
                </a:lnTo>
                <a:cubicBezTo>
                  <a:pt x="2231231" y="4612883"/>
                  <a:pt x="2228484" y="4699286"/>
                  <a:pt x="2183602" y="4759434"/>
                </a:cubicBezTo>
                <a:cubicBezTo>
                  <a:pt x="2128341" y="4833472"/>
                  <a:pt x="2044379" y="4832709"/>
                  <a:pt x="2044379" y="4832709"/>
                </a:cubicBezTo>
                <a:lnTo>
                  <a:pt x="1674339" y="4832709"/>
                </a:lnTo>
                <a:lnTo>
                  <a:pt x="227153" y="4832709"/>
                </a:lnTo>
                <a:cubicBezTo>
                  <a:pt x="227153" y="4832709"/>
                  <a:pt x="125789" y="4846449"/>
                  <a:pt x="51293" y="4766761"/>
                </a:cubicBezTo>
                <a:cubicBezTo>
                  <a:pt x="3359" y="4715469"/>
                  <a:pt x="0" y="4612883"/>
                  <a:pt x="0" y="4612883"/>
                </a:cubicBezTo>
                <a:lnTo>
                  <a:pt x="0" y="209041"/>
                </a:lnTo>
                <a:cubicBezTo>
                  <a:pt x="0" y="209041"/>
                  <a:pt x="4581" y="120653"/>
                  <a:pt x="65948" y="58827"/>
                </a:cubicBezTo>
                <a:cubicBezTo>
                  <a:pt x="122851" y="1524"/>
                  <a:pt x="200791" y="-380"/>
                  <a:pt x="219387" y="4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 bIns="720000" anchor="ctr">
            <a:noAutofit/>
          </a:bodyPr>
          <a:lstStyle>
            <a:lvl1pPr marL="0" indent="0" algn="ctr">
              <a:buNone/>
              <a:defRPr sz="1000" b="1">
                <a:solidFill>
                  <a:schemeClr val="tx2"/>
                </a:solidFill>
              </a:defRPr>
            </a:lvl1pPr>
          </a:lstStyle>
          <a:p>
            <a:pPr>
              <a:defRPr/>
            </a:pPr>
            <a:r>
              <a:rPr lang="de-DE"/>
              <a:t> Picture </a:t>
            </a:r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2_Closing slide_image">
    <p:bg>
      <p:bgPr shadeToTitle="0"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74715430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962094384" name="Titel 1"/>
          <p:cNvSpPr>
            <a:spLocks noGrp="1"/>
          </p:cNvSpPr>
          <p:nvPr>
            <p:ph type="title" hasCustomPrompt="1"/>
          </p:nvPr>
        </p:nvSpPr>
        <p:spPr bwMode="auto">
          <a:xfrm>
            <a:off x="407988" y="404813"/>
            <a:ext cx="10050812" cy="369332"/>
          </a:xfrm>
        </p:spPr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1919279379" name="Picture Placeholder 19"/>
          <p:cNvSpPr>
            <a:spLocks noGrp="1"/>
          </p:cNvSpPr>
          <p:nvPr>
            <p:ph type="pic" sz="quarter" idx="14"/>
          </p:nvPr>
        </p:nvSpPr>
        <p:spPr bwMode="auto">
          <a:xfrm>
            <a:off x="2713389" y="1679108"/>
            <a:ext cx="6786211" cy="4227657"/>
          </a:xfrm>
          <a:prstGeom prst="roundRect">
            <a:avLst>
              <a:gd name="adj" fmla="val 1712"/>
            </a:avLst>
          </a:prstGeo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>
              <a:defRPr/>
            </a:pPr>
            <a:endParaRPr lang="en-CA"/>
          </a:p>
        </p:txBody>
      </p:sp>
      <p:sp>
        <p:nvSpPr>
          <p:cNvPr id="444446654" name="Textfeld 58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bg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469534184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7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4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5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6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7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8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9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0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1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2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3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4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5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6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7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0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3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4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5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  <p:sp>
        <p:nvSpPr>
          <p:cNvPr id="477041104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390E1999-4726-4600-8B88-4A7F5C00CB35}" type="datetime1">
              <a:rPr lang="de-DE"/>
              <a:t>26.01.2026</a:t>
            </a:fld>
            <a:endParaRPr lang="en-CA"/>
          </a:p>
        </p:txBody>
      </p:sp>
      <p:sp>
        <p:nvSpPr>
          <p:cNvPr id="218143243" name="Foliennummernplatzhalter 5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pic>
        <p:nvPicPr>
          <p:cNvPr id="696354665" name="Grafik 10"/>
          <p:cNvPicPr>
            <a:picLocks noChangeAspect="1"/>
          </p:cNvPicPr>
          <p:nvPr userDrawn="1"/>
        </p:nvPicPr>
        <p:blipFill rotWithShape="1">
          <a:blip r:embed="rId2"/>
          <a:stretch/>
        </p:blipFill>
        <p:spPr bwMode="auto">
          <a:xfrm>
            <a:off x="1217436" y="951235"/>
            <a:ext cx="9757128" cy="560059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9_Closing slide_image">
    <p:bg>
      <p:bgPr shadeToTitle="0">
        <a:solidFill>
          <a:schemeClr val="bg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6158314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>
                <a:solidFill>
                  <a:schemeClr val="tx1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859929620" name="Titel 1"/>
          <p:cNvSpPr>
            <a:spLocks noGrp="1"/>
          </p:cNvSpPr>
          <p:nvPr>
            <p:ph type="title" hasCustomPrompt="1"/>
          </p:nvPr>
        </p:nvSpPr>
        <p:spPr bwMode="auto">
          <a:xfrm>
            <a:off x="407988" y="404813"/>
            <a:ext cx="10050812" cy="369332"/>
          </a:xfrm>
        </p:spPr>
        <p:txBody>
          <a:bodyPr vert="horz"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655289831" name="Picture Placeholder 19"/>
          <p:cNvSpPr>
            <a:spLocks noGrp="1"/>
          </p:cNvSpPr>
          <p:nvPr>
            <p:ph type="pic" sz="quarter" idx="14"/>
          </p:nvPr>
        </p:nvSpPr>
        <p:spPr bwMode="auto">
          <a:xfrm>
            <a:off x="2713389" y="1679108"/>
            <a:ext cx="6786211" cy="4227657"/>
          </a:xfrm>
          <a:prstGeom prst="roundRect">
            <a:avLst>
              <a:gd name="adj" fmla="val 1712"/>
            </a:avLst>
          </a:prstGeo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>
              <a:defRPr/>
            </a:pPr>
            <a:endParaRPr lang="en-CA"/>
          </a:p>
        </p:txBody>
      </p:sp>
      <p:sp>
        <p:nvSpPr>
          <p:cNvPr id="1727293884" name="Textfeld 58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tx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tx1"/>
              </a:solidFill>
            </a:endParaRPr>
          </a:p>
        </p:txBody>
      </p:sp>
      <p:sp>
        <p:nvSpPr>
          <p:cNvPr id="1324349276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390E1999-4726-4600-8B88-4A7F5C00CB35}" type="datetime1">
              <a:rPr lang="de-DE"/>
              <a:t>26.01.2026</a:t>
            </a:fld>
            <a:endParaRPr lang="en-CA"/>
          </a:p>
        </p:txBody>
      </p:sp>
      <p:sp>
        <p:nvSpPr>
          <p:cNvPr id="680650594" name="Foliennummernplatzhalter 5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pic>
        <p:nvPicPr>
          <p:cNvPr id="1054625838" name="Grafik 10"/>
          <p:cNvPicPr>
            <a:picLocks noChangeAspect="1"/>
          </p:cNvPicPr>
          <p:nvPr userDrawn="1"/>
        </p:nvPicPr>
        <p:blipFill rotWithShape="1">
          <a:blip r:embed="rId2"/>
          <a:stretch/>
        </p:blipFill>
        <p:spPr bwMode="auto">
          <a:xfrm>
            <a:off x="1217436" y="951235"/>
            <a:ext cx="9757128" cy="5600592"/>
          </a:xfrm>
          <a:prstGeom prst="rect">
            <a:avLst/>
          </a:prstGeom>
        </p:spPr>
      </p:pic>
      <p:grpSp>
        <p:nvGrpSpPr>
          <p:cNvPr id="323509002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accent1"/>
          </a:solidFill>
        </p:grpSpPr>
        <p:sp>
          <p:nvSpPr>
            <p:cNvPr id="11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6" name="Rectangle 15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7" name="Rectangle 16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8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9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0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1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2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3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4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5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6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7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8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9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0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1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2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3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6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7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8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0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10_Closing slide_image">
    <p:bg>
      <p:bgPr shadeToTitle="0">
        <a:solidFill>
          <a:schemeClr val="bg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8048798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>
                <a:solidFill>
                  <a:schemeClr val="tx1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295547128" name="Titel 1"/>
          <p:cNvSpPr>
            <a:spLocks noGrp="1"/>
          </p:cNvSpPr>
          <p:nvPr>
            <p:ph type="title" hasCustomPrompt="1"/>
          </p:nvPr>
        </p:nvSpPr>
        <p:spPr bwMode="auto">
          <a:xfrm>
            <a:off x="407988" y="404813"/>
            <a:ext cx="10050812" cy="369332"/>
          </a:xfrm>
        </p:spPr>
        <p:txBody>
          <a:bodyPr vert="horz"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2045181281" name="Textplatzhalter 52"/>
          <p:cNvSpPr>
            <a:spLocks noGrp="1"/>
          </p:cNvSpPr>
          <p:nvPr>
            <p:ph type="body" sz="quarter" idx="23" hasCustomPrompt="1"/>
          </p:nvPr>
        </p:nvSpPr>
        <p:spPr bwMode="auto">
          <a:xfrm>
            <a:off x="414341" y="1478883"/>
            <a:ext cx="1452558" cy="448468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>
            <a:solidFill>
              <a:schemeClr val="tx1"/>
            </a:solidFill>
          </a:ln>
        </p:spPr>
        <p:txBody>
          <a:bodyPr wrap="none" lIns="72000" tIns="36000" rIns="72000" bIns="36000" anchor="ctr">
            <a:spAutoFit/>
          </a:bodyPr>
          <a:lstStyle>
            <a:lvl1pPr marL="0" indent="0" algn="l">
              <a:buNone/>
              <a:defRPr sz="1600" cap="none">
                <a:solidFill>
                  <a:schemeClr val="tx1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en-CA"/>
              <a:t>Lorem Ipsum</a:t>
            </a:r>
            <a:endParaRPr/>
          </a:p>
        </p:txBody>
      </p:sp>
      <p:sp>
        <p:nvSpPr>
          <p:cNvPr id="1153179823" name="Inhaltsplatzhalter 2"/>
          <p:cNvSpPr>
            <a:spLocks noGrp="1"/>
          </p:cNvSpPr>
          <p:nvPr>
            <p:ph idx="15" hasCustomPrompt="1"/>
          </p:nvPr>
        </p:nvSpPr>
        <p:spPr bwMode="auto">
          <a:xfrm>
            <a:off x="407988" y="2103683"/>
            <a:ext cx="2820988" cy="4278067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</p:txBody>
      </p:sp>
      <p:sp>
        <p:nvSpPr>
          <p:cNvPr id="1918544343" name="Textfeld 58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tx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tx1"/>
              </a:solidFill>
            </a:endParaRPr>
          </a:p>
        </p:txBody>
      </p:sp>
      <p:sp>
        <p:nvSpPr>
          <p:cNvPr id="346700250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390E1999-4726-4600-8B88-4A7F5C00CB35}" type="datetime1">
              <a:rPr lang="de-DE"/>
              <a:t>26.01.2026</a:t>
            </a:fld>
            <a:endParaRPr lang="en-CA"/>
          </a:p>
        </p:txBody>
      </p:sp>
      <p:sp>
        <p:nvSpPr>
          <p:cNvPr id="778030561" name="Foliennummernplatzhalter 5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pic>
        <p:nvPicPr>
          <p:cNvPr id="1899504712" name="Grafik 10"/>
          <p:cNvPicPr>
            <a:picLocks noChangeAspect="1"/>
          </p:cNvPicPr>
          <p:nvPr userDrawn="1"/>
        </p:nvPicPr>
        <p:blipFill rotWithShape="1">
          <a:blip r:embed="rId2"/>
          <a:stretch/>
        </p:blipFill>
        <p:spPr bwMode="auto">
          <a:xfrm>
            <a:off x="2789061" y="951235"/>
            <a:ext cx="9757128" cy="5600592"/>
          </a:xfrm>
          <a:prstGeom prst="rect">
            <a:avLst/>
          </a:prstGeom>
        </p:spPr>
      </p:pic>
      <p:sp>
        <p:nvSpPr>
          <p:cNvPr id="350543277" name="Picture Placeholder 19"/>
          <p:cNvSpPr>
            <a:spLocks noGrp="1"/>
          </p:cNvSpPr>
          <p:nvPr>
            <p:ph type="pic" sz="quarter" idx="14"/>
          </p:nvPr>
        </p:nvSpPr>
        <p:spPr bwMode="auto">
          <a:xfrm>
            <a:off x="4285014" y="1679108"/>
            <a:ext cx="6786211" cy="4227657"/>
          </a:xfrm>
          <a:prstGeom prst="roundRect">
            <a:avLst>
              <a:gd name="adj" fmla="val 1712"/>
            </a:avLst>
          </a:prstGeo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>
              <a:defRPr/>
            </a:pPr>
            <a:endParaRPr lang="en-CA"/>
          </a:p>
        </p:txBody>
      </p:sp>
      <p:grpSp>
        <p:nvGrpSpPr>
          <p:cNvPr id="123652764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accent1"/>
          </a:solidFill>
        </p:grpSpPr>
        <p:sp>
          <p:nvSpPr>
            <p:cNvPr id="17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8" name="Rectangle 17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9" name="Rectangle 18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0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1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2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3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4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5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6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7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8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9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0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1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2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3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6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7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8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0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1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2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5_Closing slide_image">
    <p:bg>
      <p:bgPr shadeToTitle="0"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20038810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1026661986" name="Titel 1"/>
          <p:cNvSpPr>
            <a:spLocks noGrp="1"/>
          </p:cNvSpPr>
          <p:nvPr>
            <p:ph type="title" hasCustomPrompt="1"/>
          </p:nvPr>
        </p:nvSpPr>
        <p:spPr bwMode="auto">
          <a:xfrm>
            <a:off x="407988" y="404813"/>
            <a:ext cx="10050812" cy="369332"/>
          </a:xfrm>
        </p:spPr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216268829" name="Textplatzhalter 52"/>
          <p:cNvSpPr>
            <a:spLocks noGrp="1"/>
          </p:cNvSpPr>
          <p:nvPr>
            <p:ph type="body" sz="quarter" idx="23" hasCustomPrompt="1"/>
          </p:nvPr>
        </p:nvSpPr>
        <p:spPr bwMode="auto">
          <a:xfrm>
            <a:off x="414341" y="1478883"/>
            <a:ext cx="1452558" cy="448468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>
            <a:noFill/>
          </a:ln>
        </p:spPr>
        <p:txBody>
          <a:bodyPr wrap="none" lIns="72000" tIns="36000" rIns="72000" bIns="36000" anchor="ctr">
            <a:spAutoFit/>
          </a:bodyPr>
          <a:lstStyle>
            <a:lvl1pPr marL="0" indent="0" algn="l">
              <a:buNone/>
              <a:defRPr sz="1600" cap="none">
                <a:solidFill>
                  <a:schemeClr val="tx1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en-CA"/>
              <a:t>Lorem Ipsum</a:t>
            </a:r>
            <a:endParaRPr/>
          </a:p>
        </p:txBody>
      </p:sp>
      <p:sp>
        <p:nvSpPr>
          <p:cNvPr id="144561493" name="Inhaltsplatzhalter 2"/>
          <p:cNvSpPr>
            <a:spLocks noGrp="1"/>
          </p:cNvSpPr>
          <p:nvPr>
            <p:ph idx="15" hasCustomPrompt="1"/>
          </p:nvPr>
        </p:nvSpPr>
        <p:spPr bwMode="auto">
          <a:xfrm>
            <a:off x="407988" y="2103683"/>
            <a:ext cx="2820988" cy="4278067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</p:txBody>
      </p:sp>
      <p:sp>
        <p:nvSpPr>
          <p:cNvPr id="1378704838" name="Textfeld 58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bg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1164700253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7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4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5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6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7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8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9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0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1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2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3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4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5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6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7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0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3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4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5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  <p:sp>
        <p:nvSpPr>
          <p:cNvPr id="1101725717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390E1999-4726-4600-8B88-4A7F5C00CB35}" type="datetime1">
              <a:rPr lang="de-DE"/>
              <a:t>26.01.2026</a:t>
            </a:fld>
            <a:endParaRPr lang="en-CA"/>
          </a:p>
        </p:txBody>
      </p:sp>
      <p:sp>
        <p:nvSpPr>
          <p:cNvPr id="1468345436" name="Foliennummernplatzhalter 5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pic>
        <p:nvPicPr>
          <p:cNvPr id="2034502009" name="Grafik 10"/>
          <p:cNvPicPr>
            <a:picLocks noChangeAspect="1"/>
          </p:cNvPicPr>
          <p:nvPr userDrawn="1"/>
        </p:nvPicPr>
        <p:blipFill rotWithShape="1">
          <a:blip r:embed="rId2"/>
          <a:stretch/>
        </p:blipFill>
        <p:spPr bwMode="auto">
          <a:xfrm>
            <a:off x="2789061" y="951235"/>
            <a:ext cx="9757128" cy="5600592"/>
          </a:xfrm>
          <a:prstGeom prst="rect">
            <a:avLst/>
          </a:prstGeom>
        </p:spPr>
      </p:pic>
      <p:sp>
        <p:nvSpPr>
          <p:cNvPr id="662439321" name="Picture Placeholder 19"/>
          <p:cNvSpPr>
            <a:spLocks noGrp="1"/>
          </p:cNvSpPr>
          <p:nvPr>
            <p:ph type="pic" sz="quarter" idx="14"/>
          </p:nvPr>
        </p:nvSpPr>
        <p:spPr bwMode="auto">
          <a:xfrm>
            <a:off x="4285014" y="1679108"/>
            <a:ext cx="6786211" cy="4227657"/>
          </a:xfrm>
          <a:prstGeom prst="roundRect">
            <a:avLst>
              <a:gd name="adj" fmla="val 1712"/>
            </a:avLst>
          </a:prstGeo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>
              <a:defRPr/>
            </a:pPr>
            <a:endParaRPr lang="en-CA"/>
          </a:p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1_2 contents white/blue">
    <p:bg>
      <p:bgPr shadeToTitle="0"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7952639" name="Rechteck 37"/>
          <p:cNvSpPr/>
          <p:nvPr userDrawn="1"/>
        </p:nvSpPr>
        <p:spPr bwMode="white">
          <a:xfrm>
            <a:off x="0" y="0"/>
            <a:ext cx="6096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CA"/>
          </a:p>
        </p:txBody>
      </p:sp>
      <p:sp>
        <p:nvSpPr>
          <p:cNvPr id="557882090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8" y="219691"/>
            <a:ext cx="5399999" cy="153888"/>
          </a:xfrm>
        </p:spPr>
        <p:txBody>
          <a:bodyPr wrap="square" anchor="b">
            <a:spAutoFit/>
          </a:bodyPr>
          <a:lstStyle>
            <a:lvl1pPr marL="0" indent="0">
              <a:buNone/>
              <a:defRPr sz="1000" cap="all"/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1943343847" name="Titel 1"/>
          <p:cNvSpPr>
            <a:spLocks noGrp="1"/>
          </p:cNvSpPr>
          <p:nvPr>
            <p:ph type="title" hasCustomPrompt="1"/>
          </p:nvPr>
        </p:nvSpPr>
        <p:spPr bwMode="auto">
          <a:xfrm>
            <a:off x="407988" y="404813"/>
            <a:ext cx="5399999" cy="369332"/>
          </a:xfrm>
        </p:spPr>
        <p:txBody>
          <a:bodyPr vert="horz"/>
          <a:lstStyle/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1263566541" name="Datumsplatzhalter 4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buClr>
                <a:schemeClr val="bg1"/>
              </a:buCl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64BB44E-8903-4313-BBED-09991CD8D6D8}" type="datetime1">
              <a:rPr lang="de-DE"/>
              <a:t>26.01.2026</a:t>
            </a:fld>
            <a:endParaRPr lang="en-CA"/>
          </a:p>
        </p:txBody>
      </p:sp>
      <p:sp>
        <p:nvSpPr>
          <p:cNvPr id="2079471375" name="Foliennummernplatzhalter 6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buClr>
                <a:schemeClr val="bg1"/>
              </a:buCl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548664159" name="Textfeld 32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tx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tx1"/>
              </a:solidFill>
            </a:endParaRPr>
          </a:p>
        </p:txBody>
      </p:sp>
      <p:grpSp>
        <p:nvGrpSpPr>
          <p:cNvPr id="1620816144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8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6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7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0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1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2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3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4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5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6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7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0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3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4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5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6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7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8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9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  <p:sp>
        <p:nvSpPr>
          <p:cNvPr id="199657238" name="Picture Placeholder 19"/>
          <p:cNvSpPr>
            <a:spLocks noGrp="1"/>
          </p:cNvSpPr>
          <p:nvPr>
            <p:ph type="pic" sz="quarter" idx="14"/>
          </p:nvPr>
        </p:nvSpPr>
        <p:spPr bwMode="auto">
          <a:xfrm>
            <a:off x="4738688" y="1692275"/>
            <a:ext cx="6643687" cy="4203700"/>
          </a:xfrm>
          <a:prstGeom prst="roundRect">
            <a:avLst>
              <a:gd name="adj" fmla="val 1712"/>
            </a:avLst>
          </a:prstGeo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>
              <a:defRPr/>
            </a:pPr>
            <a:endParaRPr lang="en-CA"/>
          </a:p>
        </p:txBody>
      </p:sp>
      <p:sp>
        <p:nvSpPr>
          <p:cNvPr id="1492934823" name="Textplatzhalter 52"/>
          <p:cNvSpPr>
            <a:spLocks noGrp="1"/>
          </p:cNvSpPr>
          <p:nvPr>
            <p:ph type="body" sz="quarter" idx="23" hasCustomPrompt="1"/>
          </p:nvPr>
        </p:nvSpPr>
        <p:spPr bwMode="auto">
          <a:xfrm>
            <a:off x="414341" y="1478883"/>
            <a:ext cx="1452558" cy="44846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wrap="none" lIns="72000" tIns="36000" rIns="72000" bIns="36000" anchor="ctr">
            <a:spAutoFit/>
          </a:bodyPr>
          <a:lstStyle>
            <a:lvl1pPr marL="0" indent="0" algn="l">
              <a:buNone/>
              <a:defRPr sz="1600" cap="none">
                <a:solidFill>
                  <a:schemeClr val="bg1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en-CA"/>
              <a:t>Lorem Ipsum</a:t>
            </a:r>
            <a:endParaRPr/>
          </a:p>
        </p:txBody>
      </p:sp>
      <p:sp>
        <p:nvSpPr>
          <p:cNvPr id="1871360822" name="Inhaltsplatzhalter 2"/>
          <p:cNvSpPr>
            <a:spLocks noGrp="1"/>
          </p:cNvSpPr>
          <p:nvPr>
            <p:ph idx="15" hasCustomPrompt="1"/>
          </p:nvPr>
        </p:nvSpPr>
        <p:spPr bwMode="auto">
          <a:xfrm>
            <a:off x="407987" y="2103683"/>
            <a:ext cx="3600451" cy="1657105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</p:txBody>
      </p:sp>
      <p:pic>
        <p:nvPicPr>
          <p:cNvPr id="1226872542" name="Grafik 10"/>
          <p:cNvPicPr>
            <a:picLocks noChangeAspect="1"/>
          </p:cNvPicPr>
          <p:nvPr userDrawn="1"/>
        </p:nvPicPr>
        <p:blipFill rotWithShape="1">
          <a:blip r:embed="rId2"/>
          <a:stretch/>
        </p:blipFill>
        <p:spPr bwMode="auto">
          <a:xfrm>
            <a:off x="3317818" y="1034241"/>
            <a:ext cx="9504595" cy="5455638"/>
          </a:xfrm>
          <a:prstGeom prst="rect">
            <a:avLst/>
          </a:prstGeom>
        </p:spPr>
      </p:pic>
      <p:sp>
        <p:nvSpPr>
          <p:cNvPr id="580672040" name="Textplatzhalter 52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414341" y="4100785"/>
            <a:ext cx="1452558" cy="44846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wrap="none" lIns="72000" tIns="36000" rIns="72000" bIns="36000" anchor="ctr">
            <a:spAutoFit/>
          </a:bodyPr>
          <a:lstStyle>
            <a:lvl1pPr marL="0" indent="0" algn="l">
              <a:buNone/>
              <a:defRPr sz="1600" cap="none">
                <a:solidFill>
                  <a:schemeClr val="bg1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en-CA"/>
              <a:t>Lorem Ipsum</a:t>
            </a:r>
            <a:endParaRPr/>
          </a:p>
        </p:txBody>
      </p:sp>
      <p:sp>
        <p:nvSpPr>
          <p:cNvPr id="1502311843" name="Inhaltsplatzhalter 2"/>
          <p:cNvSpPr>
            <a:spLocks noGrp="1"/>
          </p:cNvSpPr>
          <p:nvPr>
            <p:ph idx="21" hasCustomPrompt="1"/>
          </p:nvPr>
        </p:nvSpPr>
        <p:spPr bwMode="auto">
          <a:xfrm>
            <a:off x="407987" y="4727851"/>
            <a:ext cx="3600451" cy="1657105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slideLayout" Target="../slideLayouts/slideLayout50.xml"/><Relationship Id="rId51" Type="http://schemas.openxmlformats.org/officeDocument/2006/relationships/slideLayout" Target="../slideLayouts/slideLayout51.xml"/><Relationship Id="rId52" Type="http://schemas.openxmlformats.org/officeDocument/2006/relationships/slideLayout" Target="../slideLayouts/slideLayout52.xml"/><Relationship Id="rId53" Type="http://schemas.openxmlformats.org/officeDocument/2006/relationships/slideLayout" Target="../slideLayouts/slideLayout53.xml"/><Relationship Id="rId54" Type="http://schemas.openxmlformats.org/officeDocument/2006/relationships/slideLayout" Target="../slideLayouts/slideLayout54.xml"/><Relationship Id="rId55" Type="http://schemas.openxmlformats.org/officeDocument/2006/relationships/slideLayout" Target="../slideLayouts/slideLayout55.xml"/><Relationship Id="rId56" Type="http://schemas.openxmlformats.org/officeDocument/2006/relationships/theme" Target="../theme/theme1.xml"/><Relationship Id="rId57" Type="http://schemas.openxmlformats.org/officeDocument/2006/relationships/image" Target="../media/image1.emf"/><Relationship Id="rId58" Type="http://schemas.openxmlformats.org/officeDocument/2006/relationships/oleObject" Target="../embeddings/oleObject1.bin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aphicFrame>
        <p:nvGraphicFramePr>
          <p:cNvPr id="676954524" name="think-cell data - do not delete"/>
          <p:cNvGraphicFramePr>
            <a:graphicFrameLocks xmlns:a="http://schemas.openxmlformats.org/drawingml/2006/main" noChangeAspect="1"/>
          </p:cNvGraphicFramePr>
          <p:nvPr/>
        </p:nvGraphicFramePr>
        <p:xfrm>
          <a:off x="1587" y="1587"/>
          <a:ext cx="1587" cy="1587"/>
        </p:xfrm>
        <a:graphic>
          <a:graphicData uri="http://schemas.openxmlformats.org/presentationml/2006/ole">
            <p:oleObj name="oleObj" r:id="rId58" imgW="0" imgH="0" progId="TCLayout.ActiveDocument.1">
              <p:embed/>
              <p:pic>
                <p:nvPicPr>
                  <p:cNvPr id="676954524" name="think-cell data - do not delete" hidden="1"/>
                  <p:cNvPicPr/>
                  <p:nvPr/>
                </p:nvPicPr>
                <p:blipFill rotWithShape="1">
                  <a:blip r:embed="rId57"/>
                  <a:stretch/>
                </p:blipFill>
                <p:spPr bwMode="auto">
                  <a:xfrm>
                    <a:off x="1587" y="1587"/>
                    <a:ext cx="1587" cy="15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2124062150" name="Titelplatzhalter 1"/>
          <p:cNvSpPr>
            <a:spLocks noGrp="1"/>
          </p:cNvSpPr>
          <p:nvPr>
            <p:ph type="title"/>
          </p:nvPr>
        </p:nvSpPr>
        <p:spPr bwMode="auto">
          <a:xfrm>
            <a:off x="407988" y="404813"/>
            <a:ext cx="10050812" cy="369332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/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703293112" name="Textplatzhalter 2"/>
          <p:cNvSpPr>
            <a:spLocks noGrp="1"/>
          </p:cNvSpPr>
          <p:nvPr>
            <p:ph type="body" idx="1"/>
          </p:nvPr>
        </p:nvSpPr>
        <p:spPr bwMode="auto">
          <a:xfrm>
            <a:off x="407987" y="1484312"/>
            <a:ext cx="11376025" cy="4897438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grpSp>
        <p:nvGrpSpPr>
          <p:cNvPr id="500024374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accent1"/>
          </a:solidFill>
        </p:grpSpPr>
        <p:sp>
          <p:nvSpPr>
            <p:cNvPr id="46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7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0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3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4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5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6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7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8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9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0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1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2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3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4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5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6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7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8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4" r:id="rId26"/>
    <p:sldLayoutId id="2147483675" r:id="rId27"/>
    <p:sldLayoutId id="2147483676" r:id="rId28"/>
    <p:sldLayoutId id="2147483677" r:id="rId29"/>
    <p:sldLayoutId id="2147483678" r:id="rId30"/>
    <p:sldLayoutId id="2147483679" r:id="rId31"/>
    <p:sldLayoutId id="2147483680" r:id="rId32"/>
    <p:sldLayoutId id="2147483681" r:id="rId33"/>
    <p:sldLayoutId id="2147483682" r:id="rId34"/>
    <p:sldLayoutId id="2147483683" r:id="rId35"/>
    <p:sldLayoutId id="2147483684" r:id="rId36"/>
    <p:sldLayoutId id="2147483685" r:id="rId37"/>
    <p:sldLayoutId id="2147483686" r:id="rId38"/>
    <p:sldLayoutId id="2147483687" r:id="rId39"/>
    <p:sldLayoutId id="2147483688" r:id="rId40"/>
    <p:sldLayoutId id="2147483689" r:id="rId41"/>
    <p:sldLayoutId id="2147483690" r:id="rId42"/>
    <p:sldLayoutId id="2147483691" r:id="rId43"/>
    <p:sldLayoutId id="2147483692" r:id="rId44"/>
    <p:sldLayoutId id="2147483693" r:id="rId45"/>
    <p:sldLayoutId id="2147483694" r:id="rId46"/>
    <p:sldLayoutId id="2147483695" r:id="rId47"/>
    <p:sldLayoutId id="2147483696" r:id="rId48"/>
    <p:sldLayoutId id="2147483697" r:id="rId49"/>
    <p:sldLayoutId id="2147483698" r:id="rId50"/>
    <p:sldLayoutId id="2147483699" r:id="rId51"/>
    <p:sldLayoutId id="2147483700" r:id="rId52"/>
    <p:sldLayoutId id="2147483701" r:id="rId53"/>
    <p:sldLayoutId id="2147483702" r:id="rId54"/>
    <p:sldLayoutId id="2147483703" r:id="rId55"/>
  </p:sldLayoutIdLst>
  <p:hf dt="1" ftr="0" hdr="0" sldNum="1"/>
  <p:txStyles>
    <p:titleStyle>
      <a:lvl1pPr algn="l" defTabSz="914400" rtl="0">
        <a:lnSpc>
          <a:spcPct val="100000"/>
        </a:lnSpc>
        <a:spcBef>
          <a:spcPts val="0"/>
        </a:spcBef>
        <a:buNone/>
        <a:defRPr sz="24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252000" indent="-252000" algn="l" defTabSz="914400" rtl="0">
        <a:lnSpc>
          <a:spcPct val="100000"/>
        </a:lnSpc>
        <a:spcBef>
          <a:spcPts val="0"/>
        </a:spcBef>
        <a:spcAft>
          <a:spcPts val="600"/>
        </a:spcAft>
        <a:buClr>
          <a:schemeClr val="accent1"/>
        </a:buClr>
        <a:buFont typeface="Arial"/>
        <a:buChar char="•"/>
        <a:defRPr sz="1400">
          <a:solidFill>
            <a:schemeClr val="tx1"/>
          </a:solidFill>
          <a:latin typeface="+mn-lt"/>
          <a:ea typeface="+mn-ea"/>
          <a:cs typeface="+mn-cs"/>
        </a:defRPr>
      </a:lvl1pPr>
      <a:lvl2pPr marL="504000" indent="-252000" algn="l" defTabSz="914400" rtl="0">
        <a:lnSpc>
          <a:spcPct val="100000"/>
        </a:lnSpc>
        <a:spcBef>
          <a:spcPts val="0"/>
        </a:spcBef>
        <a:spcAft>
          <a:spcPts val="600"/>
        </a:spcAft>
        <a:buClr>
          <a:schemeClr val="accent1"/>
        </a:buClr>
        <a:buFont typeface="Symbol"/>
        <a:buChar char="-"/>
        <a:defRPr sz="1400">
          <a:solidFill>
            <a:schemeClr val="tx1"/>
          </a:solidFill>
          <a:latin typeface="+mn-lt"/>
          <a:ea typeface="+mn-ea"/>
          <a:cs typeface="+mn-cs"/>
        </a:defRPr>
      </a:lvl2pPr>
      <a:lvl3pPr marL="756000" indent="-252000" algn="l" defTabSz="914400" rtl="0">
        <a:lnSpc>
          <a:spcPct val="100000"/>
        </a:lnSpc>
        <a:spcBef>
          <a:spcPts val="0"/>
        </a:spcBef>
        <a:spcAft>
          <a:spcPts val="600"/>
        </a:spcAft>
        <a:buClr>
          <a:schemeClr val="accent1"/>
        </a:buClr>
        <a:buFont typeface="Symbol"/>
        <a:buChar char="-"/>
        <a:defRPr sz="1400">
          <a:solidFill>
            <a:schemeClr val="tx1"/>
          </a:solidFill>
          <a:latin typeface="+mn-lt"/>
          <a:ea typeface="+mn-ea"/>
          <a:cs typeface="+mn-cs"/>
        </a:defRPr>
      </a:lvl3pPr>
      <a:lvl4pPr marL="1008000" indent="-252000" algn="l" defTabSz="914400" rtl="0">
        <a:lnSpc>
          <a:spcPct val="100000"/>
        </a:lnSpc>
        <a:spcBef>
          <a:spcPts val="0"/>
        </a:spcBef>
        <a:spcAft>
          <a:spcPts val="600"/>
        </a:spcAft>
        <a:buClr>
          <a:schemeClr val="accent1"/>
        </a:buClr>
        <a:buFont typeface="Symbol"/>
        <a:buChar char="-"/>
        <a:defRPr sz="1400">
          <a:solidFill>
            <a:schemeClr val="tx1"/>
          </a:solidFill>
          <a:latin typeface="+mn-lt"/>
          <a:ea typeface="+mn-ea"/>
          <a:cs typeface="+mn-cs"/>
        </a:defRPr>
      </a:lvl4pPr>
      <a:lvl5pPr marL="1260000" indent="-252000" algn="l" defTabSz="914400" rtl="0">
        <a:lnSpc>
          <a:spcPct val="100000"/>
        </a:lnSpc>
        <a:spcBef>
          <a:spcPts val="0"/>
        </a:spcBef>
        <a:spcAft>
          <a:spcPts val="600"/>
        </a:spcAft>
        <a:buClr>
          <a:schemeClr val="accent1"/>
        </a:buClr>
        <a:buFont typeface="Symbol"/>
        <a:buChar char="-"/>
        <a:defRPr sz="14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6044054" name="Title 2"/>
          <p:cNvSpPr>
            <a:spLocks noGrp="1"/>
          </p:cNvSpPr>
          <p:nvPr>
            <p:ph type="title"/>
          </p:nvPr>
        </p:nvSpPr>
        <p:spPr bwMode="auto">
          <a:xfrm>
            <a:off x="432820" y="352562"/>
            <a:ext cx="10056931" cy="609959"/>
          </a:xfrm>
        </p:spPr>
        <p:txBody>
          <a:bodyPr/>
          <a:lstStyle/>
          <a:p>
            <a:pPr>
              <a:defRPr/>
            </a:pPr>
            <a:r>
              <a:rPr lang="de-DE" sz="4000"/>
              <a:t>Backup &amp; Recovery</a:t>
            </a:r>
            <a:endParaRPr/>
          </a:p>
        </p:txBody>
      </p:sp>
      <p:sp>
        <p:nvSpPr>
          <p:cNvPr id="1144538029" name="Content Placeholder 26"/>
          <p:cNvSpPr>
            <a:spLocks noGrp="1"/>
          </p:cNvSpPr>
          <p:nvPr>
            <p:ph type="body" sz="quarter" idx="13"/>
          </p:nvPr>
        </p:nvSpPr>
        <p:spPr bwMode="auto">
          <a:xfrm>
            <a:off x="432820" y="221178"/>
            <a:ext cx="10026336" cy="152759"/>
          </a:xfrm>
        </p:spPr>
        <p:txBody>
          <a:bodyPr/>
          <a:lstStyle/>
          <a:p>
            <a:pPr>
              <a:defRPr/>
            </a:pPr>
            <a:r>
              <a:rPr lang="en-US"/>
              <a:t>Event – </a:t>
            </a:r>
            <a:r>
              <a:rPr lang="de-DE"/>
              <a:t>Nach Welle 1</a:t>
            </a:r>
            <a:endParaRPr lang="en-US"/>
          </a:p>
        </p:txBody>
      </p:sp>
      <p:sp>
        <p:nvSpPr>
          <p:cNvPr id="959051757" name="Text Placeholder 7"/>
          <p:cNvSpPr>
            <a:spLocks noGrp="1"/>
          </p:cNvSpPr>
          <p:nvPr>
            <p:ph type="body" sz="quarter" idx="14"/>
          </p:nvPr>
        </p:nvSpPr>
        <p:spPr bwMode="auto">
          <a:xfrm flipH="0" flipV="0">
            <a:off x="586771" y="1265073"/>
            <a:ext cx="11071827" cy="2163925"/>
          </a:xfrm>
        </p:spPr>
        <p:txBody>
          <a:bodyPr anchor="t"/>
          <a:lstStyle/>
          <a:p>
            <a:pPr>
              <a:defRPr/>
            </a:pPr>
            <a:r>
              <a:rPr lang="de-DE" sz="2800" b="0" i="0" u="none" strike="noStrike" cap="none" spc="0">
                <a:solidFill>
                  <a:schemeClr val="accent2"/>
                </a:solidFill>
                <a:latin typeface="Segoe UI"/>
                <a:ea typeface="Segoe UI"/>
                <a:cs typeface="Segoe UI"/>
              </a:rPr>
              <a:t>Nach dem Ransomware-Versuch prüft ihr, ob Systeme wiederhergestellt werden müssen oder ob der Betrieb stabil geblieben ist. Falls überhaupt ein Schaden entstanden ist, entscheidet eure Backup- und Recovery-Fähigkeit darüber, wie stark ihr den finanziellen Impact senken könnt.</a:t>
            </a:r>
            <a:r>
              <a:rPr lang="de-DE" sz="2800"/>
              <a:t> Prüft die Umsetzung von M4.</a:t>
            </a:r>
            <a:endParaRPr/>
          </a:p>
        </p:txBody>
      </p:sp>
      <p:sp>
        <p:nvSpPr>
          <p:cNvPr id="2926305" name="Rechteck 12"/>
          <p:cNvSpPr/>
          <p:nvPr/>
        </p:nvSpPr>
        <p:spPr bwMode="gray">
          <a:xfrm>
            <a:off x="407986" y="1060449"/>
            <a:ext cx="11441112" cy="5313972"/>
          </a:xfrm>
          <a:prstGeom prst="roundRect">
            <a:avLst>
              <a:gd name="adj" fmla="val 6675"/>
            </a:avLst>
          </a:prstGeom>
          <a:noFill/>
          <a:ln w="9525" cap="flat" cmpd="sng" algn="ctr">
            <a:solidFill>
              <a:schemeClr val="accent2">
                <a:lumMod val="10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/>
            <a:noAutofit/>
          </a:bodyPr>
          <a:lstStyle/>
          <a:p>
            <a:pPr algn="ctr">
              <a:lnSpc>
                <a:spcPct val="80000"/>
              </a:lnSpc>
              <a:defRPr/>
            </a:pPr>
            <a:endParaRPr lang="en-US" sz="1400" b="1">
              <a:solidFill>
                <a:schemeClr val="bg1"/>
              </a:solidFill>
            </a:endParaRPr>
          </a:p>
        </p:txBody>
      </p:sp>
      <p:sp>
        <p:nvSpPr>
          <p:cNvPr id="1223326084" name="Text Placeholder 8"/>
          <p:cNvSpPr txBox="1"/>
          <p:nvPr/>
        </p:nvSpPr>
        <p:spPr bwMode="auto">
          <a:xfrm flipH="0" flipV="0">
            <a:off x="606438" y="3866029"/>
            <a:ext cx="10226550" cy="2284754"/>
          </a:xfrm>
          <a:prstGeom prst="rect">
            <a:avLst/>
          </a:prstGeom>
        </p:spPr>
        <p:txBody>
          <a:bodyPr vertOverflow="overflow" horzOverflow="overflow" vert="horz" wrap="square" lIns="0" tIns="0" rIns="0" bIns="0" numCol="1" spcCol="0" rtlCol="0" fromWordArt="0" anchor="t" anchorCtr="0" forceAA="0" upright="0" compatLnSpc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599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599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599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599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599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599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9965" marR="0" indent="-34996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/>
              <a:buChar char="•"/>
              <a:defRPr/>
            </a:pPr>
            <a:r>
              <a:rPr lang="de-DE" sz="2400" b="0" i="0" u="none" strike="noStrike" cap="none" spc="0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Keine Umsetzung: kein Recovery → Endschaden = 100%</a:t>
            </a:r>
            <a:endParaRPr sz="2400" b="0" i="0" u="none" strike="noStrike" cap="none" spc="0">
              <a:solidFill>
                <a:schemeClr val="tx1"/>
              </a:solidFill>
              <a:latin typeface="Segoe UI"/>
              <a:cs typeface="Segoe UI"/>
            </a:endParaRPr>
          </a:p>
          <a:p>
            <a:pPr marL="349965" marR="0" indent="-34996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/>
              <a:buChar char="•"/>
              <a:defRPr/>
            </a:pPr>
            <a:r>
              <a:rPr lang="de-DE" sz="2400" b="0" i="0" u="none" strike="noStrike" cap="none" spc="0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Level 1: Basis-Recovery → End</a:t>
            </a:r>
            <a:r>
              <a:rPr lang="de-DE" sz="2400" b="0" i="0" u="none" strike="noStrike" cap="none" spc="0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schaden = Schaden × 0,90</a:t>
            </a:r>
            <a:endParaRPr sz="2400" b="0" i="0" u="none" strike="noStrike" cap="none" spc="0">
              <a:solidFill>
                <a:schemeClr val="tx1"/>
              </a:solidFill>
              <a:latin typeface="Segoe UI"/>
              <a:cs typeface="Segoe UI"/>
            </a:endParaRPr>
          </a:p>
          <a:p>
            <a:pPr marL="349965" marR="0" indent="-34996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/>
              <a:buChar char="•"/>
              <a:defRPr/>
            </a:pPr>
            <a:r>
              <a:rPr lang="de-DE" sz="2400" b="0" i="0" u="none" strike="noStrike" cap="none" spc="0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Level 2: teilw. Recovery → Endschaden = Schaden × 0,70</a:t>
            </a:r>
            <a:endParaRPr sz="2400" b="0" i="0" u="none" strike="noStrike" cap="none" spc="0">
              <a:solidFill>
                <a:schemeClr val="tx1"/>
              </a:solidFill>
              <a:latin typeface="Segoe UI"/>
              <a:cs typeface="Segoe UI"/>
            </a:endParaRPr>
          </a:p>
          <a:p>
            <a:pPr marL="349965" marR="0" indent="-34996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/>
              <a:buChar char="•"/>
              <a:defRPr/>
            </a:pPr>
            <a:r>
              <a:rPr lang="de-DE" sz="2400" b="0" i="0" u="none" strike="noStrike" cap="none" spc="0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Level 3: starke Recovery → Endschaden = Schaden × 0,50</a:t>
            </a:r>
            <a:endParaRPr sz="2400" b="0" i="0" u="none" strike="noStrike" cap="none" spc="0">
              <a:solidFill>
                <a:schemeClr val="tx1"/>
              </a:solidFill>
              <a:latin typeface="Segoe UI"/>
              <a:cs typeface="Segoe U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47337238" name="Title 2"/>
          <p:cNvSpPr>
            <a:spLocks noGrp="1"/>
          </p:cNvSpPr>
          <p:nvPr>
            <p:ph type="title"/>
          </p:nvPr>
        </p:nvSpPr>
        <p:spPr bwMode="auto">
          <a:xfrm>
            <a:off x="432820" y="352562"/>
            <a:ext cx="10055491" cy="609959"/>
          </a:xfrm>
        </p:spPr>
        <p:txBody>
          <a:bodyPr/>
          <a:lstStyle/>
          <a:p>
            <a:pPr>
              <a:defRPr/>
            </a:pPr>
            <a:r>
              <a:rPr lang="de-DE" sz="4000"/>
              <a:t>Kurswechsel</a:t>
            </a:r>
            <a:endParaRPr/>
          </a:p>
        </p:txBody>
      </p:sp>
      <p:sp>
        <p:nvSpPr>
          <p:cNvPr id="1271768714" name="Content Placeholder 26"/>
          <p:cNvSpPr>
            <a:spLocks noGrp="1"/>
          </p:cNvSpPr>
          <p:nvPr>
            <p:ph type="body" sz="quarter" idx="13"/>
          </p:nvPr>
        </p:nvSpPr>
        <p:spPr bwMode="auto">
          <a:xfrm>
            <a:off x="432820" y="221178"/>
            <a:ext cx="10026336" cy="152759"/>
          </a:xfrm>
        </p:spPr>
        <p:txBody>
          <a:bodyPr/>
          <a:lstStyle/>
          <a:p>
            <a:pPr>
              <a:defRPr/>
            </a:pPr>
            <a:r>
              <a:rPr lang="en-US"/>
              <a:t>Event – </a:t>
            </a:r>
            <a:r>
              <a:rPr lang="de-DE"/>
              <a:t>Nach Welle 1</a:t>
            </a:r>
            <a:endParaRPr lang="en-US"/>
          </a:p>
        </p:txBody>
      </p:sp>
      <p:sp>
        <p:nvSpPr>
          <p:cNvPr id="222515552" name="Text Placeholder 7"/>
          <p:cNvSpPr>
            <a:spLocks noGrp="1"/>
          </p:cNvSpPr>
          <p:nvPr>
            <p:ph type="body" sz="quarter" idx="14"/>
          </p:nvPr>
        </p:nvSpPr>
        <p:spPr bwMode="auto">
          <a:xfrm>
            <a:off x="586771" y="1265073"/>
            <a:ext cx="11071827" cy="1166975"/>
          </a:xfrm>
        </p:spPr>
        <p:txBody>
          <a:bodyPr anchor="t"/>
          <a:lstStyle/>
          <a:p>
            <a:pPr>
              <a:defRPr/>
            </a:pPr>
            <a:r>
              <a:rPr lang="de-DE" sz="2800" b="0" i="0" u="none" strike="noStrike" cap="none" spc="0">
                <a:solidFill>
                  <a:schemeClr val="accent2"/>
                </a:solidFill>
                <a:latin typeface="Segoe UI"/>
                <a:ea typeface="Segoe UI"/>
                <a:cs typeface="Segoe UI"/>
              </a:rPr>
              <a:t>Nach den neuesten Erkenntnissen entscheidet die Geschäftsführung: Eure Sicherheitsstrategie wird neu ausgerichtet. Ihr müsst euer Setup anpassen – aber ihr könnt bestehende Investitionen teilweise weiterverwenden, daher zählt nur die Kostendifferenz.</a:t>
            </a:r>
            <a:endParaRPr/>
          </a:p>
        </p:txBody>
      </p:sp>
      <p:sp>
        <p:nvSpPr>
          <p:cNvPr id="193462796" name="Text Placeholder 8"/>
          <p:cNvSpPr>
            <a:spLocks noGrp="1"/>
          </p:cNvSpPr>
          <p:nvPr>
            <p:ph type="body" sz="quarter" idx="17"/>
          </p:nvPr>
        </p:nvSpPr>
        <p:spPr bwMode="auto">
          <a:xfrm>
            <a:off x="606438" y="3835718"/>
            <a:ext cx="10874360" cy="1166976"/>
          </a:xfrm>
        </p:spPr>
        <p:txBody>
          <a:bodyPr>
            <a:normAutofit/>
          </a:bodyPr>
          <a:lstStyle/>
          <a:p>
            <a:pPr>
              <a:spcAft>
                <a:spcPts val="0"/>
              </a:spcAft>
              <a:defRPr/>
            </a:pPr>
            <a:r>
              <a:rPr lang="de-DE" sz="2400" b="0" i="0" u="none" strike="noStrike" cap="none" spc="0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Ihr müsst genau einen Maßnahmenwechsel durchführen</a:t>
            </a:r>
            <a:r>
              <a:rPr lang="de-DE" sz="2400"/>
              <a:t>.</a:t>
            </a:r>
            <a:endParaRPr lang="de-DE" sz="2400"/>
          </a:p>
          <a:p>
            <a:pPr>
              <a:spcAft>
                <a:spcPts val="0"/>
              </a:spcAft>
              <a:defRPr/>
            </a:pPr>
            <a:r>
              <a:rPr lang="de-DE" sz="2400"/>
              <a:t>Die Differenz der Init-Kosten muss gezahlt werden oder wird „erstattet“</a:t>
            </a:r>
            <a:r>
              <a:rPr lang="de-DE" sz="2400"/>
              <a:t>.</a:t>
            </a:r>
            <a:endParaRPr lang="en-US" sz="2400"/>
          </a:p>
        </p:txBody>
      </p:sp>
      <p:sp>
        <p:nvSpPr>
          <p:cNvPr id="181086022" name="Rechteck 12"/>
          <p:cNvSpPr/>
          <p:nvPr/>
        </p:nvSpPr>
        <p:spPr bwMode="gray">
          <a:xfrm>
            <a:off x="407986" y="1060449"/>
            <a:ext cx="11441112" cy="5313972"/>
          </a:xfrm>
          <a:prstGeom prst="roundRect">
            <a:avLst>
              <a:gd name="adj" fmla="val 6675"/>
            </a:avLst>
          </a:prstGeom>
          <a:noFill/>
          <a:ln w="9525" cap="flat" cmpd="sng" algn="ctr">
            <a:solidFill>
              <a:schemeClr val="accent2">
                <a:lumMod val="10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/>
            <a:noAutofit/>
          </a:bodyPr>
          <a:lstStyle/>
          <a:p>
            <a:pPr algn="ctr">
              <a:lnSpc>
                <a:spcPct val="80000"/>
              </a:lnSpc>
              <a:defRPr/>
            </a:pPr>
            <a:endParaRPr lang="en-US" sz="1400" b="1"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05795" name="Title 2"/>
          <p:cNvSpPr>
            <a:spLocks noGrp="1"/>
          </p:cNvSpPr>
          <p:nvPr>
            <p:ph type="title"/>
          </p:nvPr>
        </p:nvSpPr>
        <p:spPr bwMode="auto">
          <a:xfrm>
            <a:off x="432820" y="352562"/>
            <a:ext cx="10054771" cy="609959"/>
          </a:xfrm>
        </p:spPr>
        <p:txBody>
          <a:bodyPr/>
          <a:lstStyle/>
          <a:p>
            <a:pPr>
              <a:defRPr/>
            </a:pPr>
            <a:r>
              <a:rPr lang="de-DE" sz="4000" b="0" i="0" u="none" strike="noStrike" cap="none" spc="0">
                <a:solidFill>
                  <a:schemeClr val="accent1"/>
                </a:solidFill>
                <a:latin typeface="Segoe UI"/>
                <a:ea typeface="Segoe UI"/>
                <a:cs typeface="Segoe UI"/>
              </a:rPr>
              <a:t>operative Unterstützung</a:t>
            </a:r>
            <a:endParaRPr/>
          </a:p>
        </p:txBody>
      </p:sp>
      <p:sp>
        <p:nvSpPr>
          <p:cNvPr id="1452495990" name="Content Placeholder 26"/>
          <p:cNvSpPr>
            <a:spLocks noGrp="1"/>
          </p:cNvSpPr>
          <p:nvPr>
            <p:ph type="body" sz="quarter" idx="13"/>
          </p:nvPr>
        </p:nvSpPr>
        <p:spPr bwMode="auto">
          <a:xfrm>
            <a:off x="432820" y="221178"/>
            <a:ext cx="10026336" cy="152759"/>
          </a:xfrm>
        </p:spPr>
        <p:txBody>
          <a:bodyPr/>
          <a:lstStyle/>
          <a:p>
            <a:pPr>
              <a:defRPr/>
            </a:pPr>
            <a:r>
              <a:rPr lang="en-US"/>
              <a:t>Event – </a:t>
            </a:r>
            <a:r>
              <a:rPr lang="de-DE"/>
              <a:t>Nach Welle 1</a:t>
            </a:r>
            <a:endParaRPr lang="en-US"/>
          </a:p>
        </p:txBody>
      </p:sp>
      <p:sp>
        <p:nvSpPr>
          <p:cNvPr id="165754935" name="Text Placeholder 7"/>
          <p:cNvSpPr>
            <a:spLocks noGrp="1"/>
          </p:cNvSpPr>
          <p:nvPr>
            <p:ph type="body" sz="quarter" idx="14"/>
          </p:nvPr>
        </p:nvSpPr>
        <p:spPr bwMode="auto">
          <a:xfrm>
            <a:off x="586771" y="1265073"/>
            <a:ext cx="11071827" cy="1166975"/>
          </a:xfrm>
        </p:spPr>
        <p:txBody>
          <a:bodyPr anchor="t"/>
          <a:lstStyle/>
          <a:p>
            <a:pPr>
              <a:defRPr/>
            </a:pPr>
            <a:r>
              <a:rPr lang="de-DE" sz="2800" b="0" i="0" u="none" strike="noStrike" cap="none" spc="0">
                <a:solidFill>
                  <a:schemeClr val="accent2"/>
                </a:solidFill>
                <a:latin typeface="Segoe UI"/>
                <a:ea typeface="Segoe UI"/>
                <a:cs typeface="Segoe UI"/>
              </a:rPr>
              <a:t>Ihr bekommt operative Unterstützung: Ein zentraler Rahmenvertrag bzw. Shared-Service senkt kurzfristig die laufenden Betriebskosten eurer Security-Maßnahmen. Für die nächste Runde wird der Betrieb günstiger, ohne dass ihr an Leistung verliert</a:t>
            </a:r>
            <a:r>
              <a:rPr lang="de-DE" sz="2800"/>
              <a:t>.</a:t>
            </a:r>
            <a:endParaRPr/>
          </a:p>
        </p:txBody>
      </p:sp>
      <p:sp>
        <p:nvSpPr>
          <p:cNvPr id="441719939" name="Text Placeholder 8"/>
          <p:cNvSpPr>
            <a:spLocks noGrp="1"/>
          </p:cNvSpPr>
          <p:nvPr>
            <p:ph type="body" sz="quarter" idx="17"/>
          </p:nvPr>
        </p:nvSpPr>
        <p:spPr bwMode="auto">
          <a:xfrm flipH="0" flipV="0">
            <a:off x="586771" y="3717436"/>
            <a:ext cx="10874360" cy="610097"/>
          </a:xfrm>
        </p:spPr>
        <p:txBody>
          <a:bodyPr>
            <a:normAutofit/>
          </a:bodyPr>
          <a:lstStyle/>
          <a:p>
            <a:pPr>
              <a:spcAft>
                <a:spcPts val="0"/>
              </a:spcAft>
              <a:defRPr/>
            </a:pPr>
            <a:r>
              <a:rPr lang="de-DE" sz="2400" b="0" i="0" u="none" strike="noStrike" cap="none" spc="0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Zählt für jede bestehende Maßnahme in der kommenden Runde</a:t>
            </a:r>
            <a:endParaRPr lang="en-US" sz="2400"/>
          </a:p>
        </p:txBody>
      </p:sp>
      <p:sp>
        <p:nvSpPr>
          <p:cNvPr id="909543970" name="Rechteck 12"/>
          <p:cNvSpPr/>
          <p:nvPr/>
        </p:nvSpPr>
        <p:spPr bwMode="gray">
          <a:xfrm>
            <a:off x="407986" y="1060449"/>
            <a:ext cx="11441112" cy="5313972"/>
          </a:xfrm>
          <a:prstGeom prst="roundRect">
            <a:avLst>
              <a:gd name="adj" fmla="val 6675"/>
            </a:avLst>
          </a:prstGeom>
          <a:noFill/>
          <a:ln w="9525" cap="flat" cmpd="sng" algn="ctr">
            <a:solidFill>
              <a:schemeClr val="accent2">
                <a:lumMod val="10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/>
            <a:noAutofit/>
          </a:bodyPr>
          <a:lstStyle/>
          <a:p>
            <a:pPr algn="ctr">
              <a:lnSpc>
                <a:spcPct val="80000"/>
              </a:lnSpc>
              <a:defRPr/>
            </a:pPr>
            <a:endParaRPr lang="en-US" sz="1400" b="1">
              <a:solidFill>
                <a:schemeClr val="bg1"/>
              </a:solidFill>
            </a:endParaRPr>
          </a:p>
        </p:txBody>
      </p:sp>
      <p:sp>
        <p:nvSpPr>
          <p:cNvPr id="508349095" name="Text Placeholder 8"/>
          <p:cNvSpPr txBox="1"/>
          <p:nvPr/>
        </p:nvSpPr>
        <p:spPr bwMode="auto">
          <a:xfrm flipH="0" flipV="0">
            <a:off x="606438" y="4867102"/>
            <a:ext cx="7462433" cy="708994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599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599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599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599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599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599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0" i="0" u="none" strike="noStrike" cap="none" spc="0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OPEX Kosten −2.000 € pro aktiver Maßnahme</a:t>
            </a:r>
            <a:endParaRPr b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2265537" name="Title 2"/>
          <p:cNvSpPr>
            <a:spLocks noGrp="1"/>
          </p:cNvSpPr>
          <p:nvPr>
            <p:ph type="title"/>
          </p:nvPr>
        </p:nvSpPr>
        <p:spPr bwMode="auto">
          <a:xfrm>
            <a:off x="432820" y="352562"/>
            <a:ext cx="10051171" cy="609959"/>
          </a:xfrm>
        </p:spPr>
        <p:txBody>
          <a:bodyPr/>
          <a:lstStyle/>
          <a:p>
            <a:pPr>
              <a:defRPr/>
            </a:pPr>
            <a:r>
              <a:rPr lang="de-DE" sz="4000" b="0" i="0" u="none" strike="noStrike" cap="none" spc="0">
                <a:solidFill>
                  <a:schemeClr val="accent1"/>
                </a:solidFill>
                <a:latin typeface="Segoe UI"/>
                <a:ea typeface="Segoe UI"/>
                <a:cs typeface="Segoe UI"/>
              </a:rPr>
              <a:t>Sparprogramm</a:t>
            </a:r>
            <a:endParaRPr/>
          </a:p>
        </p:txBody>
      </p:sp>
      <p:sp>
        <p:nvSpPr>
          <p:cNvPr id="566799541" name="Content Placeholder 26"/>
          <p:cNvSpPr>
            <a:spLocks noGrp="1"/>
          </p:cNvSpPr>
          <p:nvPr>
            <p:ph type="body" sz="quarter" idx="13"/>
          </p:nvPr>
        </p:nvSpPr>
        <p:spPr bwMode="auto">
          <a:xfrm>
            <a:off x="432820" y="221538"/>
            <a:ext cx="10026696" cy="152759"/>
          </a:xfrm>
        </p:spPr>
        <p:txBody>
          <a:bodyPr/>
          <a:lstStyle/>
          <a:p>
            <a:pPr>
              <a:defRPr/>
            </a:pPr>
            <a:r>
              <a:rPr lang="en-US"/>
              <a:t>Event – </a:t>
            </a:r>
            <a:r>
              <a:rPr lang="de-DE"/>
              <a:t>Nach Welle 2</a:t>
            </a:r>
            <a:endParaRPr lang="en-US"/>
          </a:p>
        </p:txBody>
      </p:sp>
      <p:sp>
        <p:nvSpPr>
          <p:cNvPr id="335479265" name="Text Placeholder 7"/>
          <p:cNvSpPr>
            <a:spLocks noGrp="1"/>
          </p:cNvSpPr>
          <p:nvPr>
            <p:ph type="body" sz="quarter" idx="14"/>
          </p:nvPr>
        </p:nvSpPr>
        <p:spPr bwMode="auto">
          <a:xfrm>
            <a:off x="586771" y="1265073"/>
            <a:ext cx="11071827" cy="1166975"/>
          </a:xfrm>
        </p:spPr>
        <p:txBody>
          <a:bodyPr anchor="t"/>
          <a:lstStyle/>
          <a:p>
            <a:pPr>
              <a:defRPr/>
            </a:pPr>
            <a:r>
              <a:rPr lang="de-DE" sz="2800" b="0" i="0" u="none" strike="noStrike" cap="none" spc="0">
                <a:solidFill>
                  <a:schemeClr val="accent2"/>
                </a:solidFill>
                <a:latin typeface="Segoe UI"/>
                <a:ea typeface="Segoe UI"/>
                <a:cs typeface="Segoe UI"/>
              </a:rPr>
              <a:t>Der CFO verkündet ein konzernweites Sparprogramm, und auch eure Security-Initiativen bleiben nicht verschont. Das Budget wird gekürzt</a:t>
            </a:r>
            <a:r>
              <a:rPr lang="de-DE" sz="2800"/>
              <a:t>.</a:t>
            </a:r>
            <a:endParaRPr/>
          </a:p>
        </p:txBody>
      </p:sp>
      <p:sp>
        <p:nvSpPr>
          <p:cNvPr id="1352229100" name="Rechteck 12"/>
          <p:cNvSpPr/>
          <p:nvPr/>
        </p:nvSpPr>
        <p:spPr bwMode="gray">
          <a:xfrm>
            <a:off x="407986" y="1060449"/>
            <a:ext cx="11441112" cy="5313972"/>
          </a:xfrm>
          <a:prstGeom prst="roundRect">
            <a:avLst>
              <a:gd name="adj" fmla="val 6675"/>
            </a:avLst>
          </a:prstGeom>
          <a:noFill/>
          <a:ln w="9525" cap="flat" cmpd="sng" algn="ctr">
            <a:solidFill>
              <a:schemeClr val="accent2">
                <a:lumMod val="10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/>
            <a:noAutofit/>
          </a:bodyPr>
          <a:lstStyle/>
          <a:p>
            <a:pPr algn="ctr">
              <a:lnSpc>
                <a:spcPct val="80000"/>
              </a:lnSpc>
              <a:defRPr/>
            </a:pPr>
            <a:endParaRPr lang="en-US" sz="1400" b="1">
              <a:solidFill>
                <a:schemeClr val="bg1"/>
              </a:solidFill>
            </a:endParaRPr>
          </a:p>
        </p:txBody>
      </p:sp>
      <p:sp>
        <p:nvSpPr>
          <p:cNvPr id="1146678004" name="Text Placeholder 8"/>
          <p:cNvSpPr txBox="1"/>
          <p:nvPr/>
        </p:nvSpPr>
        <p:spPr bwMode="auto">
          <a:xfrm flipH="0" flipV="0">
            <a:off x="606438" y="3866028"/>
            <a:ext cx="10226550" cy="2284753"/>
          </a:xfrm>
          <a:prstGeom prst="rect">
            <a:avLst/>
          </a:prstGeom>
        </p:spPr>
        <p:txBody>
          <a:bodyPr vertOverflow="overflow" horzOverflow="overflow" vert="horz" wrap="square" lIns="0" tIns="0" rIns="0" bIns="0" numCol="1" spcCol="0" rtlCol="0" fromWordArt="0" anchor="t" anchorCtr="0" forceAA="0" upright="0" compatLnSpc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599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599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599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599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599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599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9965" indent="-349965">
              <a:spcAft>
                <a:spcPts val="0"/>
              </a:spcAft>
              <a:buClr>
                <a:schemeClr val="accent1"/>
              </a:buClr>
              <a:buFont typeface="Arial"/>
              <a:buChar char="•"/>
              <a:defRPr/>
            </a:pPr>
            <a:r>
              <a:rPr lang="de-DE" sz="2400" b="0" i="0" u="none" strike="noStrike" cap="none" spc="0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Gesamtbudget −20.000 €</a:t>
            </a:r>
            <a:endParaRPr sz="2400" b="0"/>
          </a:p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5714887" name="Title 2"/>
          <p:cNvSpPr>
            <a:spLocks noGrp="1"/>
          </p:cNvSpPr>
          <p:nvPr>
            <p:ph type="title"/>
          </p:nvPr>
        </p:nvSpPr>
        <p:spPr bwMode="auto">
          <a:xfrm>
            <a:off x="432821" y="352563"/>
            <a:ext cx="10050812" cy="615553"/>
          </a:xfrm>
        </p:spPr>
        <p:txBody>
          <a:bodyPr/>
          <a:lstStyle/>
          <a:p>
            <a:pPr>
              <a:defRPr/>
            </a:pPr>
            <a:r>
              <a:rPr lang="de-DE" sz="4000"/>
              <a:t>OEM-Audit</a:t>
            </a:r>
            <a:endParaRPr/>
          </a:p>
        </p:txBody>
      </p:sp>
      <p:sp>
        <p:nvSpPr>
          <p:cNvPr id="1032333692" name="Content Placeholder 26"/>
          <p:cNvSpPr>
            <a:spLocks noGrp="1"/>
          </p:cNvSpPr>
          <p:nvPr>
            <p:ph type="body" sz="quarter" idx="13"/>
          </p:nvPr>
        </p:nvSpPr>
        <p:spPr bwMode="auto">
          <a:xfrm>
            <a:off x="432821" y="219691"/>
            <a:ext cx="10025977" cy="153888"/>
          </a:xfrm>
        </p:spPr>
        <p:txBody>
          <a:bodyPr/>
          <a:lstStyle/>
          <a:p>
            <a:pPr>
              <a:defRPr/>
            </a:pPr>
            <a:r>
              <a:rPr lang="en-US"/>
              <a:t>Event – </a:t>
            </a:r>
            <a:r>
              <a:rPr lang="de-DE"/>
              <a:t>Nach Welle 2</a:t>
            </a:r>
            <a:endParaRPr lang="en-US"/>
          </a:p>
        </p:txBody>
      </p:sp>
      <p:sp>
        <p:nvSpPr>
          <p:cNvPr id="1322211094" name="Text Placeholder 7"/>
          <p:cNvSpPr>
            <a:spLocks noGrp="1"/>
          </p:cNvSpPr>
          <p:nvPr>
            <p:ph type="body" sz="quarter" idx="14"/>
          </p:nvPr>
        </p:nvSpPr>
        <p:spPr bwMode="auto">
          <a:xfrm flipH="0" flipV="0">
            <a:off x="586771" y="1265073"/>
            <a:ext cx="11071827" cy="1393210"/>
          </a:xfrm>
        </p:spPr>
        <p:txBody>
          <a:bodyPr anchor="t"/>
          <a:lstStyle/>
          <a:p>
            <a:pPr>
              <a:defRPr/>
            </a:pPr>
            <a:r>
              <a:rPr lang="de-DE" sz="2800"/>
              <a:t>Der große Automobilkunde prüft die Sicherheitsstandards. </a:t>
            </a:r>
            <a:r>
              <a:rPr lang="de-DE" sz="2800" b="0" i="0" u="none" strike="noStrike" cap="none" spc="0">
                <a:solidFill>
                  <a:schemeClr val="accent2"/>
                </a:solidFill>
                <a:latin typeface="Segoe UI"/>
                <a:ea typeface="Segoe UI"/>
                <a:cs typeface="Segoe UI"/>
              </a:rPr>
              <a:t>Im Audit zählt nicht, ob ihr „Best-in-Class“ seid - sondern ob ihr die grundlegenden Kontrollen überhaupt verlässlich umgesetzt habt. </a:t>
            </a:r>
            <a:endParaRPr/>
          </a:p>
        </p:txBody>
      </p:sp>
      <p:sp>
        <p:nvSpPr>
          <p:cNvPr id="680727676" name="Text Placeholder 8"/>
          <p:cNvSpPr>
            <a:spLocks noGrp="1"/>
          </p:cNvSpPr>
          <p:nvPr>
            <p:ph type="body" sz="quarter" idx="17"/>
          </p:nvPr>
        </p:nvSpPr>
        <p:spPr bwMode="auto">
          <a:xfrm flipH="0" flipV="0">
            <a:off x="606438" y="3342972"/>
            <a:ext cx="5713070" cy="2670850"/>
          </a:xfrm>
        </p:spPr>
        <p:txBody>
          <a:bodyPr vertOverflow="overflow" horzOverflow="overflow" vert="horz" wrap="square" lIns="0" tIns="0" rIns="0" bIns="0" numCol="1" spcCol="0" rtlCol="0" fromWordArt="0" anchor="t" anchorCtr="0" forceAA="0" upright="0" compatLnSpc="0">
            <a:normAutofit/>
          </a:bodyPr>
          <a:lstStyle/>
          <a:p>
            <a:pPr>
              <a:spcAft>
                <a:spcPts val="0"/>
              </a:spcAft>
              <a:defRPr/>
            </a:pPr>
            <a:r>
              <a:rPr lang="de-DE" sz="2400"/>
              <a:t>Audit Checkliste (mindestens auf Level 1):</a:t>
            </a:r>
            <a:endParaRPr lang="de-DE" sz="2400"/>
          </a:p>
          <a:p>
            <a:pPr marL="349965" indent="-349965">
              <a:spcAft>
                <a:spcPts val="0"/>
              </a:spcAft>
              <a:buClr>
                <a:schemeClr val="accent1"/>
              </a:buClr>
              <a:buFont typeface="Arial"/>
              <a:buChar char="•"/>
              <a:defRPr/>
            </a:pPr>
            <a:r>
              <a:rPr lang="de-DE" sz="2400"/>
              <a:t>M1 IAM/PAM</a:t>
            </a:r>
            <a:endParaRPr lang="de-DE" sz="2400"/>
          </a:p>
          <a:p>
            <a:pPr marL="349965" indent="-349965">
              <a:spcAft>
                <a:spcPts val="0"/>
              </a:spcAft>
              <a:buClr>
                <a:schemeClr val="accent1"/>
              </a:buClr>
              <a:buFont typeface="Arial"/>
              <a:buChar char="•"/>
              <a:defRPr/>
            </a:pPr>
            <a:r>
              <a:rPr lang="de-DE" sz="2400"/>
              <a:t>M2 Logging &amp; SIEM/MDR</a:t>
            </a:r>
            <a:endParaRPr lang="de-DE" sz="2400"/>
          </a:p>
          <a:p>
            <a:pPr marL="349965" indent="-349965">
              <a:spcAft>
                <a:spcPts val="0"/>
              </a:spcAft>
              <a:buClr>
                <a:schemeClr val="accent1"/>
              </a:buClr>
              <a:buFont typeface="Arial"/>
              <a:buChar char="•"/>
              <a:defRPr/>
            </a:pPr>
            <a:r>
              <a:rPr lang="de-DE" sz="2400"/>
              <a:t>M4 Backup &amp; Disaster Recovery</a:t>
            </a:r>
            <a:endParaRPr lang="de-DE" sz="2400"/>
          </a:p>
          <a:p>
            <a:pPr marL="349965" indent="-349965">
              <a:spcAft>
                <a:spcPts val="0"/>
              </a:spcAft>
              <a:buClr>
                <a:schemeClr val="accent1"/>
              </a:buClr>
              <a:buFont typeface="Arial"/>
              <a:buChar char="•"/>
              <a:defRPr/>
            </a:pPr>
            <a:r>
              <a:rPr lang="de-DE" sz="2400"/>
              <a:t>M5 OT/IT-Netz-Segmentierung</a:t>
            </a:r>
            <a:endParaRPr lang="de-DE" sz="2400"/>
          </a:p>
          <a:p>
            <a:pPr marL="349965" indent="-349965">
              <a:spcAft>
                <a:spcPts val="0"/>
              </a:spcAft>
              <a:buClr>
                <a:schemeClr val="accent1"/>
              </a:buClr>
              <a:buFont typeface="Arial"/>
              <a:buChar char="•"/>
              <a:defRPr/>
            </a:pPr>
            <a:r>
              <a:rPr lang="de-DE" sz="2400"/>
              <a:t>M7 Vulnerability &amp; Patch Management</a:t>
            </a:r>
            <a:endParaRPr lang="en-US" sz="2400"/>
          </a:p>
        </p:txBody>
      </p:sp>
      <p:sp>
        <p:nvSpPr>
          <p:cNvPr id="776644786" name="Rechteck 12"/>
          <p:cNvSpPr/>
          <p:nvPr/>
        </p:nvSpPr>
        <p:spPr bwMode="gray">
          <a:xfrm>
            <a:off x="407987" y="1060450"/>
            <a:ext cx="11441113" cy="5313973"/>
          </a:xfrm>
          <a:prstGeom prst="roundRect">
            <a:avLst>
              <a:gd name="adj" fmla="val 6675"/>
            </a:avLst>
          </a:prstGeom>
          <a:noFill/>
          <a:ln w="9525" cap="flat" cmpd="sng" algn="ctr">
            <a:solidFill>
              <a:schemeClr val="accent2">
                <a:lumMod val="10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/>
            <a:noAutofit/>
          </a:bodyPr>
          <a:lstStyle/>
          <a:p>
            <a:pPr algn="ctr">
              <a:lnSpc>
                <a:spcPct val="80000"/>
              </a:lnSpc>
              <a:defRPr/>
            </a:pPr>
            <a:endParaRPr lang="en-US" sz="1400" b="1">
              <a:solidFill>
                <a:schemeClr val="bg1"/>
              </a:solidFill>
            </a:endParaRPr>
          </a:p>
        </p:txBody>
      </p:sp>
      <p:sp>
        <p:nvSpPr>
          <p:cNvPr id="1941448651" name="TextBox 41"/>
          <p:cNvSpPr txBox="1"/>
          <p:nvPr/>
        </p:nvSpPr>
        <p:spPr bwMode="auto">
          <a:xfrm>
            <a:off x="517316" y="2658284"/>
            <a:ext cx="3016018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Bedingung</a:t>
            </a: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 </a:t>
            </a: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erfüllt</a:t>
            </a: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:</a:t>
            </a:r>
            <a:endParaRPr/>
          </a:p>
        </p:txBody>
      </p:sp>
      <p:sp>
        <p:nvSpPr>
          <p:cNvPr id="223787650" name="TextBox 41"/>
          <p:cNvSpPr txBox="1"/>
          <p:nvPr/>
        </p:nvSpPr>
        <p:spPr bwMode="auto">
          <a:xfrm>
            <a:off x="6564333" y="2658284"/>
            <a:ext cx="2097538" cy="518519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de-DE" sz="2800">
                <a:solidFill>
                  <a:schemeClr val="accent1"/>
                </a:solidFill>
                <a:ea typeface="League Spartan"/>
                <a:cs typeface="Poppins"/>
              </a:rPr>
              <a:t>Auswirkung</a:t>
            </a: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:</a:t>
            </a:r>
            <a:endParaRPr/>
          </a:p>
        </p:txBody>
      </p:sp>
      <p:sp>
        <p:nvSpPr>
          <p:cNvPr id="470945052" name="Text Placeholder 8"/>
          <p:cNvSpPr>
            <a:spLocks noGrp="1"/>
          </p:cNvSpPr>
          <p:nvPr/>
        </p:nvSpPr>
        <p:spPr bwMode="auto">
          <a:xfrm flipH="0" flipV="0">
            <a:off x="6564333" y="3342972"/>
            <a:ext cx="4954074" cy="2670849"/>
          </a:xfrm>
        </p:spPr>
        <p:txBody>
          <a:bodyPr vertOverflow="overflow" horzOverflow="overflow" vert="horz" wrap="square" lIns="0" tIns="0" rIns="0" bIns="0" numCol="1" spcCol="0" rtlCol="0" fromWordArt="0" anchor="t" anchorCtr="0" forceAA="0" upright="0" compatLnSpc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599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599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599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599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599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599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9965" indent="-349965">
              <a:spcAft>
                <a:spcPts val="0"/>
              </a:spcAft>
              <a:buClr>
                <a:schemeClr val="accent1"/>
              </a:buClr>
              <a:buFont typeface="Arial"/>
              <a:buChar char="•"/>
              <a:defRPr/>
            </a:pPr>
            <a:r>
              <a:rPr lang="de-DE" sz="2400"/>
              <a:t>0 erfüllt </a:t>
            </a:r>
            <a:r>
              <a:rPr lang="de-DE" sz="2400" b="0" i="0" u="none" strike="noStrike" cap="none" spc="0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→</a:t>
            </a:r>
            <a:r>
              <a:rPr lang="de-DE" sz="2400"/>
              <a:t> KZ -15</a:t>
            </a:r>
            <a:endParaRPr lang="de-DE" sz="2400"/>
          </a:p>
          <a:p>
            <a:pPr marL="349965" indent="-349965">
              <a:spcAft>
                <a:spcPts val="0"/>
              </a:spcAft>
              <a:buClr>
                <a:schemeClr val="accent1"/>
              </a:buClr>
              <a:buFont typeface="Arial"/>
              <a:buChar char="•"/>
              <a:defRPr/>
            </a:pPr>
            <a:r>
              <a:rPr lang="de-DE" sz="2400" b="0" i="0" u="none" strike="noStrike" cap="none" spc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1 erfüllt </a:t>
            </a:r>
            <a:r>
              <a:rPr lang="de-DE" sz="2400" b="0" i="0" u="none" strike="noStrike" cap="none" spc="0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→</a:t>
            </a:r>
            <a:r>
              <a:rPr lang="de-DE" sz="2400" b="0" i="0" u="none" strike="noStrike" cap="none" spc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KZ -5</a:t>
            </a:r>
            <a:endParaRPr sz="2400"/>
          </a:p>
          <a:p>
            <a:pPr marL="349965" indent="-349965">
              <a:spcAft>
                <a:spcPts val="0"/>
              </a:spcAft>
              <a:buClr>
                <a:schemeClr val="accent1"/>
              </a:buClr>
              <a:buFont typeface="Arial"/>
              <a:buChar char="•"/>
              <a:defRPr/>
            </a:pPr>
            <a:r>
              <a:rPr lang="de-DE" sz="2400" b="0" i="0" u="none" strike="noStrike" cap="none" spc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2-3 erfüllt </a:t>
            </a:r>
            <a:r>
              <a:rPr lang="de-DE" sz="2400" b="0" i="0" u="none" strike="noStrike" cap="none" spc="0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→</a:t>
            </a:r>
            <a:r>
              <a:rPr lang="de-DE" sz="2400" b="0" i="0" u="none" strike="noStrike" cap="none" spc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KZ +-0</a:t>
            </a:r>
            <a:endParaRPr sz="2400"/>
          </a:p>
          <a:p>
            <a:pPr marL="349965" indent="-349965">
              <a:spcAft>
                <a:spcPts val="0"/>
              </a:spcAft>
              <a:buClr>
                <a:schemeClr val="accent1"/>
              </a:buClr>
              <a:buFont typeface="Arial"/>
              <a:buChar char="•"/>
              <a:defRPr/>
            </a:pPr>
            <a:r>
              <a:rPr lang="de-DE" sz="2400" b="0" i="0" u="none" strike="noStrike" cap="none" spc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4 erfüllt </a:t>
            </a:r>
            <a:r>
              <a:rPr lang="de-DE" sz="2400" b="0" i="0" u="none" strike="noStrike" cap="none" spc="0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→</a:t>
            </a:r>
            <a:r>
              <a:rPr lang="de-DE" sz="2400" b="0" i="0" u="none" strike="noStrike" cap="none" spc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KZ +5</a:t>
            </a:r>
            <a:endParaRPr sz="2400"/>
          </a:p>
          <a:p>
            <a:pPr marL="349965" indent="-349965">
              <a:spcAft>
                <a:spcPts val="0"/>
              </a:spcAft>
              <a:buClr>
                <a:schemeClr val="accent1"/>
              </a:buClr>
              <a:buFont typeface="Arial"/>
              <a:buChar char="•"/>
              <a:defRPr/>
            </a:pPr>
            <a:r>
              <a:rPr lang="de-DE" sz="2400" b="0" i="0" u="none" strike="noStrike" cap="none" spc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5 erfüllt </a:t>
            </a:r>
            <a:r>
              <a:rPr lang="de-DE" sz="2400" b="0" i="0" u="none" strike="noStrike" cap="none" spc="0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→</a:t>
            </a:r>
            <a:r>
              <a:rPr lang="de-DE" sz="2400" b="0" i="0" u="none" strike="noStrike" cap="none" spc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KZ +15</a:t>
            </a:r>
            <a:endParaRPr sz="2400"/>
          </a:p>
          <a:p>
            <a:pPr marL="349965" indent="-349965">
              <a:spcAft>
                <a:spcPts val="0"/>
              </a:spcAft>
              <a:buClr>
                <a:schemeClr val="accent1"/>
              </a:buClr>
              <a:buFont typeface="Arial"/>
              <a:buChar char="•"/>
              <a:defRPr/>
            </a:pPr>
            <a:endParaRPr lang="en-US" sz="24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26600101" name="Title 2"/>
          <p:cNvSpPr>
            <a:spLocks noGrp="1"/>
          </p:cNvSpPr>
          <p:nvPr>
            <p:ph type="title"/>
          </p:nvPr>
        </p:nvSpPr>
        <p:spPr bwMode="auto">
          <a:xfrm>
            <a:off x="432820" y="352562"/>
            <a:ext cx="10067011" cy="609959"/>
          </a:xfrm>
        </p:spPr>
        <p:txBody>
          <a:bodyPr/>
          <a:lstStyle/>
          <a:p>
            <a:pPr>
              <a:defRPr/>
            </a:pPr>
            <a:r>
              <a:rPr lang="de-DE" sz="4000" b="0" i="0" u="none" strike="noStrike" cap="none" spc="0">
                <a:solidFill>
                  <a:schemeClr val="accent1"/>
                </a:solidFill>
                <a:latin typeface="Segoe UI"/>
                <a:ea typeface="Segoe UI"/>
                <a:cs typeface="Segoe UI"/>
              </a:rPr>
              <a:t>Kritische Schwachstelle</a:t>
            </a:r>
            <a:r>
              <a:rPr lang="de-DE" sz="4000"/>
              <a:t> im System</a:t>
            </a:r>
            <a:endParaRPr/>
          </a:p>
        </p:txBody>
      </p:sp>
      <p:sp>
        <p:nvSpPr>
          <p:cNvPr id="366660656" name="Content Placeholder 26"/>
          <p:cNvSpPr>
            <a:spLocks noGrp="1"/>
          </p:cNvSpPr>
          <p:nvPr>
            <p:ph type="body" sz="quarter" idx="13"/>
          </p:nvPr>
        </p:nvSpPr>
        <p:spPr bwMode="auto">
          <a:xfrm>
            <a:off x="432820" y="221538"/>
            <a:ext cx="10026696" cy="152759"/>
          </a:xfrm>
        </p:spPr>
        <p:txBody>
          <a:bodyPr/>
          <a:lstStyle/>
          <a:p>
            <a:pPr>
              <a:defRPr/>
            </a:pPr>
            <a:r>
              <a:rPr lang="en-US"/>
              <a:t>Event – </a:t>
            </a:r>
            <a:r>
              <a:rPr lang="de-DE"/>
              <a:t>Nach Welle 2</a:t>
            </a:r>
            <a:endParaRPr lang="en-US"/>
          </a:p>
        </p:txBody>
      </p:sp>
      <p:sp>
        <p:nvSpPr>
          <p:cNvPr id="1762070562" name="Text Placeholder 7"/>
          <p:cNvSpPr>
            <a:spLocks noGrp="1"/>
          </p:cNvSpPr>
          <p:nvPr>
            <p:ph type="body" sz="quarter" idx="14"/>
          </p:nvPr>
        </p:nvSpPr>
        <p:spPr bwMode="auto">
          <a:xfrm flipH="0" flipV="0">
            <a:off x="586771" y="1265073"/>
            <a:ext cx="11071827" cy="2163925"/>
          </a:xfrm>
        </p:spPr>
        <p:txBody>
          <a:bodyPr anchor="t"/>
          <a:lstStyle/>
          <a:p>
            <a:pPr>
              <a:defRPr/>
            </a:pPr>
            <a:r>
              <a:rPr lang="de-DE" sz="2800" b="0" i="0" u="none" strike="noStrike" cap="none" spc="0">
                <a:solidFill>
                  <a:schemeClr val="accent2"/>
                </a:solidFill>
                <a:latin typeface="Segoe UI"/>
                <a:ea typeface="Segoe UI"/>
                <a:cs typeface="Segoe UI"/>
              </a:rPr>
              <a:t>Ihr werdet von einem Softwarehersteller informiert: In einem von euch genutzten System wurde eine kritische Schwachstelle entdeckt, die aktiv ausgenutzt werden könnte. Prüft die Umsetzung von M7. </a:t>
            </a:r>
            <a:endParaRPr/>
          </a:p>
        </p:txBody>
      </p:sp>
      <p:sp>
        <p:nvSpPr>
          <p:cNvPr id="1041559245" name="Rechteck 12"/>
          <p:cNvSpPr/>
          <p:nvPr/>
        </p:nvSpPr>
        <p:spPr bwMode="gray">
          <a:xfrm>
            <a:off x="407986" y="1060449"/>
            <a:ext cx="11441112" cy="5313972"/>
          </a:xfrm>
          <a:prstGeom prst="roundRect">
            <a:avLst>
              <a:gd name="adj" fmla="val 6675"/>
            </a:avLst>
          </a:prstGeom>
          <a:noFill/>
          <a:ln w="9525" cap="flat" cmpd="sng" algn="ctr">
            <a:solidFill>
              <a:schemeClr val="accent2">
                <a:lumMod val="10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/>
            <a:noAutofit/>
          </a:bodyPr>
          <a:lstStyle/>
          <a:p>
            <a:pPr algn="ctr">
              <a:lnSpc>
                <a:spcPct val="80000"/>
              </a:lnSpc>
              <a:defRPr/>
            </a:pPr>
            <a:endParaRPr lang="en-US" sz="1400" b="1">
              <a:solidFill>
                <a:schemeClr val="bg1"/>
              </a:solidFill>
            </a:endParaRPr>
          </a:p>
        </p:txBody>
      </p:sp>
      <p:sp>
        <p:nvSpPr>
          <p:cNvPr id="452461958" name="Text Placeholder 8"/>
          <p:cNvSpPr txBox="1"/>
          <p:nvPr/>
        </p:nvSpPr>
        <p:spPr bwMode="auto">
          <a:xfrm flipH="0" flipV="0">
            <a:off x="606438" y="3866029"/>
            <a:ext cx="10226550" cy="2284754"/>
          </a:xfrm>
          <a:prstGeom prst="rect">
            <a:avLst/>
          </a:prstGeom>
        </p:spPr>
        <p:txBody>
          <a:bodyPr vertOverflow="overflow" horzOverflow="overflow" vert="horz" wrap="square" lIns="0" tIns="0" rIns="0" bIns="0" numCol="1" spcCol="0" rtlCol="0" fromWordArt="0" anchor="t" anchorCtr="0" forceAA="0" upright="0" compatLnSpc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599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599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599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599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599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599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9965" marR="0" indent="-34996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Char char="•"/>
              <a:defRPr/>
            </a:pPr>
            <a:r>
              <a:rPr lang="de-DE" sz="2400" b="0" i="0" u="none" strike="noStrike" cap="none" spc="0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Keine Umsetzung (L0): Patch verzögert/chaotisch → KZ −5</a:t>
            </a:r>
            <a:endParaRPr lang="de-DE" sz="2400" b="0" i="0" u="none" strike="noStrike" cap="none" spc="0">
              <a:solidFill>
                <a:schemeClr val="tx1"/>
              </a:solidFill>
              <a:latin typeface="Segoe UI"/>
              <a:cs typeface="Segoe UI"/>
            </a:endParaRPr>
          </a:p>
          <a:p>
            <a:pPr marL="349965" marR="0" indent="-34996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Char char="•"/>
              <a:defRPr/>
            </a:pPr>
            <a:r>
              <a:rPr lang="de-DE" sz="2400" b="0" i="0" u="none" strike="noStrike" cap="none" spc="0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Level 1: Patch gelingt, aber mit Reibung → KZ ±0</a:t>
            </a:r>
            <a:endParaRPr lang="de-DE" sz="2400" b="0" i="0" u="none" strike="noStrike" cap="none" spc="0">
              <a:solidFill>
                <a:schemeClr val="tx1"/>
              </a:solidFill>
              <a:latin typeface="Segoe UI"/>
              <a:cs typeface="Segoe UI"/>
            </a:endParaRPr>
          </a:p>
          <a:p>
            <a:pPr marL="349965" marR="0" indent="-34996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Char char="•"/>
              <a:defRPr/>
            </a:pPr>
            <a:r>
              <a:rPr lang="de-DE" sz="2400" b="0" i="0" u="none" strike="noStrike" cap="none" spc="0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Level 2: Patch planbar und zügig → KZ +3</a:t>
            </a:r>
            <a:endParaRPr lang="de-DE" sz="2400" b="0" i="0" u="none" strike="noStrike" cap="none" spc="0">
              <a:solidFill>
                <a:schemeClr val="tx1"/>
              </a:solidFill>
              <a:latin typeface="Segoe UI"/>
              <a:cs typeface="Segoe UI"/>
            </a:endParaRPr>
          </a:p>
          <a:p>
            <a:pPr marL="349965" marR="0" indent="-34996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Char char="•"/>
              <a:defRPr/>
            </a:pPr>
            <a:r>
              <a:rPr lang="de-DE" sz="2400" b="0" i="0" u="none" strike="noStrike" cap="none" spc="0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Level 3: Patch routiniert, mit Nachweis/Reporting → KZ +7</a:t>
            </a:r>
            <a:endParaRPr sz="2400" b="0" i="0" u="none" strike="noStrike" cap="none" spc="0">
              <a:solidFill>
                <a:schemeClr val="tx1"/>
              </a:solidFill>
              <a:latin typeface="Segoe UI"/>
              <a:cs typeface="Segoe U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6330869" name="Title 2"/>
          <p:cNvSpPr>
            <a:spLocks noGrp="1"/>
          </p:cNvSpPr>
          <p:nvPr>
            <p:ph type="title"/>
          </p:nvPr>
        </p:nvSpPr>
        <p:spPr bwMode="auto">
          <a:xfrm>
            <a:off x="432820" y="352562"/>
            <a:ext cx="10051171" cy="609959"/>
          </a:xfrm>
        </p:spPr>
        <p:txBody>
          <a:bodyPr/>
          <a:lstStyle/>
          <a:p>
            <a:pPr>
              <a:defRPr/>
            </a:pPr>
            <a:r>
              <a:rPr lang="de-DE" sz="4000" b="0" i="0" u="none" strike="noStrike" cap="none" spc="0">
                <a:solidFill>
                  <a:schemeClr val="accent1"/>
                </a:solidFill>
                <a:latin typeface="Segoe UI"/>
                <a:ea typeface="Segoe UI"/>
                <a:cs typeface="Segoe UI"/>
              </a:rPr>
              <a:t>Exzellenz-Bonus</a:t>
            </a:r>
            <a:endParaRPr/>
          </a:p>
        </p:txBody>
      </p:sp>
      <p:sp>
        <p:nvSpPr>
          <p:cNvPr id="1397855500" name="Content Placeholder 26"/>
          <p:cNvSpPr>
            <a:spLocks noGrp="1"/>
          </p:cNvSpPr>
          <p:nvPr>
            <p:ph type="body" sz="quarter" idx="13"/>
          </p:nvPr>
        </p:nvSpPr>
        <p:spPr bwMode="auto">
          <a:xfrm>
            <a:off x="432820" y="221178"/>
            <a:ext cx="10026336" cy="152759"/>
          </a:xfrm>
        </p:spPr>
        <p:txBody>
          <a:bodyPr/>
          <a:lstStyle/>
          <a:p>
            <a:pPr>
              <a:defRPr/>
            </a:pPr>
            <a:r>
              <a:rPr lang="en-US"/>
              <a:t>Event – </a:t>
            </a:r>
            <a:r>
              <a:rPr lang="de-DE"/>
              <a:t>Nach Welle 3</a:t>
            </a:r>
            <a:endParaRPr lang="en-US"/>
          </a:p>
        </p:txBody>
      </p:sp>
      <p:sp>
        <p:nvSpPr>
          <p:cNvPr id="349237044" name="Text Placeholder 7"/>
          <p:cNvSpPr>
            <a:spLocks noGrp="1"/>
          </p:cNvSpPr>
          <p:nvPr>
            <p:ph type="body" sz="quarter" idx="14"/>
          </p:nvPr>
        </p:nvSpPr>
        <p:spPr bwMode="auto">
          <a:xfrm>
            <a:off x="586771" y="1265073"/>
            <a:ext cx="11071827" cy="1166975"/>
          </a:xfrm>
        </p:spPr>
        <p:txBody>
          <a:bodyPr anchor="t"/>
          <a:lstStyle/>
          <a:p>
            <a:pPr>
              <a:defRPr/>
            </a:pPr>
            <a:r>
              <a:rPr lang="de-DE" sz="2800" b="0" i="0" u="none" strike="noStrike" cap="none" spc="0">
                <a:solidFill>
                  <a:schemeClr val="accent2"/>
                </a:solidFill>
                <a:latin typeface="Segoe UI"/>
                <a:ea typeface="Segoe UI"/>
                <a:cs typeface="Segoe UI"/>
              </a:rPr>
              <a:t>Maßnahmen, die nachweislich „enterprise-ready“ umgesetzt sind, erhöhen das Vertrauen. Für jede auf höchstem Niveau betriebene Kontrolle gibt es einen Bonus auf eure Kundenzufriedenheit.</a:t>
            </a:r>
            <a:endParaRPr/>
          </a:p>
        </p:txBody>
      </p:sp>
      <p:sp>
        <p:nvSpPr>
          <p:cNvPr id="848093002" name="Text Placeholder 8"/>
          <p:cNvSpPr>
            <a:spLocks noGrp="1"/>
          </p:cNvSpPr>
          <p:nvPr>
            <p:ph type="body" sz="quarter" idx="17"/>
          </p:nvPr>
        </p:nvSpPr>
        <p:spPr bwMode="auto">
          <a:xfrm>
            <a:off x="606438" y="3057532"/>
            <a:ext cx="10874360" cy="1166976"/>
          </a:xfrm>
        </p:spPr>
        <p:txBody>
          <a:bodyPr>
            <a:normAutofit/>
          </a:bodyPr>
          <a:lstStyle/>
          <a:p>
            <a:pPr>
              <a:spcAft>
                <a:spcPts val="0"/>
              </a:spcAft>
              <a:defRPr/>
            </a:pPr>
            <a:r>
              <a:rPr lang="de-DE" sz="2400" b="0" i="0" u="none" strike="noStrike" cap="none" spc="0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Für jede Maßnahme auf Level 3 erhaltet ihr +5 KZ.</a:t>
            </a:r>
            <a:endParaRPr lang="en-US" sz="2400"/>
          </a:p>
        </p:txBody>
      </p:sp>
      <p:sp>
        <p:nvSpPr>
          <p:cNvPr id="993671675" name="Rechteck 12"/>
          <p:cNvSpPr/>
          <p:nvPr/>
        </p:nvSpPr>
        <p:spPr bwMode="gray">
          <a:xfrm>
            <a:off x="407986" y="1060449"/>
            <a:ext cx="11441112" cy="5313972"/>
          </a:xfrm>
          <a:prstGeom prst="roundRect">
            <a:avLst>
              <a:gd name="adj" fmla="val 6675"/>
            </a:avLst>
          </a:prstGeom>
          <a:noFill/>
          <a:ln w="9525" cap="flat" cmpd="sng" algn="ctr">
            <a:solidFill>
              <a:schemeClr val="accent2">
                <a:lumMod val="10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/>
            <a:noAutofit/>
          </a:bodyPr>
          <a:lstStyle/>
          <a:p>
            <a:pPr algn="ctr">
              <a:lnSpc>
                <a:spcPct val="80000"/>
              </a:lnSpc>
              <a:defRPr/>
            </a:pPr>
            <a:endParaRPr lang="en-US" sz="1400" b="1"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2800219" name="Title 2"/>
          <p:cNvSpPr>
            <a:spLocks noGrp="1"/>
          </p:cNvSpPr>
          <p:nvPr>
            <p:ph type="title"/>
          </p:nvPr>
        </p:nvSpPr>
        <p:spPr bwMode="auto">
          <a:xfrm>
            <a:off x="432820" y="352562"/>
            <a:ext cx="10059811" cy="609959"/>
          </a:xfrm>
        </p:spPr>
        <p:txBody>
          <a:bodyPr/>
          <a:lstStyle/>
          <a:p>
            <a:pPr>
              <a:defRPr/>
            </a:pPr>
            <a:r>
              <a:rPr lang="de-DE" sz="4000"/>
              <a:t>Nervige Authentifizierung</a:t>
            </a:r>
            <a:endParaRPr/>
          </a:p>
        </p:txBody>
      </p:sp>
      <p:sp>
        <p:nvSpPr>
          <p:cNvPr id="71577307" name="Content Placeholder 26"/>
          <p:cNvSpPr>
            <a:spLocks noGrp="1"/>
          </p:cNvSpPr>
          <p:nvPr>
            <p:ph type="body" sz="quarter" idx="13"/>
          </p:nvPr>
        </p:nvSpPr>
        <p:spPr bwMode="auto">
          <a:xfrm>
            <a:off x="432820" y="221178"/>
            <a:ext cx="10026336" cy="152759"/>
          </a:xfrm>
        </p:spPr>
        <p:txBody>
          <a:bodyPr/>
          <a:lstStyle/>
          <a:p>
            <a:pPr>
              <a:defRPr/>
            </a:pPr>
            <a:r>
              <a:rPr lang="en-US"/>
              <a:t>Event – </a:t>
            </a:r>
            <a:r>
              <a:rPr lang="de-DE"/>
              <a:t>Nach Welle 3</a:t>
            </a:r>
            <a:endParaRPr lang="en-US"/>
          </a:p>
        </p:txBody>
      </p:sp>
      <p:sp>
        <p:nvSpPr>
          <p:cNvPr id="1617378596" name="Text Placeholder 7"/>
          <p:cNvSpPr>
            <a:spLocks noGrp="1"/>
          </p:cNvSpPr>
          <p:nvPr>
            <p:ph type="body" sz="quarter" idx="14"/>
          </p:nvPr>
        </p:nvSpPr>
        <p:spPr bwMode="auto">
          <a:xfrm flipH="0" flipV="0">
            <a:off x="586771" y="1265073"/>
            <a:ext cx="11071827" cy="1903700"/>
          </a:xfrm>
        </p:spPr>
        <p:txBody>
          <a:bodyPr anchor="t"/>
          <a:lstStyle/>
          <a:p>
            <a:pPr>
              <a:defRPr/>
            </a:pPr>
            <a:r>
              <a:rPr lang="de-DE" sz="2800" b="0" i="0" u="none" strike="noStrike" cap="none" spc="0">
                <a:solidFill>
                  <a:schemeClr val="accent2"/>
                </a:solidFill>
                <a:latin typeface="Segoe UI"/>
                <a:ea typeface="Segoe UI"/>
                <a:cs typeface="Segoe UI"/>
              </a:rPr>
              <a:t>Ihr zieht die Zugriffskontrollen an, aber die Belegschaft wurde nicht vorbereitet. Die Folge sind viele Support-Tickets und Frust - intern entsteht der Eindruck, dass Security die Arbeit blockiert.</a:t>
            </a:r>
            <a:endParaRPr lang="de-DE" sz="2800" b="0" i="0" u="none" strike="noStrike" cap="none" spc="0">
              <a:solidFill>
                <a:schemeClr val="accent2"/>
              </a:solidFill>
              <a:latin typeface="Segoe UI"/>
              <a:cs typeface="Segoe UI"/>
            </a:endParaRPr>
          </a:p>
        </p:txBody>
      </p:sp>
      <p:sp>
        <p:nvSpPr>
          <p:cNvPr id="1428733621" name="Text Placeholder 8"/>
          <p:cNvSpPr>
            <a:spLocks noGrp="1"/>
          </p:cNvSpPr>
          <p:nvPr>
            <p:ph type="body" sz="quarter" idx="17"/>
          </p:nvPr>
        </p:nvSpPr>
        <p:spPr bwMode="auto">
          <a:xfrm>
            <a:off x="606438" y="3429000"/>
            <a:ext cx="10874360" cy="1166976"/>
          </a:xfrm>
        </p:spPr>
        <p:txBody>
          <a:bodyPr>
            <a:normAutofit/>
          </a:bodyPr>
          <a:lstStyle/>
          <a:p>
            <a:pPr>
              <a:spcAft>
                <a:spcPts val="0"/>
              </a:spcAft>
              <a:defRPr/>
            </a:pPr>
            <a:r>
              <a:rPr lang="de-DE" sz="2400" b="0" i="0" u="none" strike="noStrike" cap="none" spc="0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Wenn M1 ≥ Level 2 und M6 = Level 0 </a:t>
            </a:r>
            <a:r>
              <a:rPr lang="de-DE" sz="2400" b="0" i="0" u="none" strike="noStrike" cap="none" spc="0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→</a:t>
            </a:r>
            <a:r>
              <a:rPr lang="de-DE" sz="2400" b="0" i="0" u="none" strike="noStrike" cap="none" spc="0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 KZ -10</a:t>
            </a:r>
            <a:endParaRPr lang="en-US" sz="2400"/>
          </a:p>
        </p:txBody>
      </p:sp>
      <p:sp>
        <p:nvSpPr>
          <p:cNvPr id="1017735372" name="Rechteck 12"/>
          <p:cNvSpPr/>
          <p:nvPr/>
        </p:nvSpPr>
        <p:spPr bwMode="gray">
          <a:xfrm>
            <a:off x="407986" y="1060449"/>
            <a:ext cx="11441112" cy="5313972"/>
          </a:xfrm>
          <a:prstGeom prst="roundRect">
            <a:avLst>
              <a:gd name="adj" fmla="val 6675"/>
            </a:avLst>
          </a:prstGeom>
          <a:noFill/>
          <a:ln w="9525" cap="flat" cmpd="sng" algn="ctr">
            <a:solidFill>
              <a:schemeClr val="accent2">
                <a:lumMod val="10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/>
            <a:noAutofit/>
          </a:bodyPr>
          <a:lstStyle/>
          <a:p>
            <a:pPr algn="ctr">
              <a:lnSpc>
                <a:spcPct val="80000"/>
              </a:lnSpc>
              <a:defRPr/>
            </a:pPr>
            <a:endParaRPr lang="en-US" sz="1400" b="1"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29050454" name="Title 2"/>
          <p:cNvSpPr>
            <a:spLocks noGrp="1"/>
          </p:cNvSpPr>
          <p:nvPr>
            <p:ph type="title"/>
          </p:nvPr>
        </p:nvSpPr>
        <p:spPr bwMode="auto">
          <a:xfrm>
            <a:off x="432820" y="352562"/>
            <a:ext cx="10055491" cy="609959"/>
          </a:xfrm>
        </p:spPr>
        <p:txBody>
          <a:bodyPr/>
          <a:lstStyle/>
          <a:p>
            <a:pPr>
              <a:defRPr/>
            </a:pPr>
            <a:r>
              <a:rPr lang="de-DE" sz="4000"/>
              <a:t>Budget Review</a:t>
            </a:r>
            <a:endParaRPr/>
          </a:p>
        </p:txBody>
      </p:sp>
      <p:sp>
        <p:nvSpPr>
          <p:cNvPr id="1907039541" name="Content Placeholder 26"/>
          <p:cNvSpPr>
            <a:spLocks noGrp="1"/>
          </p:cNvSpPr>
          <p:nvPr>
            <p:ph type="body" sz="quarter" idx="13"/>
          </p:nvPr>
        </p:nvSpPr>
        <p:spPr bwMode="auto">
          <a:xfrm>
            <a:off x="432820" y="221178"/>
            <a:ext cx="10026336" cy="152759"/>
          </a:xfrm>
        </p:spPr>
        <p:txBody>
          <a:bodyPr/>
          <a:lstStyle/>
          <a:p>
            <a:pPr>
              <a:defRPr/>
            </a:pPr>
            <a:r>
              <a:rPr lang="en-US"/>
              <a:t>Event – </a:t>
            </a:r>
            <a:r>
              <a:rPr lang="de-DE"/>
              <a:t>Nach Welle 3</a:t>
            </a:r>
            <a:endParaRPr lang="en-US"/>
          </a:p>
        </p:txBody>
      </p:sp>
      <p:sp>
        <p:nvSpPr>
          <p:cNvPr id="393130299" name="Text Placeholder 7"/>
          <p:cNvSpPr>
            <a:spLocks noGrp="1"/>
          </p:cNvSpPr>
          <p:nvPr>
            <p:ph type="body" sz="quarter" idx="14"/>
          </p:nvPr>
        </p:nvSpPr>
        <p:spPr bwMode="auto">
          <a:xfrm>
            <a:off x="586771" y="1265073"/>
            <a:ext cx="11071827" cy="1166975"/>
          </a:xfrm>
        </p:spPr>
        <p:txBody>
          <a:bodyPr anchor="t"/>
          <a:lstStyle/>
          <a:p>
            <a:pPr>
              <a:defRPr/>
            </a:pPr>
            <a:r>
              <a:rPr lang="de-DE" sz="2800" b="0" i="0" u="none" strike="noStrike" cap="none" spc="0">
                <a:solidFill>
                  <a:schemeClr val="accent2"/>
                </a:solidFill>
                <a:latin typeface="Segoe UI"/>
                <a:ea typeface="Segoe UI"/>
                <a:cs typeface="Segoe UI"/>
              </a:rPr>
              <a:t>Nach Abschluss eurer Beauftragung macht der CFO den Kassensturz: Nicht nur das Sicherheitsniveau zählt, sondern auch, ob ihr das Budget im Griff hattet.</a:t>
            </a:r>
            <a:endParaRPr/>
          </a:p>
        </p:txBody>
      </p:sp>
      <p:sp>
        <p:nvSpPr>
          <p:cNvPr id="974914400" name="Text Placeholder 8"/>
          <p:cNvSpPr>
            <a:spLocks noGrp="1"/>
          </p:cNvSpPr>
          <p:nvPr>
            <p:ph type="body" sz="quarter" idx="17"/>
          </p:nvPr>
        </p:nvSpPr>
        <p:spPr bwMode="auto">
          <a:xfrm flipH="0" flipV="0">
            <a:off x="606438" y="3057532"/>
            <a:ext cx="10874360" cy="3316889"/>
          </a:xfrm>
        </p:spPr>
        <p:txBody>
          <a:bodyPr vertOverflow="overflow" horzOverflow="overflow" vert="horz" wrap="square" lIns="0" tIns="0" rIns="0" bIns="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lang="de-DE" sz="2400" b="0" i="0" u="none" strike="noStrike" cap="none" spc="0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Prüft euer Restbudget</a:t>
            </a:r>
            <a:r>
              <a:rPr lang="de-DE" sz="2400"/>
              <a:t>.</a:t>
            </a:r>
            <a:endParaRPr lang="de-DE" sz="2400"/>
          </a:p>
          <a:p>
            <a:pPr marL="349965" indent="-349965">
              <a:buClr>
                <a:schemeClr val="accent1"/>
              </a:buClr>
              <a:buFont typeface="Arial"/>
              <a:buChar char="•"/>
              <a:defRPr/>
            </a:pPr>
            <a:r>
              <a:rPr lang="de-DE" sz="2400" b="0" i="0" u="none" strike="noStrike" cap="none" spc="0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Restbudget &lt; 0 € → KZ −15</a:t>
            </a:r>
            <a:endParaRPr lang="de-DE" sz="2400" b="0" i="0" u="none" strike="noStrike" cap="none" spc="0">
              <a:solidFill>
                <a:schemeClr val="tx1"/>
              </a:solidFill>
              <a:latin typeface="Segoe UI"/>
              <a:cs typeface="Segoe UI"/>
            </a:endParaRPr>
          </a:p>
          <a:p>
            <a:pPr marL="349965" indent="-349965">
              <a:buClr>
                <a:schemeClr val="accent1"/>
              </a:buClr>
              <a:buFont typeface="Arial"/>
              <a:buChar char="•"/>
              <a:defRPr/>
            </a:pPr>
            <a:r>
              <a:rPr lang="de-DE" sz="2400" b="0" i="0" u="none" strike="noStrike" cap="none" spc="0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0–25.000 € → KZ ±0</a:t>
            </a:r>
            <a:endParaRPr lang="de-DE" sz="2400" b="0" i="0" u="none" strike="noStrike" cap="none" spc="0">
              <a:solidFill>
                <a:schemeClr val="tx1"/>
              </a:solidFill>
              <a:latin typeface="Segoe UI"/>
              <a:cs typeface="Segoe UI"/>
            </a:endParaRPr>
          </a:p>
          <a:p>
            <a:pPr marL="349965" indent="-349965">
              <a:buClr>
                <a:schemeClr val="accent1"/>
              </a:buClr>
              <a:buFont typeface="Arial"/>
              <a:buChar char="•"/>
              <a:defRPr/>
            </a:pPr>
            <a:r>
              <a:rPr lang="de-DE" sz="2400" b="0" i="0" u="none" strike="noStrike" cap="none" spc="0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25.001–50.000 € → KZ +5</a:t>
            </a:r>
            <a:endParaRPr lang="de-DE" sz="2400" b="0" i="0" u="none" strike="noStrike" cap="none" spc="0">
              <a:solidFill>
                <a:schemeClr val="tx1"/>
              </a:solidFill>
              <a:latin typeface="Segoe UI"/>
              <a:cs typeface="Segoe UI"/>
            </a:endParaRPr>
          </a:p>
          <a:p>
            <a:pPr marL="349965" indent="-349965">
              <a:buClr>
                <a:schemeClr val="accent1"/>
              </a:buClr>
              <a:buFont typeface="Arial"/>
              <a:buChar char="•"/>
              <a:defRPr/>
            </a:pPr>
            <a:r>
              <a:rPr lang="de-DE" sz="2400" b="0" i="0" u="none" strike="noStrike" cap="none" spc="0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50.001–75.000 € → KZ +10</a:t>
            </a:r>
            <a:endParaRPr lang="de-DE" sz="2400" b="0" i="0" u="none" strike="noStrike" cap="none" spc="0">
              <a:solidFill>
                <a:schemeClr val="tx1"/>
              </a:solidFill>
              <a:latin typeface="Segoe UI"/>
              <a:cs typeface="Segoe UI"/>
            </a:endParaRPr>
          </a:p>
          <a:p>
            <a:pPr marL="349965" indent="-349965">
              <a:spcAft>
                <a:spcPts val="0"/>
              </a:spcAft>
              <a:buClr>
                <a:schemeClr val="accent1"/>
              </a:buClr>
              <a:buFont typeface="Arial"/>
              <a:buChar char="•"/>
              <a:defRPr/>
            </a:pPr>
            <a:r>
              <a:rPr lang="de-DE" sz="2400" b="0" i="0" u="none" strike="noStrike" cap="none" spc="0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≥ 75.001 € → KZ +15</a:t>
            </a:r>
            <a:endParaRPr lang="en-US" sz="2400"/>
          </a:p>
        </p:txBody>
      </p:sp>
      <p:sp>
        <p:nvSpPr>
          <p:cNvPr id="61981967" name="Rechteck 12"/>
          <p:cNvSpPr/>
          <p:nvPr/>
        </p:nvSpPr>
        <p:spPr bwMode="gray">
          <a:xfrm>
            <a:off x="407986" y="1060449"/>
            <a:ext cx="11441112" cy="5313972"/>
          </a:xfrm>
          <a:prstGeom prst="roundRect">
            <a:avLst>
              <a:gd name="adj" fmla="val 6675"/>
            </a:avLst>
          </a:prstGeom>
          <a:noFill/>
          <a:ln w="9525" cap="flat" cmpd="sng" algn="ctr">
            <a:solidFill>
              <a:schemeClr val="accent2">
                <a:lumMod val="10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/>
            <a:noAutofit/>
          </a:bodyPr>
          <a:lstStyle/>
          <a:p>
            <a:pPr algn="ctr">
              <a:lnSpc>
                <a:spcPct val="80000"/>
              </a:lnSpc>
              <a:defRPr/>
            </a:pPr>
            <a:endParaRPr lang="en-US" sz="1400" b="1"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MHP">
  <a:themeElements>
    <a:clrScheme name="MHP colors">
      <a:dk1>
        <a:srgbClr val="262626"/>
      </a:dk1>
      <a:lt1>
        <a:srgbClr val="FFFFFF"/>
      </a:lt1>
      <a:dk2>
        <a:srgbClr val="575757"/>
      </a:dk2>
      <a:lt2>
        <a:srgbClr val="B0B0B0"/>
      </a:lt2>
      <a:accent1>
        <a:srgbClr val="000099"/>
      </a:accent1>
      <a:accent2>
        <a:srgbClr val="1612FF"/>
      </a:accent2>
      <a:accent3>
        <a:srgbClr val="CDD6FF"/>
      </a:accent3>
      <a:accent4>
        <a:srgbClr val="DDEF03"/>
      </a:accent4>
      <a:accent5>
        <a:srgbClr val="00CC67"/>
      </a:accent5>
      <a:accent6>
        <a:srgbClr val="575757"/>
      </a:accent6>
      <a:hlink>
        <a:srgbClr val="262626"/>
      </a:hlink>
      <a:folHlink>
        <a:srgbClr val="262626"/>
      </a:folHlink>
    </a:clrScheme>
    <a:fontScheme name="MHP fonts">
      <a:majorFont>
        <a:latin typeface="Segoe UI"/>
        <a:ea typeface="Arial"/>
        <a:cs typeface="Arial"/>
      </a:majorFont>
      <a:minorFont>
        <a:latin typeface="Segoe U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prstGeom prst="rect">
          <a:avLst/>
        </a:prstGeom>
        <a:ln>
          <a:noFill/>
        </a:ln>
      </a:spPr>
      <a:bodyPr/>
      <a:lstStyle/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auto">
        <a:prstGeom prst="rect">
          <a:avLst/>
        </a:prstGeom>
        <a:noFill/>
        <a:ln w="12700">
          <a:solidFill>
            <a:schemeClr val="tx2"/>
          </a:solidFill>
        </a:ln>
      </a:spPr>
      <a:bodyPr/>
      <a:lstStyle/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lnDef>
    <a:txDef>
      <a:spPr bwMode="auto">
        <a:prstGeom prst="rect">
          <a:avLst/>
        </a:prstGeom>
        <a:noFill/>
      </a:spPr>
      <a:bodyPr/>
      <a:lstStyle/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Arial"/>
        <a:cs typeface="Arial"/>
      </a:majorFont>
      <a:minorFont>
        <a:latin typeface="Aptos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 bwMode="auto"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</a:theme>
</file>

<file path=customXml/_rels/item1.xml.rels><?xml version="1.0" encoding="UTF-8" standalone="yes"?><Relationships xmlns="http://schemas.openxmlformats.org/package/2006/relationships"><Relationship  Id="rId1" Type="http://schemas.openxmlformats.org/officeDocument/2006/relationships/customXmlProps" Target="itemProps1.xml"/></Relationships>
</file>

<file path=customXml/_rels/item2.xml.rels><?xml version="1.0" encoding="UTF-8" standalone="yes"?><Relationships xmlns="http://schemas.openxmlformats.org/package/2006/relationships"><Relationship  Id="rId1" Type="http://schemas.openxmlformats.org/officeDocument/2006/relationships/customXmlProps" Target="itemProps2.xml"/></Relationships>
</file>

<file path=customXml/_rels/item3.xml.rels><?xml version="1.0" encoding="UTF-8" standalone="yes"?><Relationships xmlns="http://schemas.openxmlformats.org/package/2006/relationships"><Relationship 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CAD236A75FEEE4D89C8DDCC17F2BFE1" ma:contentTypeVersion="18" ma:contentTypeDescription="Ein neues Dokument erstellen." ma:contentTypeScope="" ma:versionID="48aa947759bd3233cc2444d26638261d">
  <xsd:schema xmlns:xsd="http://www.w3.org/2001/XMLSchema" xmlns:xs="http://www.w3.org/2001/XMLSchema" xmlns:p="http://schemas.microsoft.com/office/2006/metadata/properties" xmlns:ns2="09f2d918-0e3a-466c-9f38-aa4613b31858" xmlns:ns3="49fdd0f7-b5e6-4db2-af4b-ed23e4d5c043" targetNamespace="http://schemas.microsoft.com/office/2006/metadata/properties" ma:root="true" ma:fieldsID="3e2c4945535a62c5b3257ee1736a203e" ns2:_="" ns3:_="">
    <xsd:import namespace="09f2d918-0e3a-466c-9f38-aa4613b31858"/>
    <xsd:import namespace="49fdd0f7-b5e6-4db2-af4b-ed23e4d5c043"/>
    <xsd:element name="properties">
      <xsd:complexType>
        <xsd:sequence>
          <xsd:element name="documentManagement">
            <xsd:complexType>
              <xsd:all>
                <xsd:element ref="ns2:Kontaktname" minOccurs="0"/>
                <xsd:element ref="ns2:AuftragsID" minOccurs="0"/>
                <xsd:element ref="ns2:RefNr" minOccurs="0"/>
                <xsd:element ref="ns2:Kontakt_x0020_E-Mail" minOccurs="0"/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3:SharedWithUsers" minOccurs="0"/>
                <xsd:element ref="ns3:SharedWithDetails" minOccurs="0"/>
                <xsd:element ref="ns2:_x00c4_nderungsdatum" minOccurs="0"/>
                <xsd:element ref="ns2:Datum" minOccurs="0"/>
                <xsd:element ref="ns2:MediaServiceLocation" minOccurs="0"/>
                <xsd:element ref="ns2:FileServerLink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9f2d918-0e3a-466c-9f38-aa4613b31858" elementFormDefault="qualified">
    <xsd:import namespace="http://schemas.microsoft.com/office/2006/documentManagement/types"/>
    <xsd:import namespace="http://schemas.microsoft.com/office/infopath/2007/PartnerControls"/>
    <xsd:element name="Kontaktname" ma:index="8" nillable="true" ma:displayName="Kontaktname" ma:default="" ma:internalName="Kontaktname" ma:readOnly="false">
      <xsd:simpleType>
        <xsd:restriction base="dms:Text">
          <xsd:maxLength value="255"/>
        </xsd:restriction>
      </xsd:simpleType>
    </xsd:element>
    <xsd:element name="AuftragsID" ma:index="9" nillable="true" ma:displayName="AuftragsID" ma:default="" ma:internalName="AuftragsID" ma:readOnly="false">
      <xsd:simpleType>
        <xsd:restriction base="dms:Text">
          <xsd:maxLength value="255"/>
        </xsd:restriction>
      </xsd:simpleType>
    </xsd:element>
    <xsd:element name="RefNr" ma:index="10" nillable="true" ma:displayName="RefNr" ma:format="Dropdown" ma:internalName="RefNr" ma:percentage="FALSE">
      <xsd:simpleType>
        <xsd:restriction base="dms:Number"/>
      </xsd:simpleType>
    </xsd:element>
    <xsd:element name="Kontakt_x0020_E-Mail" ma:index="11" nillable="true" ma:displayName="Kontakt E-Mail" ma:default="" ma:internalName="Kontakt_x0020_E_x002d_Mail">
      <xsd:simpleType>
        <xsd:restriction base="dms:Text">
          <xsd:maxLength value="255"/>
        </xsd:restriction>
      </xsd:simpleType>
    </xsd:element>
    <xsd:element name="MediaServiceMetadata" ma:index="12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3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6" nillable="true" ma:displayName="MediaServiceDateTaken" ma:description="" ma:hidden="true" ma:indexed="true" ma:internalName="MediaServiceDateTaken" ma:readOnly="true">
      <xsd:simpleType>
        <xsd:restriction base="dms:Text"/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Bildmarkierungen" ma:readOnly="false" ma:fieldId="{5cf76f15-5ced-4ddc-b409-7134ff3c332f}" ma:taxonomyMulti="true" ma:sspId="528c2ea2-57a0-4bd9-92b2-10031419a81d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_x00c4_nderungsdatum" ma:index="26" nillable="true" ma:displayName="Änderungsdatum" ma:format="DateTime" ma:internalName="_x00c4_nderungsdatum">
      <xsd:simpleType>
        <xsd:restriction base="dms:DateTime"/>
      </xsd:simpleType>
    </xsd:element>
    <xsd:element name="Datum" ma:index="27" nillable="true" ma:displayName="Datum" ma:format="DateTime" ma:internalName="Datum">
      <xsd:simpleType>
        <xsd:restriction base="dms:DateTime"/>
      </xsd:simpleType>
    </xsd:element>
    <xsd:element name="MediaServiceLocation" ma:index="28" nillable="true" ma:displayName="Location" ma:description="" ma:indexed="true" ma:internalName="MediaServiceLocation" ma:readOnly="true">
      <xsd:simpleType>
        <xsd:restriction base="dms:Text"/>
      </xsd:simpleType>
    </xsd:element>
    <xsd:element name="FileServerLink" ma:index="29" nillable="true" ma:displayName="FileServerLink" ma:format="Dropdown" ma:internalName="FileServerLink">
      <xsd:simpleType>
        <xsd:restriction base="dms:Text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9fdd0f7-b5e6-4db2-af4b-ed23e4d5c043" elementFormDefault="qualified">
    <xsd:import namespace="http://schemas.microsoft.com/office/2006/documentManagement/types"/>
    <xsd:import namespace="http://schemas.microsoft.com/office/infopath/2007/PartnerControls"/>
    <xsd:element name="TaxCatchAll" ma:index="22" nillable="true" ma:displayName="Taxonomy Catch All Column" ma:hidden="true" ma:list="{e8d51961-0080-464c-bfa8-a9a50a62e845}" ma:internalName="TaxCatchAll" ma:showField="CatchAllData" ma:web="49fdd0f7-b5e6-4db2-af4b-ed23e4d5c043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24" nillable="true" ma:displayName="Freigegeben für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5" nillable="true" ma:displayName="Freigegeben für -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This value indicates the number of saves or revisions. The application is responsible for updating this value after each revision.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09f2d918-0e3a-466c-9f38-aa4613b31858">
      <Terms xmlns="http://schemas.microsoft.com/office/infopath/2007/PartnerControls"/>
    </lcf76f155ced4ddcb4097134ff3c332f>
    <RefNr xmlns="09f2d918-0e3a-466c-9f38-aa4613b31858">81646</RefNr>
    <Kontakt_x0020_E-Mail xmlns="09f2d918-0e3a-466c-9f38-aa4613b31858">lennart.brouwer@mhp.com</Kontakt_x0020_E-Mail>
    <_x00c4_nderungsdatum xmlns="09f2d918-0e3a-466c-9f38-aa4613b31858" xsi:nil="true"/>
    <Kontaktname xmlns="09f2d918-0e3a-466c-9f38-aa4613b31858">Lennart Brouwer</Kontaktname>
    <TaxCatchAll xmlns="49fdd0f7-b5e6-4db2-af4b-ed23e4d5c043" xsi:nil="true"/>
    <AuftragsID xmlns="09f2d918-0e3a-466c-9f38-aa4613b31858">9f13ceb6-de91-ef11-8a69-7c1e5276c1c0</AuftragsID>
    <Datum xmlns="09f2d918-0e3a-466c-9f38-aa4613b31858" xsi:nil="true"/>
    <FileServerLink xmlns="09f2d918-0e3a-466c-9f38-aa4613b31858" xsi:nil="true"/>
  </documentManagement>
</p:properties>
</file>

<file path=customXml/itemProps1.xml><?xml version="1.0" encoding="utf-8"?>
<ds:datastoreItem xmlns:ds="http://schemas.openxmlformats.org/officeDocument/2006/customXml" ds:itemID="{C6BB501E-27C9-4499-ACE1-B77D2856412E}">
  <ds:schemaRefs>
    <ds:schemaRef ds:uri="09f2d918-0e3a-466c-9f38-aa4613b31858"/>
    <ds:schemaRef ds:uri="49fdd0f7-b5e6-4db2-af4b-ed23e4d5c043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  <ds:schemaRef ds:uri="http://www.w3.org/2001/XMLSchema-instance"/>
  </ds:schemaRefs>
</ds:datastoreItem>
</file>

<file path=customXml/itemProps2.xml><?xml version="1.0" encoding="utf-8"?>
<ds:datastoreItem xmlns:ds="http://schemas.openxmlformats.org/officeDocument/2006/customXml" ds:itemID="{8915BD6A-166C-4698-BC7C-77F6986BB761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A9CEE26-62B3-4470-8830-97A56F89C059}">
  <ds:schemaRefs>
    <ds:schemaRef ds:uri="http://schemas.microsoft.com/office/2006/metadata/properties"/>
    <ds:schemaRef ds:uri="http://purl.org/dc/terms/"/>
    <ds:schemaRef ds:uri="http://www.w3.org/XML/1998/namespace"/>
    <ds:schemaRef ds:uri="http://purl.org/dc/elements/1.1/"/>
    <ds:schemaRef ds:uri="http://schemas.openxmlformats.org/package/2006/metadata/core-properties"/>
    <ds:schemaRef ds:uri="http://schemas.microsoft.com/office/2006/documentManagement/types"/>
    <ds:schemaRef ds:uri="http://purl.org/dc/dcmitype/"/>
    <ds:schemaRef ds:uri="http://schemas.microsoft.com/office/infopath/2007/PartnerControls"/>
    <ds:schemaRef ds:uri="49fdd0f7-b5e6-4db2-af4b-ed23e4d5c043"/>
    <ds:schemaRef ds:uri="09f2d918-0e3a-466c-9f38-aa4613b31858"/>
    <ds:schemaRef ds:uri="http://www.w3.org/2001/XMLSchema-instan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ONLYOFFICE/9.1.0.167</Application>
  <PresentationFormat>On-screen Show (4:3)</PresentationFormat>
  <Paragraphs>0</Paragraphs>
  <Slides>9</Slides>
  <Notes>9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/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Platzhaltertitel</dc:title>
  <dc:creator>Sophia Rybing | i-pointing</dc:creator>
  <cp:lastModifiedBy/>
  <cp:revision>11</cp:revision>
  <dcterms:created xsi:type="dcterms:W3CDTF">2024-05-08T11:14:55Z</dcterms:created>
  <dcterms:modified xsi:type="dcterms:W3CDTF">2026-01-28T02:35:23Z</dcterms:modified>
</cp:coreProperties>
</file>