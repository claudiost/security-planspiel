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7"/>
  </p:sldMasterIdLst>
  <p:notesMasterIdLst>
    <p:notesMasterId r:id="rId1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custDataLst>
    <p:custData r:id="rId4"/>
    <p:custData r:id="rId6"/>
    <p:custData r:id="rId5"/>
  </p:custDataLst>
  <p:defaultTextStyle>
    <a:defPPr>
      <a:defRPr lang="de-DE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3867D6-ECB3-442C-B3E6-F7AB9A78C606}" v="10" dt="2026-07-06T09:45:04.7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1232" y="26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1.xml"/><Relationship Id="rId12" Type="http://schemas.openxmlformats.org/officeDocument/2006/relationships/slide" Target="slides/slide5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slide" Target="slides/slide4.xml"/><Relationship Id="rId5" Type="http://schemas.openxmlformats.org/officeDocument/2006/relationships/customXml" Target="../customXml/item5.xml"/><Relationship Id="rId15" Type="http://schemas.openxmlformats.org/officeDocument/2006/relationships/slide" Target="slides/slide8.xml"/><Relationship Id="rId23" Type="http://schemas.microsoft.com/office/2015/10/relationships/revisionInfo" Target="revisionInfo.xml"/><Relationship Id="rId10" Type="http://schemas.openxmlformats.org/officeDocument/2006/relationships/slide" Target="slides/slide3.xml"/><Relationship Id="rId19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udio Stanullo" userId="dba1d744-7cfc-492a-9ae8-eb2056c5920d" providerId="ADAL" clId="{0014E2D0-9B37-4D88-9C4D-8C300ABDD0C2}"/>
    <pc:docChg chg="undo custSel modSld">
      <pc:chgData name="Claudio Stanullo" userId="dba1d744-7cfc-492a-9ae8-eb2056c5920d" providerId="ADAL" clId="{0014E2D0-9B37-4D88-9C4D-8C300ABDD0C2}" dt="2026-07-06T09:45:04.798" v="27"/>
      <pc:docMkLst>
        <pc:docMk/>
      </pc:docMkLst>
      <pc:sldChg chg="addSp modSp mod">
        <pc:chgData name="Claudio Stanullo" userId="dba1d744-7cfc-492a-9ae8-eb2056c5920d" providerId="ADAL" clId="{0014E2D0-9B37-4D88-9C4D-8C300ABDD0C2}" dt="2026-07-06T09:43:53.576" v="10" actId="13822"/>
        <pc:sldMkLst>
          <pc:docMk/>
          <pc:sldMk cId="0" sldId="256"/>
        </pc:sldMkLst>
        <pc:spChg chg="add mod">
          <ac:chgData name="Claudio Stanullo" userId="dba1d744-7cfc-492a-9ae8-eb2056c5920d" providerId="ADAL" clId="{0014E2D0-9B37-4D88-9C4D-8C300ABDD0C2}" dt="2026-07-06T09:43:53.576" v="10" actId="13822"/>
          <ac:spMkLst>
            <pc:docMk/>
            <pc:sldMk cId="0" sldId="256"/>
            <ac:spMk id="2" creationId="{9A93CD1D-3255-62E4-C4FE-AE028712516E}"/>
          </ac:spMkLst>
        </pc:spChg>
      </pc:sldChg>
      <pc:sldChg chg="addSp modSp">
        <pc:chgData name="Claudio Stanullo" userId="dba1d744-7cfc-492a-9ae8-eb2056c5920d" providerId="ADAL" clId="{0014E2D0-9B37-4D88-9C4D-8C300ABDD0C2}" dt="2026-07-06T09:44:01.034" v="11"/>
        <pc:sldMkLst>
          <pc:docMk/>
          <pc:sldMk cId="0" sldId="257"/>
        </pc:sldMkLst>
        <pc:spChg chg="add mod">
          <ac:chgData name="Claudio Stanullo" userId="dba1d744-7cfc-492a-9ae8-eb2056c5920d" providerId="ADAL" clId="{0014E2D0-9B37-4D88-9C4D-8C300ABDD0C2}" dt="2026-07-06T09:44:01.034" v="11"/>
          <ac:spMkLst>
            <pc:docMk/>
            <pc:sldMk cId="0" sldId="257"/>
            <ac:spMk id="2" creationId="{091CD933-508A-58EB-54FE-B42E71CE61DF}"/>
          </ac:spMkLst>
        </pc:spChg>
      </pc:sldChg>
      <pc:sldChg chg="addSp modSp">
        <pc:chgData name="Claudio Stanullo" userId="dba1d744-7cfc-492a-9ae8-eb2056c5920d" providerId="ADAL" clId="{0014E2D0-9B37-4D88-9C4D-8C300ABDD0C2}" dt="2026-07-06T09:44:03.252" v="12"/>
        <pc:sldMkLst>
          <pc:docMk/>
          <pc:sldMk cId="0" sldId="258"/>
        </pc:sldMkLst>
        <pc:spChg chg="add mod">
          <ac:chgData name="Claudio Stanullo" userId="dba1d744-7cfc-492a-9ae8-eb2056c5920d" providerId="ADAL" clId="{0014E2D0-9B37-4D88-9C4D-8C300ABDD0C2}" dt="2026-07-06T09:44:03.252" v="12"/>
          <ac:spMkLst>
            <pc:docMk/>
            <pc:sldMk cId="0" sldId="258"/>
            <ac:spMk id="2" creationId="{330C2C30-A2FB-DE4A-1D83-93C78531A761}"/>
          </ac:spMkLst>
        </pc:spChg>
      </pc:sldChg>
      <pc:sldChg chg="addSp modSp mod">
        <pc:chgData name="Claudio Stanullo" userId="dba1d744-7cfc-492a-9ae8-eb2056c5920d" providerId="ADAL" clId="{0014E2D0-9B37-4D88-9C4D-8C300ABDD0C2}" dt="2026-07-06T09:44:25.589" v="16" actId="13822"/>
        <pc:sldMkLst>
          <pc:docMk/>
          <pc:sldMk cId="0" sldId="259"/>
        </pc:sldMkLst>
        <pc:spChg chg="add mod">
          <ac:chgData name="Claudio Stanullo" userId="dba1d744-7cfc-492a-9ae8-eb2056c5920d" providerId="ADAL" clId="{0014E2D0-9B37-4D88-9C4D-8C300ABDD0C2}" dt="2026-07-06T09:44:25.589" v="16" actId="13822"/>
          <ac:spMkLst>
            <pc:docMk/>
            <pc:sldMk cId="0" sldId="259"/>
            <ac:spMk id="2" creationId="{B8C3B5C1-18EF-F6EF-A6D0-E0876D38D86A}"/>
          </ac:spMkLst>
        </pc:spChg>
      </pc:sldChg>
      <pc:sldChg chg="addSp modSp mod">
        <pc:chgData name="Claudio Stanullo" userId="dba1d744-7cfc-492a-9ae8-eb2056c5920d" providerId="ADAL" clId="{0014E2D0-9B37-4D88-9C4D-8C300ABDD0C2}" dt="2026-07-06T09:44:42.894" v="20" actId="1036"/>
        <pc:sldMkLst>
          <pc:docMk/>
          <pc:sldMk cId="0" sldId="260"/>
        </pc:sldMkLst>
        <pc:spChg chg="add mod">
          <ac:chgData name="Claudio Stanullo" userId="dba1d744-7cfc-492a-9ae8-eb2056c5920d" providerId="ADAL" clId="{0014E2D0-9B37-4D88-9C4D-8C300ABDD0C2}" dt="2026-07-06T09:44:30.319" v="17"/>
          <ac:spMkLst>
            <pc:docMk/>
            <pc:sldMk cId="0" sldId="260"/>
            <ac:spMk id="2" creationId="{00EA6EC3-923D-9D87-A21A-AC724385A450}"/>
          </ac:spMkLst>
        </pc:spChg>
        <pc:spChg chg="add mod">
          <ac:chgData name="Claudio Stanullo" userId="dba1d744-7cfc-492a-9ae8-eb2056c5920d" providerId="ADAL" clId="{0014E2D0-9B37-4D88-9C4D-8C300ABDD0C2}" dt="2026-07-06T09:44:42.894" v="20" actId="1036"/>
          <ac:spMkLst>
            <pc:docMk/>
            <pc:sldMk cId="0" sldId="260"/>
            <ac:spMk id="3" creationId="{A842AC47-E46D-86DF-9824-162DEEF0F6E1}"/>
          </ac:spMkLst>
        </pc:spChg>
      </pc:sldChg>
      <pc:sldChg chg="addSp modSp">
        <pc:chgData name="Claudio Stanullo" userId="dba1d744-7cfc-492a-9ae8-eb2056c5920d" providerId="ADAL" clId="{0014E2D0-9B37-4D88-9C4D-8C300ABDD0C2}" dt="2026-07-06T09:44:45.438" v="21"/>
        <pc:sldMkLst>
          <pc:docMk/>
          <pc:sldMk cId="0" sldId="261"/>
        </pc:sldMkLst>
        <pc:spChg chg="add mod">
          <ac:chgData name="Claudio Stanullo" userId="dba1d744-7cfc-492a-9ae8-eb2056c5920d" providerId="ADAL" clId="{0014E2D0-9B37-4D88-9C4D-8C300ABDD0C2}" dt="2026-07-06T09:44:45.438" v="21"/>
          <ac:spMkLst>
            <pc:docMk/>
            <pc:sldMk cId="0" sldId="261"/>
            <ac:spMk id="2" creationId="{487AD7C5-772B-BD5D-BA5A-BCA67606989E}"/>
          </ac:spMkLst>
        </pc:spChg>
      </pc:sldChg>
      <pc:sldChg chg="addSp modSp mod">
        <pc:chgData name="Claudio Stanullo" userId="dba1d744-7cfc-492a-9ae8-eb2056c5920d" providerId="ADAL" clId="{0014E2D0-9B37-4D88-9C4D-8C300ABDD0C2}" dt="2026-07-06T09:44:56.219" v="25" actId="13822"/>
        <pc:sldMkLst>
          <pc:docMk/>
          <pc:sldMk cId="0" sldId="262"/>
        </pc:sldMkLst>
        <pc:spChg chg="add mod">
          <ac:chgData name="Claudio Stanullo" userId="dba1d744-7cfc-492a-9ae8-eb2056c5920d" providerId="ADAL" clId="{0014E2D0-9B37-4D88-9C4D-8C300ABDD0C2}" dt="2026-07-06T09:44:56.219" v="25" actId="13822"/>
          <ac:spMkLst>
            <pc:docMk/>
            <pc:sldMk cId="0" sldId="262"/>
            <ac:spMk id="2" creationId="{70F998D3-F3F7-C897-5764-F77F55DF44AA}"/>
          </ac:spMkLst>
        </pc:spChg>
      </pc:sldChg>
      <pc:sldChg chg="addSp modSp">
        <pc:chgData name="Claudio Stanullo" userId="dba1d744-7cfc-492a-9ae8-eb2056c5920d" providerId="ADAL" clId="{0014E2D0-9B37-4D88-9C4D-8C300ABDD0C2}" dt="2026-07-06T09:45:02.944" v="26"/>
        <pc:sldMkLst>
          <pc:docMk/>
          <pc:sldMk cId="0" sldId="263"/>
        </pc:sldMkLst>
        <pc:spChg chg="add mod">
          <ac:chgData name="Claudio Stanullo" userId="dba1d744-7cfc-492a-9ae8-eb2056c5920d" providerId="ADAL" clId="{0014E2D0-9B37-4D88-9C4D-8C300ABDD0C2}" dt="2026-07-06T09:45:02.944" v="26"/>
          <ac:spMkLst>
            <pc:docMk/>
            <pc:sldMk cId="0" sldId="263"/>
            <ac:spMk id="2" creationId="{4BD719C2-2834-2CEC-69A5-0D4E4118E009}"/>
          </ac:spMkLst>
        </pc:spChg>
      </pc:sldChg>
      <pc:sldChg chg="addSp modSp">
        <pc:chgData name="Claudio Stanullo" userId="dba1d744-7cfc-492a-9ae8-eb2056c5920d" providerId="ADAL" clId="{0014E2D0-9B37-4D88-9C4D-8C300ABDD0C2}" dt="2026-07-06T09:45:04.798" v="27"/>
        <pc:sldMkLst>
          <pc:docMk/>
          <pc:sldMk cId="0" sldId="264"/>
        </pc:sldMkLst>
        <pc:spChg chg="add mod">
          <ac:chgData name="Claudio Stanullo" userId="dba1d744-7cfc-492a-9ae8-eb2056c5920d" providerId="ADAL" clId="{0014E2D0-9B37-4D88-9C4D-8C300ABDD0C2}" dt="2026-07-06T09:45:04.798" v="27"/>
          <ac:spMkLst>
            <pc:docMk/>
            <pc:sldMk cId="0" sldId="264"/>
            <ac:spMk id="2" creationId="{A964F171-3375-9E40-A479-8A93676B9BE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904864" name="Kopfzeilenplatzhalt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0687669" name="Datumsplatzhalt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9BAC601-79EC-4230-922D-8A80BCD7E733}" type="datetimeFigureOut">
              <a:rPr lang="en-CA"/>
              <a:t>2026-07-06</a:t>
            </a:fld>
            <a:endParaRPr lang="en-CA"/>
          </a:p>
        </p:txBody>
      </p:sp>
      <p:sp>
        <p:nvSpPr>
          <p:cNvPr id="1774093685" name="Folienbildplatzhalt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CA"/>
          </a:p>
        </p:txBody>
      </p:sp>
      <p:sp>
        <p:nvSpPr>
          <p:cNvPr id="1402211129" name="Notizenplatzhalt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 lang="en-CA"/>
          </a:p>
        </p:txBody>
      </p:sp>
      <p:sp>
        <p:nvSpPr>
          <p:cNvPr id="484137976" name="Fußzeilenplatzhalt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25407690" name="Foliennummernplatzhalt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4446FB33-408D-4E42-9983-6C93B3CEFE46}" type="slidenum">
              <a:rPr lang="en-CA"/>
              <a:t>‹Nr.›</a:t>
            </a:fld>
            <a:endParaRPr lang="en-C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41916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10131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827777084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C588CE55-D7C9-5CBB-EB4F-EE2E9CB20D76}" type="slidenum">
              <a:rPr lang="en-CA"/>
              <a:t>1</a:t>
            </a:fld>
            <a:endParaRPr lang="en-C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4055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02406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353544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FD642E8-E52A-0C2B-AE22-206D1C6E415D}" type="slidenum">
              <a:rPr lang="en-CA"/>
              <a:t>2</a:t>
            </a:fld>
            <a:endParaRPr lang="en-C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9629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625664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51762155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8F93770A-165D-7910-31E0-1B651AD795FE}" type="slidenum">
              <a:rPr lang="en-CA"/>
              <a:t>3</a:t>
            </a:fld>
            <a:endParaRPr lang="en-CA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80524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552488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28544574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07C2A6BA-84E6-3C23-C2E1-505729CBEE49}" type="slidenum">
              <a:rPr lang="en-CA"/>
              <a:t>4</a:t>
            </a:fld>
            <a:endParaRPr lang="en-CA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59246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33452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5614024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4446FB33-408D-4E42-9983-6C93B3CEFE46}" type="slidenum">
              <a:rPr lang="en-CA"/>
              <a:t>5</a:t>
            </a:fld>
            <a:endParaRPr lang="en-CA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162645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888053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128351693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EB9C6BDD-37CF-F2B3-3877-1C06F082902A}" type="slidenum">
              <a:rPr lang="en-CA"/>
              <a:t>6</a:t>
            </a:fld>
            <a:endParaRPr lang="en-CA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373177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458013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594187717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1775253-EC1C-6227-147D-E8627F2E0702}" type="slidenum">
              <a:rPr lang="en-CA"/>
              <a:t>7</a:t>
            </a:fld>
            <a:endParaRPr lang="en-CA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00180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885892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001154506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1566719F-DFC7-A5C7-2E91-60FFA5554206}" type="slidenum">
              <a:rPr lang="en-CA"/>
              <a:t>8</a:t>
            </a:fld>
            <a:endParaRPr lang="en-CA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87937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15177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279831281" name="Slide Number Placeholder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B7432696-F370-DE92-79D4-4C2BFBAAB421}" type="slidenum">
              <a:rPr lang="en-CA"/>
              <a:t>9</a:t>
            </a:fld>
            <a:endParaRPr lang="en-CA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le_Simpl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63999" name="Rechteck 43"/>
          <p:cNvSpPr/>
          <p:nvPr userDrawn="1"/>
        </p:nvSpPr>
        <p:spPr bwMode="white">
          <a:xfrm>
            <a:off x="1381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89804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770726878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presentation titlE</a:t>
            </a:r>
            <a:endParaRPr lang="en-CA"/>
          </a:p>
        </p:txBody>
      </p:sp>
      <p:sp>
        <p:nvSpPr>
          <p:cNvPr id="579863091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Quote-No. </a:t>
            </a:r>
            <a:endParaRPr lang="en-CA"/>
          </a:p>
        </p:txBody>
      </p:sp>
      <p:grpSp>
        <p:nvGrpSpPr>
          <p:cNvPr id="1229022592" name="Gruppieren 14"/>
          <p:cNvGrpSpPr/>
          <p:nvPr userDrawn="1"/>
        </p:nvGrpSpPr>
        <p:grpSpPr bwMode="black">
          <a:xfrm>
            <a:off x="5051482" y="1484313"/>
            <a:ext cx="2089038" cy="833340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76497825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le_Client Logo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957927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326620360" name="Gruppieren 14"/>
          <p:cNvGrpSpPr/>
          <p:nvPr/>
        </p:nvGrpSpPr>
        <p:grpSpPr bwMode="black">
          <a:xfrm>
            <a:off x="6678254" y="1489175"/>
            <a:ext cx="1750997" cy="698495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517847483" name="Text Placeholder 35"/>
          <p:cNvSpPr>
            <a:spLocks noGrp="1"/>
          </p:cNvSpPr>
          <p:nvPr>
            <p:ph type="body" sz="quarter" idx="11" hasCustomPrompt="1"/>
          </p:nvPr>
        </p:nvSpPr>
        <p:spPr bwMode="auto">
          <a:xfrm>
            <a:off x="3570471" y="1484313"/>
            <a:ext cx="1943100" cy="6984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en-CA"/>
              <a:t>Dedicated placeholder for client logo</a:t>
            </a:r>
            <a:endParaRPr/>
          </a:p>
        </p:txBody>
      </p:sp>
      <p:sp>
        <p:nvSpPr>
          <p:cNvPr id="1497859367" name="Titel 1"/>
          <p:cNvSpPr>
            <a:spLocks noGrp="1"/>
          </p:cNvSpPr>
          <p:nvPr>
            <p:ph type="ctrTitle" hasCustomPrompt="1"/>
          </p:nvPr>
        </p:nvSpPr>
        <p:spPr bwMode="auto">
          <a:xfrm>
            <a:off x="1524000" y="3350659"/>
            <a:ext cx="9144000" cy="553998"/>
          </a:xfrm>
        </p:spPr>
        <p:txBody>
          <a:bodyPr vert="horz" anchor="t"/>
          <a:lstStyle>
            <a:lvl1pPr algn="ctr">
              <a:defRPr sz="36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Add presentation titlE</a:t>
            </a:r>
            <a:endParaRPr lang="en-CA"/>
          </a:p>
        </p:txBody>
      </p:sp>
      <p:sp>
        <p:nvSpPr>
          <p:cNvPr id="118429624" name="Untertitel 2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524000" y="5441245"/>
            <a:ext cx="9144000" cy="276999"/>
          </a:xfrm>
        </p:spPr>
        <p:txBody>
          <a:bodyPr>
            <a:spAutoFit/>
          </a:bodyPr>
          <a:lstStyle>
            <a:lvl1pPr marL="0" indent="0" algn="ctr">
              <a:buNone/>
              <a:defRPr sz="1800" cap="all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de-DE"/>
              <a:t>MHP Quote-No. </a:t>
            </a:r>
            <a:endParaRPr lang="en-CA"/>
          </a:p>
        </p:txBody>
      </p:sp>
      <p:sp>
        <p:nvSpPr>
          <p:cNvPr id="697361360" name="Textplatzhalter 42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5558009" y="6019840"/>
            <a:ext cx="1103602" cy="361910"/>
          </a:xfrm>
          <a:prstGeom prst="roundRect">
            <a:avLst>
              <a:gd name="adj" fmla="val 50000"/>
            </a:avLst>
          </a:prstGeom>
          <a:ln>
            <a:solidFill>
              <a:schemeClr val="bg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ctr">
              <a:buNone/>
              <a:defRPr sz="1200" cap="all">
                <a:solidFill>
                  <a:schemeClr val="bg1"/>
                </a:solidFill>
              </a:defRPr>
            </a:lvl1pPr>
            <a:lvl2pPr marL="252000" indent="0" algn="ctr">
              <a:buNone/>
              <a:defRPr>
                <a:solidFill>
                  <a:schemeClr val="bg1"/>
                </a:solidFill>
              </a:defRPr>
            </a:lvl2pPr>
            <a:lvl3pPr marL="504000" indent="0" algn="ctr">
              <a:buNone/>
              <a:defRPr>
                <a:solidFill>
                  <a:schemeClr val="bg1"/>
                </a:solidFill>
              </a:defRPr>
            </a:lvl3pPr>
            <a:lvl4pPr marL="756000" indent="0" algn="ctr">
              <a:buNone/>
              <a:defRPr>
                <a:solidFill>
                  <a:schemeClr val="bg1"/>
                </a:solidFill>
              </a:defRPr>
            </a:lvl4pPr>
            <a:lvl5pPr marL="1008000" indent="0" algn="ctr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Place, Date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Agenda white_2 line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1269134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801781967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50510464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224422014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83628214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06.07.2026</a:t>
            </a:fld>
            <a:endParaRPr lang="en-CA"/>
          </a:p>
        </p:txBody>
      </p:sp>
      <p:sp>
        <p:nvSpPr>
          <p:cNvPr id="1751014349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27452778" name="Rechteck 6"/>
          <p:cNvSpPr/>
          <p:nvPr userDrawn="1"/>
        </p:nvSpPr>
        <p:spPr bwMode="ltGray">
          <a:xfrm>
            <a:off x="0" y="9625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67146054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73092548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31762351" name="Textplatzhalter 82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321451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991761178" name="Textplatzhalter 82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4321451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920922230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394665618" name="Textplatzhalter 82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4321451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844053481" name="Textplatzhalter 82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4321451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2080770958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818855280" name="Textplatzhalter 82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1451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523795970" name="Textplatzhalter 82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4321451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2091753295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647807545" name="Textplatzhalter 82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4321451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216378522" name="Textplatzhalter 82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4321451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268426066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1070959490" name="Textplatzhalter 82"/>
          <p:cNvSpPr>
            <a:spLocks noGrp="1"/>
          </p:cNvSpPr>
          <p:nvPr>
            <p:ph type="body" sz="quarter" idx="55" hasCustomPrompt="1"/>
          </p:nvPr>
        </p:nvSpPr>
        <p:spPr bwMode="auto">
          <a:xfrm>
            <a:off x="8544015" y="2591136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5</a:t>
            </a:r>
            <a:endParaRPr lang="en-CA"/>
          </a:p>
        </p:txBody>
      </p:sp>
      <p:sp>
        <p:nvSpPr>
          <p:cNvPr id="628433573" name="Textplatzhalter 82"/>
          <p:cNvSpPr>
            <a:spLocks noGrp="1"/>
          </p:cNvSpPr>
          <p:nvPr>
            <p:ph type="body" sz="quarter" idx="56" hasCustomPrompt="1"/>
          </p:nvPr>
        </p:nvSpPr>
        <p:spPr bwMode="auto">
          <a:xfrm>
            <a:off x="8544015" y="2938873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1490537016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488646358" name="Textplatzhalter 82"/>
          <p:cNvSpPr>
            <a:spLocks noGrp="1"/>
          </p:cNvSpPr>
          <p:nvPr>
            <p:ph type="body" sz="quarter" idx="57" hasCustomPrompt="1"/>
          </p:nvPr>
        </p:nvSpPr>
        <p:spPr bwMode="auto">
          <a:xfrm>
            <a:off x="8544015" y="3572059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6</a:t>
            </a:r>
            <a:endParaRPr lang="en-CA"/>
          </a:p>
        </p:txBody>
      </p:sp>
      <p:sp>
        <p:nvSpPr>
          <p:cNvPr id="1837862896" name="Textplatzhalter 82"/>
          <p:cNvSpPr>
            <a:spLocks noGrp="1"/>
          </p:cNvSpPr>
          <p:nvPr>
            <p:ph type="body" sz="quarter" idx="58" hasCustomPrompt="1"/>
          </p:nvPr>
        </p:nvSpPr>
        <p:spPr bwMode="auto">
          <a:xfrm>
            <a:off x="8544015" y="3919795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774256056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820068201" name="Textplatzhalter 82"/>
          <p:cNvSpPr>
            <a:spLocks noGrp="1"/>
          </p:cNvSpPr>
          <p:nvPr>
            <p:ph type="body" sz="quarter" idx="59" hasCustomPrompt="1"/>
          </p:nvPr>
        </p:nvSpPr>
        <p:spPr bwMode="auto">
          <a:xfrm>
            <a:off x="8544015" y="4552982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7</a:t>
            </a:r>
            <a:endParaRPr lang="en-CA"/>
          </a:p>
        </p:txBody>
      </p:sp>
      <p:sp>
        <p:nvSpPr>
          <p:cNvPr id="2070398411" name="Textplatzhalter 82"/>
          <p:cNvSpPr>
            <a:spLocks noGrp="1"/>
          </p:cNvSpPr>
          <p:nvPr>
            <p:ph type="body" sz="quarter" idx="60" hasCustomPrompt="1"/>
          </p:nvPr>
        </p:nvSpPr>
        <p:spPr bwMode="auto">
          <a:xfrm>
            <a:off x="8544015" y="4900719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461614121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692894828" name="Textplatzhalter 82"/>
          <p:cNvSpPr>
            <a:spLocks noGrp="1"/>
          </p:cNvSpPr>
          <p:nvPr>
            <p:ph type="body" sz="quarter" idx="61" hasCustomPrompt="1"/>
          </p:nvPr>
        </p:nvSpPr>
        <p:spPr bwMode="auto">
          <a:xfrm>
            <a:off x="8544015" y="5533905"/>
            <a:ext cx="3240000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8</a:t>
            </a:r>
            <a:endParaRPr lang="en-CA"/>
          </a:p>
        </p:txBody>
      </p:sp>
      <p:sp>
        <p:nvSpPr>
          <p:cNvPr id="647697321" name="Textplatzhalter 82"/>
          <p:cNvSpPr>
            <a:spLocks noGrp="1"/>
          </p:cNvSpPr>
          <p:nvPr>
            <p:ph type="body" sz="quarter" idx="62" hasCustomPrompt="1"/>
          </p:nvPr>
        </p:nvSpPr>
        <p:spPr bwMode="auto">
          <a:xfrm>
            <a:off x="8544015" y="5881642"/>
            <a:ext cx="3240000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de-DE"/>
              <a:t>Details (presenter / schedule)</a:t>
            </a:r>
            <a:endParaRPr lang="en-CA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Agenda whit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213158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308061053" name="Rechteck 5"/>
          <p:cNvSpPr/>
          <p:nvPr userDrawn="1"/>
        </p:nvSpPr>
        <p:spPr bwMode="white">
          <a:xfrm>
            <a:off x="3207657" y="0"/>
            <a:ext cx="898434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48824693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3589931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1851414738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2713B47-FDFD-44F6-B33D-CFB4326DB920}" type="datetime1">
              <a:rPr lang="de-DE"/>
              <a:t>06.07.2026</a:t>
            </a:fld>
            <a:endParaRPr lang="en-CA"/>
          </a:p>
        </p:txBody>
      </p:sp>
      <p:sp>
        <p:nvSpPr>
          <p:cNvPr id="1632413469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41245038" name="Textplatzhalter 82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3589931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39596255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321451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739599462" name="Textplatzhalter 82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3589931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620760594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321451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1117617870" name="Textplatzhalter 82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3589931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998701433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321451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572571175" name="Textplatzhalter 82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3589931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1022104066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321451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364055617" name="Textplatzhalter 82"/>
          <p:cNvSpPr>
            <a:spLocks noGrp="1"/>
          </p:cNvSpPr>
          <p:nvPr>
            <p:ph type="body" sz="quarter" idx="63" hasCustomPrompt="1"/>
          </p:nvPr>
        </p:nvSpPr>
        <p:spPr bwMode="auto">
          <a:xfrm>
            <a:off x="7812495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05</a:t>
            </a:r>
            <a:endParaRPr lang="en-CA"/>
          </a:p>
        </p:txBody>
      </p:sp>
      <p:sp>
        <p:nvSpPr>
          <p:cNvPr id="441683279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8544013" y="266790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02486575" name="Textplatzhalter 82"/>
          <p:cNvSpPr>
            <a:spLocks noGrp="1"/>
          </p:cNvSpPr>
          <p:nvPr>
            <p:ph type="body" sz="quarter" idx="64" hasCustomPrompt="1"/>
          </p:nvPr>
        </p:nvSpPr>
        <p:spPr bwMode="auto">
          <a:xfrm>
            <a:off x="7812495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06</a:t>
            </a:r>
            <a:endParaRPr lang="en-CA"/>
          </a:p>
        </p:txBody>
      </p:sp>
      <p:sp>
        <p:nvSpPr>
          <p:cNvPr id="1915381303" name="Textplatzhalter 82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544013" y="364002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888205999" name="Textplatzhalter 82"/>
          <p:cNvSpPr>
            <a:spLocks noGrp="1"/>
          </p:cNvSpPr>
          <p:nvPr>
            <p:ph type="body" sz="quarter" idx="65" hasCustomPrompt="1"/>
          </p:nvPr>
        </p:nvSpPr>
        <p:spPr bwMode="auto">
          <a:xfrm>
            <a:off x="7812495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07</a:t>
            </a:r>
            <a:endParaRPr lang="en-CA"/>
          </a:p>
        </p:txBody>
      </p:sp>
      <p:sp>
        <p:nvSpPr>
          <p:cNvPr id="1372499405" name="Textplatzhalter 82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8544013" y="4612141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485501555" name="Textplatzhalter 82"/>
          <p:cNvSpPr>
            <a:spLocks noGrp="1"/>
          </p:cNvSpPr>
          <p:nvPr>
            <p:ph type="body" sz="quarter" idx="66" hasCustomPrompt="1"/>
          </p:nvPr>
        </p:nvSpPr>
        <p:spPr bwMode="auto">
          <a:xfrm>
            <a:off x="7812495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08</a:t>
            </a:r>
            <a:endParaRPr lang="en-CA"/>
          </a:p>
        </p:txBody>
      </p:sp>
      <p:sp>
        <p:nvSpPr>
          <p:cNvPr id="422423427" name="Textplatzhalter 82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8544013" y="5584262"/>
            <a:ext cx="3240000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270019190" name="Textfeld 44"/>
          <p:cNvSpPr txBox="1"/>
          <p:nvPr userDrawn="1"/>
        </p:nvSpPr>
        <p:spPr bwMode="white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838009368" name="Rechteck 6"/>
          <p:cNvSpPr/>
          <p:nvPr userDrawn="1"/>
        </p:nvSpPr>
        <p:spPr bwMode="ltGray">
          <a:xfrm>
            <a:off x="0" y="0"/>
            <a:ext cx="3207657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grpSp>
        <p:nvGrpSpPr>
          <p:cNvPr id="177385682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Agenda blue_2 lines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613384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9148147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619958475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06.07.2026</a:t>
            </a:fld>
            <a:endParaRPr lang="en-CA"/>
          </a:p>
        </p:txBody>
      </p:sp>
      <p:sp>
        <p:nvSpPr>
          <p:cNvPr id="2072390895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32336249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1124812344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591136"/>
            <a:ext cx="6401434" cy="27699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61961881" name="Textplatzhalter 8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387340" y="2938873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187853823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992966409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572059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258195398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3919795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1493864364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4223719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58196586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71102994" name="Textplatzhalter 8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387340" y="4552982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1462677362" name="Textplatzhalter 8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5387340" y="4900719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(presenter / schedule)</a:t>
            </a:r>
            <a:endParaRPr lang="en-CA"/>
          </a:p>
        </p:txBody>
      </p:sp>
      <p:sp>
        <p:nvSpPr>
          <p:cNvPr id="1702692281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850683463" name="Textplatzhalter 8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387340" y="5533905"/>
            <a:ext cx="6401434" cy="215444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032351373" name="Textplatzhalter 8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387340" y="5881642"/>
            <a:ext cx="6401434" cy="184666"/>
          </a:xfrm>
        </p:spPr>
        <p:txBody>
          <a:bodyPr wrap="square">
            <a:sp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Details (presenter / schedule)</a:t>
            </a:r>
            <a:endParaRPr lang="en-CA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Agenda blue_single lin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007470" name="Rechteck 56"/>
          <p:cNvSpPr/>
          <p:nvPr userDrawn="1"/>
        </p:nvSpPr>
        <p:spPr bwMode="white">
          <a:xfrm>
            <a:off x="0" y="0"/>
            <a:ext cx="12192000" cy="6857999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200698363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3490912" cy="677108"/>
          </a:xfrm>
        </p:spPr>
        <p:txBody>
          <a:bodyPr vert="horz"/>
          <a:lstStyle>
            <a:lvl1pPr>
              <a:defRPr sz="4400" cap="all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Agenda</a:t>
            </a:r>
            <a:endParaRPr lang="en-CA"/>
          </a:p>
        </p:txBody>
      </p:sp>
      <p:sp>
        <p:nvSpPr>
          <p:cNvPr id="74999296" name="Textplatzhalter 82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655820" y="2553355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01</a:t>
            </a:r>
            <a:endParaRPr lang="en-CA"/>
          </a:p>
        </p:txBody>
      </p:sp>
      <p:sp>
        <p:nvSpPr>
          <p:cNvPr id="598876536" name="Textplatzhalter 82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5387340" y="2661076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1</a:t>
            </a:r>
            <a:endParaRPr lang="en-CA"/>
          </a:p>
        </p:txBody>
      </p:sp>
      <p:sp>
        <p:nvSpPr>
          <p:cNvPr id="1184872734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A226954-6933-4634-9F99-3CCD2EC48874}" type="datetime1">
              <a:rPr lang="de-DE"/>
              <a:t>06.07.2026</a:t>
            </a:fld>
            <a:endParaRPr lang="en-CA"/>
          </a:p>
        </p:txBody>
      </p:sp>
      <p:sp>
        <p:nvSpPr>
          <p:cNvPr id="38941532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248141918" name="Textplatzhalter 82"/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655820" y="3526084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02</a:t>
            </a:r>
            <a:endParaRPr lang="en-CA"/>
          </a:p>
        </p:txBody>
      </p:sp>
      <p:sp>
        <p:nvSpPr>
          <p:cNvPr id="1894322863" name="Textplatzhalter 8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387340" y="3633805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2</a:t>
            </a:r>
            <a:endParaRPr lang="en-CA"/>
          </a:p>
        </p:txBody>
      </p:sp>
      <p:sp>
        <p:nvSpPr>
          <p:cNvPr id="2019456454" name="Textplatzhalter 82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655820" y="4498813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03</a:t>
            </a:r>
            <a:endParaRPr lang="en-CA"/>
          </a:p>
        </p:txBody>
      </p:sp>
      <p:sp>
        <p:nvSpPr>
          <p:cNvPr id="1741139454" name="Textplatzhalter 8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387340" y="4606534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3</a:t>
            </a:r>
            <a:endParaRPr lang="en-CA"/>
          </a:p>
        </p:txBody>
      </p:sp>
      <p:sp>
        <p:nvSpPr>
          <p:cNvPr id="977944611" name="Textplatzhalter 8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655820" y="5471542"/>
            <a:ext cx="548005" cy="430887"/>
          </a:xfrm>
        </p:spPr>
        <p:txBody>
          <a:bodyPr wrap="square" anchor="ctr">
            <a:spAutoFit/>
          </a:bodyPr>
          <a:lstStyle>
            <a:lvl1pPr marL="0" indent="0" algn="r">
              <a:buNone/>
              <a:defRPr sz="28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04</a:t>
            </a:r>
            <a:endParaRPr lang="en-CA"/>
          </a:p>
        </p:txBody>
      </p:sp>
      <p:sp>
        <p:nvSpPr>
          <p:cNvPr id="260517424" name="Textplatzhalter 8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387340" y="5579263"/>
            <a:ext cx="6401434" cy="215444"/>
          </a:xfrm>
        </p:spPr>
        <p:txBody>
          <a:bodyPr wrap="square" anchor="ctr"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Topic 4</a:t>
            </a:r>
            <a:endParaRPr lang="en-CA"/>
          </a:p>
        </p:txBody>
      </p:sp>
      <p:sp>
        <p:nvSpPr>
          <p:cNvPr id="1846599553" name="Textfeld 7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3380821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hapter &amp; imag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538487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06578553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85845290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92126818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9077217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06.07.2026</a:t>
            </a:fld>
            <a:endParaRPr lang="en-CA"/>
          </a:p>
        </p:txBody>
      </p:sp>
      <p:sp>
        <p:nvSpPr>
          <p:cNvPr id="133211990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525387812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Chapter &amp; imag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8494274" name="Bildplatzhalter 39"/>
          <p:cNvSpPr>
            <a:spLocks noGrp="1"/>
          </p:cNvSpPr>
          <p:nvPr>
            <p:ph type="pic" sz="quarter" idx="13"/>
          </p:nvPr>
        </p:nvSpPr>
        <p:spPr bwMode="auto">
          <a:xfrm>
            <a:off x="0" y="0"/>
            <a:ext cx="4267200" cy="6858000"/>
          </a:xfrm>
          <a:prstGeom prst="rect">
            <a:avLst/>
          </a:prstGeom>
          <a:solidFill>
            <a:schemeClr val="bg2"/>
          </a:solidFill>
        </p:spPr>
        <p:txBody>
          <a:bodyPr lIns="144000" tIns="144000" rIns="144000" bIns="144000"/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95282410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655820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46659353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655819" y="3004537"/>
            <a:ext cx="7128193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002912293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656138" y="4218995"/>
            <a:ext cx="7127875" cy="276999"/>
          </a:xfrm>
        </p:spPr>
        <p:txBody>
          <a:bodyPr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33485223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035CBF7A-EE0B-4631-A87E-2CBB37A3E089}" type="datetime1">
              <a:rPr lang="de-DE"/>
              <a:t>06.07.2026</a:t>
            </a:fld>
            <a:endParaRPr lang="en-CA"/>
          </a:p>
        </p:txBody>
      </p:sp>
      <p:sp>
        <p:nvSpPr>
          <p:cNvPr id="143408784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00761862" name="Textplatzhalter 13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407987" y="6597650"/>
            <a:ext cx="3306762" cy="153888"/>
          </a:xfrm>
        </p:spPr>
        <p:txBody>
          <a:bodyPr>
            <a:noAutofit/>
          </a:bodyPr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 marL="252000" indent="0">
              <a:buNone/>
              <a:defRPr>
                <a:solidFill>
                  <a:schemeClr val="bg1"/>
                </a:solidFill>
              </a:defRPr>
            </a:lvl2pPr>
            <a:lvl3pPr marL="504000" indent="0">
              <a:buNone/>
              <a:defRPr>
                <a:solidFill>
                  <a:schemeClr val="bg1"/>
                </a:solidFill>
              </a:defRPr>
            </a:lvl3pPr>
            <a:lvl4pPr marL="756000" indent="0">
              <a:buNone/>
              <a:defRPr>
                <a:solidFill>
                  <a:schemeClr val="bg1"/>
                </a:solidFill>
              </a:defRPr>
            </a:lvl4pPr>
            <a:lvl5pPr marL="1008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© </a:t>
            </a:r>
            <a:r>
              <a:rPr lang="de-DE" sz="1000">
                <a:solidFill>
                  <a:schemeClr val="bg1"/>
                </a:solidFill>
                <a:latin typeface="Segoe UI"/>
              </a:rPr>
              <a:t>MHP Management- und IT-Beratung GmbH</a:t>
            </a:r>
            <a:r>
              <a:rPr lang="de-DE"/>
              <a:t> </a:t>
            </a:r>
            <a:endParaRPr lang="en-CA"/>
          </a:p>
        </p:txBody>
      </p:sp>
      <p:grpSp>
        <p:nvGrpSpPr>
          <p:cNvPr id="155630167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Chapter slide 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5520804" name="Gruppieren 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8" name="Freihandform: Form 7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9" name="Freihandform: Form 8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160709807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68973710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295249485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7500537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06.07.2026</a:t>
            </a:fld>
            <a:endParaRPr lang="en-CA"/>
          </a:p>
        </p:txBody>
      </p:sp>
      <p:sp>
        <p:nvSpPr>
          <p:cNvPr id="1788632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0980644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08791763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Chapter slide imag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589145" name="Rechteck 6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891223939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2123554"/>
            <a:ext cx="1130366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Chapter 00</a:t>
            </a:r>
            <a:endParaRPr/>
          </a:p>
        </p:txBody>
      </p:sp>
      <p:sp>
        <p:nvSpPr>
          <p:cNvPr id="147213703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3004537"/>
            <a:ext cx="7740650" cy="738664"/>
          </a:xfrm>
        </p:spPr>
        <p:txBody>
          <a:bodyPr vert="horz"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Chapter title</a:t>
            </a:r>
            <a:endParaRPr lang="en-CA"/>
          </a:p>
        </p:txBody>
      </p:sp>
      <p:sp>
        <p:nvSpPr>
          <p:cNvPr id="1573750151" name="Textplatzhalter 7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407988" y="4218995"/>
            <a:ext cx="77406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252000" indent="0">
              <a:buNone/>
              <a:defRPr/>
            </a:lvl2pPr>
            <a:lvl3pPr marL="504000" indent="0">
              <a:buNone/>
              <a:defRPr/>
            </a:lvl3pPr>
            <a:lvl4pPr marL="756000" indent="0">
              <a:buNone/>
              <a:defRPr/>
            </a:lvl4pPr>
            <a:lvl5pPr marL="1008000" indent="0">
              <a:buNone/>
              <a:defRPr/>
            </a:lvl5pPr>
          </a:lstStyle>
          <a:p>
            <a:pPr lvl="0">
              <a:defRPr/>
            </a:pPr>
            <a:r>
              <a:rPr lang="de-DE"/>
              <a:t>Subtitle</a:t>
            </a:r>
            <a:endParaRPr lang="en-CA"/>
          </a:p>
        </p:txBody>
      </p:sp>
      <p:sp>
        <p:nvSpPr>
          <p:cNvPr id="105988654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CDB484A-FFE6-4ECB-9792-B0EDF5BB6553}" type="datetime1">
              <a:rPr lang="de-DE"/>
              <a:t>06.07.2026</a:t>
            </a:fld>
            <a:endParaRPr lang="en-CA"/>
          </a:p>
        </p:txBody>
      </p:sp>
      <p:sp>
        <p:nvSpPr>
          <p:cNvPr id="213451204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03955671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4633554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le &amp; Content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85841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9875721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59552644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8806436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07F064-BD39-4FE4-B9A2-7344DA85858F}" type="datetime1">
              <a:rPr lang="de-DE"/>
              <a:t>06.07.2026</a:t>
            </a:fld>
            <a:endParaRPr lang="en-CA"/>
          </a:p>
        </p:txBody>
      </p:sp>
      <p:sp>
        <p:nvSpPr>
          <p:cNvPr id="649387962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le &amp; Content blue">
    <p:bg bwMode="auto"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01960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0099011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9895319" name="Inhaltsplatzhalter 2"/>
          <p:cNvSpPr>
            <a:spLocks noGrp="1"/>
          </p:cNvSpPr>
          <p:nvPr>
            <p:ph idx="1" hasCustomPrompt="1"/>
          </p:nvPr>
        </p:nvSpPr>
        <p:spPr bwMode="auto"/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89874157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507F064-BD39-4FE4-B9A2-7344DA85858F}" type="datetime1">
              <a:rPr lang="de-DE"/>
              <a:t>06.07.2026</a:t>
            </a:fld>
            <a:endParaRPr lang="en-CA"/>
          </a:p>
        </p:txBody>
      </p:sp>
      <p:sp>
        <p:nvSpPr>
          <p:cNvPr id="178357172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86000752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598017388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/3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2076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976452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46502436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718808628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58587807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5007313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/3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932460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2986243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2536589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07987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92601177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54778948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660451367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1810926744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8183563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19161215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/3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39715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527283347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25723943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361602384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1" y="1484312"/>
            <a:ext cx="7488238" cy="4897438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52978211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76627134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/3 image left blue">
    <p:bg>
      <p:bgPr>
        <a:gradFill>
          <a:gsLst>
            <a:gs pos="0">
              <a:schemeClr val="accent1"/>
            </a:gs>
            <a:gs pos="100000">
              <a:srgbClr val="3264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50122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70030127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76018277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71125089" name="Inhaltsplatzhalter 2"/>
          <p:cNvSpPr>
            <a:spLocks noGrp="1"/>
          </p:cNvSpPr>
          <p:nvPr>
            <p:ph idx="1" hasCustomPrompt="1"/>
          </p:nvPr>
        </p:nvSpPr>
        <p:spPr bwMode="auto">
          <a:xfrm>
            <a:off x="4295775" y="1484312"/>
            <a:ext cx="7488238" cy="4897438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10965956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45069627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735664945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73724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/2 image righ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64385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8513824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8269877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634833340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4029084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06.07.2026</a:t>
            </a:fld>
            <a:endParaRPr lang="en-CA"/>
          </a:p>
        </p:txBody>
      </p:sp>
      <p:sp>
        <p:nvSpPr>
          <p:cNvPr id="83635027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/2 image righ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22581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58525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53242246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407987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749960860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6240463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8445212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06.07.2026</a:t>
            </a:fld>
            <a:endParaRPr lang="en-CA"/>
          </a:p>
        </p:txBody>
      </p:sp>
      <p:sp>
        <p:nvSpPr>
          <p:cNvPr id="95431108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62758084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235991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/2 image left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455316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1423842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713850719" name="Bildplatzhalter 9"/>
          <p:cNvSpPr>
            <a:spLocks noGrp="1"/>
          </p:cNvSpPr>
          <p:nvPr>
            <p:ph type="pic" sz="quarter" idx="16"/>
          </p:nvPr>
        </p:nvSpPr>
        <p:spPr bwMode="auto">
          <a:xfrm>
            <a:off x="407991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644233100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6" y="1484314"/>
            <a:ext cx="5543547" cy="4897436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42734193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06.07.2026</a:t>
            </a:fld>
            <a:endParaRPr lang="en-CA"/>
          </a:p>
        </p:txBody>
      </p:sp>
      <p:sp>
        <p:nvSpPr>
          <p:cNvPr id="59198763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/2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617129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3983830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2049297" name="Bildplatzhalter 38"/>
          <p:cNvSpPr>
            <a:spLocks noGrp="1"/>
          </p:cNvSpPr>
          <p:nvPr>
            <p:ph type="pic" sz="quarter" idx="16"/>
          </p:nvPr>
        </p:nvSpPr>
        <p:spPr bwMode="auto">
          <a:xfrm>
            <a:off x="407987" y="1484314"/>
            <a:ext cx="5543547" cy="4897436"/>
          </a:xfrm>
          <a:custGeom>
            <a:avLst/>
            <a:gdLst>
              <a:gd name="connsiteX0" fmla="*/ 285669 w 5543547"/>
              <a:gd name="connsiteY0" fmla="*/ 0 h 4897436"/>
              <a:gd name="connsiteX1" fmla="*/ 357203 w 5543547"/>
              <a:gd name="connsiteY1" fmla="*/ 0 h 4897436"/>
              <a:gd name="connsiteX2" fmla="*/ 2253673 w 5543547"/>
              <a:gd name="connsiteY2" fmla="*/ 0 h 4897436"/>
              <a:gd name="connsiteX3" fmla="*/ 2325207 w 5543547"/>
              <a:gd name="connsiteY3" fmla="*/ 0 h 4897436"/>
              <a:gd name="connsiteX4" fmla="*/ 3218340 w 5543547"/>
              <a:gd name="connsiteY4" fmla="*/ 0 h 4897436"/>
              <a:gd name="connsiteX5" fmla="*/ 3289874 w 5543547"/>
              <a:gd name="connsiteY5" fmla="*/ 0 h 4897436"/>
              <a:gd name="connsiteX6" fmla="*/ 5186344 w 5543547"/>
              <a:gd name="connsiteY6" fmla="*/ 0 h 4897436"/>
              <a:gd name="connsiteX7" fmla="*/ 5257878 w 5543547"/>
              <a:gd name="connsiteY7" fmla="*/ 0 h 4897436"/>
              <a:gd name="connsiteX8" fmla="*/ 5543547 w 5543547"/>
              <a:gd name="connsiteY8" fmla="*/ 285669 h 4897436"/>
              <a:gd name="connsiteX9" fmla="*/ 5543547 w 5543547"/>
              <a:gd name="connsiteY9" fmla="*/ 1935761 h 4897436"/>
              <a:gd name="connsiteX10" fmla="*/ 5543547 w 5543547"/>
              <a:gd name="connsiteY10" fmla="*/ 2961675 h 4897436"/>
              <a:gd name="connsiteX11" fmla="*/ 5543547 w 5543547"/>
              <a:gd name="connsiteY11" fmla="*/ 4611767 h 4897436"/>
              <a:gd name="connsiteX12" fmla="*/ 5257878 w 5543547"/>
              <a:gd name="connsiteY12" fmla="*/ 4897436 h 4897436"/>
              <a:gd name="connsiteX13" fmla="*/ 5186344 w 5543547"/>
              <a:gd name="connsiteY13" fmla="*/ 4897436 h 4897436"/>
              <a:gd name="connsiteX14" fmla="*/ 3289874 w 5543547"/>
              <a:gd name="connsiteY14" fmla="*/ 4897436 h 4897436"/>
              <a:gd name="connsiteX15" fmla="*/ 3218340 w 5543547"/>
              <a:gd name="connsiteY15" fmla="*/ 4897436 h 4897436"/>
              <a:gd name="connsiteX16" fmla="*/ 2325207 w 5543547"/>
              <a:gd name="connsiteY16" fmla="*/ 4897436 h 4897436"/>
              <a:gd name="connsiteX17" fmla="*/ 2253673 w 5543547"/>
              <a:gd name="connsiteY17" fmla="*/ 4897436 h 4897436"/>
              <a:gd name="connsiteX18" fmla="*/ 357203 w 5543547"/>
              <a:gd name="connsiteY18" fmla="*/ 4897436 h 4897436"/>
              <a:gd name="connsiteX19" fmla="*/ 285669 w 5543547"/>
              <a:gd name="connsiteY19" fmla="*/ 4897436 h 4897436"/>
              <a:gd name="connsiteX20" fmla="*/ 0 w 5543547"/>
              <a:gd name="connsiteY20" fmla="*/ 4611767 h 4897436"/>
              <a:gd name="connsiteX21" fmla="*/ 0 w 5543547"/>
              <a:gd name="connsiteY21" fmla="*/ 2961675 h 4897436"/>
              <a:gd name="connsiteX22" fmla="*/ 0 w 5543547"/>
              <a:gd name="connsiteY22" fmla="*/ 1935761 h 4897436"/>
              <a:gd name="connsiteX23" fmla="*/ 0 w 5543547"/>
              <a:gd name="connsiteY23" fmla="*/ 285669 h 4897436"/>
              <a:gd name="connsiteX24" fmla="*/ 285669 w 5543547"/>
              <a:gd name="connsiteY24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5543547" h="4897436" extrusionOk="0">
                <a:moveTo>
                  <a:pt x="285669" y="0"/>
                </a:moveTo>
                <a:lnTo>
                  <a:pt x="357203" y="0"/>
                </a:lnTo>
                <a:lnTo>
                  <a:pt x="2253673" y="0"/>
                </a:lnTo>
                <a:lnTo>
                  <a:pt x="2325207" y="0"/>
                </a:lnTo>
                <a:lnTo>
                  <a:pt x="3218340" y="0"/>
                </a:lnTo>
                <a:lnTo>
                  <a:pt x="3289874" y="0"/>
                </a:lnTo>
                <a:lnTo>
                  <a:pt x="5186344" y="0"/>
                </a:lnTo>
                <a:lnTo>
                  <a:pt x="5257878" y="0"/>
                </a:lnTo>
                <a:cubicBezTo>
                  <a:pt x="5415649" y="0"/>
                  <a:pt x="5543547" y="127898"/>
                  <a:pt x="5543547" y="285669"/>
                </a:cubicBezTo>
                <a:lnTo>
                  <a:pt x="5543547" y="1935761"/>
                </a:lnTo>
                <a:lnTo>
                  <a:pt x="5543547" y="2961675"/>
                </a:lnTo>
                <a:lnTo>
                  <a:pt x="5543547" y="4611767"/>
                </a:lnTo>
                <a:cubicBezTo>
                  <a:pt x="5543547" y="4769538"/>
                  <a:pt x="5415649" y="4897436"/>
                  <a:pt x="5257878" y="4897436"/>
                </a:cubicBezTo>
                <a:lnTo>
                  <a:pt x="5186344" y="4897436"/>
                </a:lnTo>
                <a:lnTo>
                  <a:pt x="3289874" y="4897436"/>
                </a:lnTo>
                <a:lnTo>
                  <a:pt x="3218340" y="4897436"/>
                </a:lnTo>
                <a:lnTo>
                  <a:pt x="2325207" y="4897436"/>
                </a:lnTo>
                <a:lnTo>
                  <a:pt x="2253673" y="4897436"/>
                </a:lnTo>
                <a:lnTo>
                  <a:pt x="357203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906459154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6240463" y="1484314"/>
            <a:ext cx="5543551" cy="4897436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85000692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26D119F-689D-4112-94EF-BACCDDBAD45A}" type="datetime1">
              <a:rPr lang="de-DE"/>
              <a:t>06.07.2026</a:t>
            </a:fld>
            <a:endParaRPr lang="en-CA"/>
          </a:p>
        </p:txBody>
      </p:sp>
      <p:sp>
        <p:nvSpPr>
          <p:cNvPr id="47896801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302674617" name="Textfeld 34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7529742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05754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3506884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950824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8867578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35308792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06.07.2026</a:t>
            </a:fld>
            <a:endParaRPr lang="en-CA"/>
          </a:p>
        </p:txBody>
      </p:sp>
      <p:sp>
        <p:nvSpPr>
          <p:cNvPr id="1487641729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0460181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96727196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41097321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188711554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129875596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06.07.2026</a:t>
            </a:fld>
            <a:endParaRPr lang="en-CA"/>
          </a:p>
        </p:txBody>
      </p:sp>
      <p:sp>
        <p:nvSpPr>
          <p:cNvPr id="192705853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40873547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77229909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00676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1110341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0086737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43263684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65765072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5226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83850329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926306"/>
            <a:ext cx="5538788" cy="44554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23829405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06.07.2026</a:t>
            </a:fld>
            <a:endParaRPr lang="en-CA"/>
          </a:p>
        </p:txBody>
      </p:sp>
      <p:sp>
        <p:nvSpPr>
          <p:cNvPr id="5742133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17393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21968788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92964013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1485415"/>
            <a:ext cx="553878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48538936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6307"/>
            <a:ext cx="5538788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51278140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6240463" y="1485415"/>
            <a:ext cx="5543548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221937339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0464" y="1926306"/>
            <a:ext cx="5543550" cy="44554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71382467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06.07.2026</a:t>
            </a:fld>
            <a:endParaRPr lang="en-CA"/>
          </a:p>
        </p:txBody>
      </p:sp>
      <p:sp>
        <p:nvSpPr>
          <p:cNvPr id="752799658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82863862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47566852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_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300414" name="Rechteck 43"/>
          <p:cNvSpPr/>
          <p:nvPr userDrawn="1"/>
        </p:nvSpPr>
        <p:spPr bwMode="white">
          <a:xfrm>
            <a:off x="0" y="0"/>
            <a:ext cx="12192000" cy="36576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A43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911187240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203034307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06.07.2026</a:t>
            </a:fld>
            <a:endParaRPr lang="en-CA"/>
          </a:p>
        </p:txBody>
      </p:sp>
      <p:sp>
        <p:nvSpPr>
          <p:cNvPr id="1143161024" name="Titel 46"/>
          <p:cNvSpPr>
            <a:spLocks noGrp="1"/>
          </p:cNvSpPr>
          <p:nvPr>
            <p:ph type="title" hasCustomPrompt="1"/>
          </p:nvPr>
        </p:nvSpPr>
        <p:spPr bwMode="auto">
          <a:xfrm>
            <a:off x="407988" y="1484313"/>
            <a:ext cx="10050812" cy="553998"/>
          </a:xfrm>
        </p:spPr>
        <p:txBody>
          <a:bodyPr vert="horz"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2988803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From</a:t>
            </a:r>
            <a:endParaRPr/>
          </a:p>
        </p:txBody>
      </p:sp>
      <p:sp>
        <p:nvSpPr>
          <p:cNvPr id="36756003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1782630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3849561"/>
            <a:ext cx="3600043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To</a:t>
            </a:r>
            <a:endParaRPr lang="en-CA"/>
          </a:p>
        </p:txBody>
      </p:sp>
      <p:sp>
        <p:nvSpPr>
          <p:cNvPr id="1216909212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468558205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044" cy="276999"/>
          </a:xfrm>
        </p:spPr>
        <p:txBody>
          <a:bodyPr wrap="square">
            <a:spAutoFit/>
          </a:bodyPr>
          <a:lstStyle>
            <a:lvl1pPr marL="0" indent="0">
              <a:buNone/>
              <a:defRPr sz="1800" cap="none">
                <a:solidFill>
                  <a:srgbClr val="3264FF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Details</a:t>
            </a:r>
            <a:endParaRPr/>
          </a:p>
        </p:txBody>
      </p:sp>
      <p:sp>
        <p:nvSpPr>
          <p:cNvPr id="1975109277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6"/>
            <a:ext cx="3600450" cy="208359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570435903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149053588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90255907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14635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144690815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34214471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7847020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7" y="1484312"/>
            <a:ext cx="540000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927440445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384013" y="1484312"/>
            <a:ext cx="5400000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74554666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06.07.2026</a:t>
            </a:fld>
            <a:endParaRPr lang="en-CA"/>
          </a:p>
        </p:txBody>
      </p:sp>
      <p:sp>
        <p:nvSpPr>
          <p:cNvPr id="51380938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96089210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69157952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 contents blue/whit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48221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400010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9633480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400010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2463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07986" y="1484312"/>
            <a:ext cx="5400012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66709242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384000" y="1484312"/>
            <a:ext cx="5400014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828966796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240589768" name="Rechteck 5"/>
          <p:cNvSpPr/>
          <p:nvPr userDrawn="1"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CA" sz="1400">
              <a:solidFill>
                <a:schemeClr val="bg1"/>
              </a:solidFill>
            </a:endParaRPr>
          </a:p>
        </p:txBody>
      </p:sp>
      <p:sp>
        <p:nvSpPr>
          <p:cNvPr id="4286009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06.07.2026</a:t>
            </a:fld>
            <a:endParaRPr lang="en-CA"/>
          </a:p>
        </p:txBody>
      </p:sp>
      <p:sp>
        <p:nvSpPr>
          <p:cNvPr id="205005772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67853853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 contents blue box vertic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641360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0159868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21029745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50404346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1599538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28262962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6835776" y="1484312"/>
            <a:ext cx="494823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280766419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06.07.2026</a:t>
            </a:fld>
            <a:endParaRPr lang="en-CA"/>
          </a:p>
        </p:txBody>
      </p:sp>
      <p:sp>
        <p:nvSpPr>
          <p:cNvPr id="47784061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48729066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329624920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 contents blue box horizontal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633377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93905930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23250897" name="Rectangle 8"/>
          <p:cNvSpPr/>
          <p:nvPr userDrawn="1"/>
        </p:nvSpPr>
        <p:spPr bwMode="auto">
          <a:xfrm>
            <a:off x="0" y="1196975"/>
            <a:ext cx="12192000" cy="5661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de-DE" sz="1400">
              <a:solidFill>
                <a:schemeClr val="bg1"/>
              </a:solidFill>
            </a:endParaRPr>
          </a:p>
        </p:txBody>
      </p:sp>
      <p:sp>
        <p:nvSpPr>
          <p:cNvPr id="254353872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39196C7-E992-43AB-8F76-578993D9CEAE}" type="datetime1">
              <a:rPr lang="de-DE"/>
              <a:t>06.07.2026</a:t>
            </a:fld>
            <a:endParaRPr lang="en-CA"/>
          </a:p>
        </p:txBody>
      </p:sp>
      <p:sp>
        <p:nvSpPr>
          <p:cNvPr id="1545870757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955442196" name="Textfeld 35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83781367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420533138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368359624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6245226" y="1484312"/>
            <a:ext cx="5538788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 content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89883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61590229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04604191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988747178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67722292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437119176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639196C7-E992-43AB-8F76-578993D9CEAE}" type="datetime1">
              <a:rPr lang="de-DE"/>
              <a:t>06.07.2026</a:t>
            </a:fld>
            <a:endParaRPr lang="en-CA"/>
          </a:p>
        </p:txBody>
      </p:sp>
      <p:sp>
        <p:nvSpPr>
          <p:cNvPr id="857752486" name="Inhaltsplatzhalter 3"/>
          <p:cNvSpPr>
            <a:spLocks noGrp="1"/>
          </p:cNvSpPr>
          <p:nvPr>
            <p:ph sz="half" idx="14" hasCustomPrompt="1"/>
          </p:nvPr>
        </p:nvSpPr>
        <p:spPr bwMode="auto">
          <a:xfrm>
            <a:off x="8184362" y="1484312"/>
            <a:ext cx="3600450" cy="489743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 content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294037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46663340" name="Titel 5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53961849" name="Inhaltsplatzhalter 2"/>
          <p:cNvSpPr>
            <a:spLocks noGrp="1"/>
          </p:cNvSpPr>
          <p:nvPr>
            <p:ph sz="half" idx="14" hasCustomPrompt="1"/>
          </p:nvPr>
        </p:nvSpPr>
        <p:spPr bwMode="auto">
          <a:xfrm>
            <a:off x="4296175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06362628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334271214" name="Inhaltsplatzhalter 2"/>
          <p:cNvSpPr>
            <a:spLocks noGrp="1"/>
          </p:cNvSpPr>
          <p:nvPr>
            <p:ph sz="half" idx="15" hasCustomPrompt="1"/>
          </p:nvPr>
        </p:nvSpPr>
        <p:spPr bwMode="auto">
          <a:xfrm>
            <a:off x="8184362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054108123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42558CD2-52FA-4D7C-A86C-723F48EB75AD}" type="datetime1">
              <a:rPr lang="de-DE"/>
              <a:t>06.07.2026</a:t>
            </a:fld>
            <a:endParaRPr lang="en-CA"/>
          </a:p>
        </p:txBody>
      </p:sp>
      <p:sp>
        <p:nvSpPr>
          <p:cNvPr id="1323661330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54481577" name="Textfeld 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26882983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479894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624484803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85053572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114344404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818967013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35608586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2055583972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27477538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42395175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06.07.2026</a:t>
            </a:fld>
            <a:endParaRPr lang="en-CA"/>
          </a:p>
        </p:txBody>
      </p:sp>
      <p:sp>
        <p:nvSpPr>
          <p:cNvPr id="473098884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 contents with subheadline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441155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1"/>
              </a:buClr>
              <a:buSzTx/>
              <a:buFont typeface="Wingdings"/>
              <a:buNone/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15688096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10396728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7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221432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1929407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51748067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5776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67973940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203059978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5855" y="1485415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99026851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1929406"/>
            <a:ext cx="3600451" cy="4452343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569993788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06.07.2026</a:t>
            </a:fld>
            <a:endParaRPr lang="en-CA"/>
          </a:p>
        </p:txBody>
      </p:sp>
      <p:sp>
        <p:nvSpPr>
          <p:cNvPr id="63912777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776401957" name="Textfeld 3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89098886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39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_3 contents_partially blue_icons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071298864" name="think-cell data - do not delete"/>
          <p:cNvGraphicFramePr>
            <a:graphicFrameLocks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leObj" r:id="rId2" imgW="0" imgH="0" progId="TCLayout.ActiveDocument.1">
                  <p:embed/>
                </p:oleObj>
              </mc:Choice>
              <mc:Fallback>
                <p:oleObj name="oleObj" r:id="rId2" imgW="0" imgH="0" progId="TCLayout.ActiveDocument.1">
                  <p:embed/>
                  <p:pic>
                    <p:nvPicPr>
                      <p:cNvPr id="1071298864" name="think-cell data - do not delete"/>
                      <p:cNvPicPr/>
                      <p:nvPr/>
                    </p:nvPicPr>
                    <p:blipFill rotWithShape="1">
                      <a:blip r:embed="rId3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46631911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7061508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8338670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grpSp>
        <p:nvGrpSpPr>
          <p:cNvPr id="123872695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713735250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974384606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400230118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5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590969127" name="Inhaltsplatzhalter 3"/>
          <p:cNvSpPr>
            <a:spLocks noGrp="1"/>
          </p:cNvSpPr>
          <p:nvPr>
            <p:ph sz="half" idx="2" hasCustomPrompt="1"/>
          </p:nvPr>
        </p:nvSpPr>
        <p:spPr bwMode="auto">
          <a:xfrm>
            <a:off x="4296175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954075519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184362" y="2894920"/>
            <a:ext cx="3600451" cy="276999"/>
          </a:xfrm>
        </p:spPr>
        <p:txBody>
          <a:bodyPr wrap="square" anchor="t">
            <a:sp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92823454" name="Inhaltsplatzhalter 3"/>
          <p:cNvSpPr>
            <a:spLocks noGrp="1"/>
          </p:cNvSpPr>
          <p:nvPr>
            <p:ph sz="half" idx="21" hasCustomPrompt="1"/>
          </p:nvPr>
        </p:nvSpPr>
        <p:spPr bwMode="auto">
          <a:xfrm>
            <a:off x="8184362" y="3337060"/>
            <a:ext cx="3600451" cy="3044689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324742895" name="Oval 20"/>
          <p:cNvSpPr/>
          <p:nvPr userDrawn="1"/>
        </p:nvSpPr>
        <p:spPr bwMode="auto">
          <a:xfrm>
            <a:off x="1742012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330172973" name="Oval 21"/>
          <p:cNvSpPr/>
          <p:nvPr userDrawn="1"/>
        </p:nvSpPr>
        <p:spPr bwMode="auto">
          <a:xfrm>
            <a:off x="5629800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080945298" name="Oval 23"/>
          <p:cNvSpPr/>
          <p:nvPr userDrawn="1"/>
        </p:nvSpPr>
        <p:spPr bwMode="auto">
          <a:xfrm>
            <a:off x="9517588" y="1325602"/>
            <a:ext cx="932400" cy="932400"/>
          </a:xfrm>
          <a:prstGeom prst="ellipse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/>
          <a:p>
            <a:pPr marL="252000" indent="-252000" algn="l">
              <a:spcAft>
                <a:spcPts val="600"/>
              </a:spcAft>
              <a:buClr>
                <a:schemeClr val="bg1"/>
              </a:buClr>
              <a:buFont typeface="Wingdings"/>
              <a:buChar char="§"/>
              <a:defRPr/>
            </a:pP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728187291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06.07.2026</a:t>
            </a:fld>
            <a:endParaRPr lang="en-CA"/>
          </a:p>
        </p:txBody>
      </p:sp>
      <p:sp>
        <p:nvSpPr>
          <p:cNvPr id="5042639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21463079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 contents_partially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336458646" name="think-cell data - do not delete"/>
          <p:cNvGraphicFramePr>
            <a:graphicFrameLocks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leObj" r:id="rId2" imgW="0" imgH="0" progId="TCLayout.ActiveDocument.1">
                  <p:embed/>
                </p:oleObj>
              </mc:Choice>
              <mc:Fallback>
                <p:oleObj name="oleObj" r:id="rId2" imgW="0" imgH="0" progId="TCLayout.ActiveDocument.1">
                  <p:embed/>
                  <p:pic>
                    <p:nvPicPr>
                      <p:cNvPr id="336458646" name="think-cell data - do not delete"/>
                      <p:cNvPicPr/>
                      <p:nvPr/>
                    </p:nvPicPr>
                    <p:blipFill rotWithShape="1">
                      <a:blip r:embed="rId3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99263759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429949592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83862321" name="Rechteck 9"/>
          <p:cNvSpPr/>
          <p:nvPr userDrawn="1"/>
        </p:nvSpPr>
        <p:spPr bwMode="white">
          <a:xfrm>
            <a:off x="0" y="2705100"/>
            <a:ext cx="12192000" cy="415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61414895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78073550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842333789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72207955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521687701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2074373"/>
            <a:ext cx="3600450" cy="43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456520908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2900105"/>
            <a:ext cx="3600450" cy="348164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grpSp>
        <p:nvGrpSpPr>
          <p:cNvPr id="7893872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513381782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A9A89F6A-0E67-4481-8AD9-D887712E51A9}" type="datetime1">
              <a:rPr lang="de-DE"/>
              <a:t>06.07.2026</a:t>
            </a:fld>
            <a:endParaRPr lang="en-CA"/>
          </a:p>
        </p:txBody>
      </p:sp>
      <p:sp>
        <p:nvSpPr>
          <p:cNvPr id="145934666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627070226" name="Textfeld 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 contents + picture 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64867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712383560" name="Titel 46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87886070" name="Rechteck 9"/>
          <p:cNvSpPr/>
          <p:nvPr userDrawn="1"/>
        </p:nvSpPr>
        <p:spPr bwMode="white">
          <a:xfrm>
            <a:off x="0" y="3657600"/>
            <a:ext cx="12192000" cy="3200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486583187" name="Textplatzhalter 52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07988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320519187" name="Inhaltsplatzhalter 39"/>
          <p:cNvSpPr>
            <a:spLocks noGrp="1"/>
          </p:cNvSpPr>
          <p:nvPr>
            <p:ph sz="quarter" idx="22" hasCustomPrompt="1"/>
          </p:nvPr>
        </p:nvSpPr>
        <p:spPr bwMode="auto">
          <a:xfrm>
            <a:off x="407988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860618974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296174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9323402" name="Inhaltsplatzhalter 39"/>
          <p:cNvSpPr>
            <a:spLocks noGrp="1"/>
          </p:cNvSpPr>
          <p:nvPr>
            <p:ph sz="quarter" idx="23" hasCustomPrompt="1"/>
          </p:nvPr>
        </p:nvSpPr>
        <p:spPr bwMode="auto">
          <a:xfrm>
            <a:off x="4296175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2052842780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184360" y="3849561"/>
            <a:ext cx="3600450" cy="276999"/>
          </a:xfrm>
        </p:spPr>
        <p:txBody>
          <a:bodyPr wrap="square">
            <a:noAutofit/>
          </a:bodyPr>
          <a:lstStyle>
            <a:lvl1pPr marL="0" indent="0">
              <a:buNone/>
              <a:defRPr sz="1800" cap="none">
                <a:solidFill>
                  <a:schemeClr val="accent2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875881479" name="Inhaltsplatzhalter 39"/>
          <p:cNvSpPr>
            <a:spLocks noGrp="1"/>
          </p:cNvSpPr>
          <p:nvPr>
            <p:ph sz="quarter" idx="24" hasCustomPrompt="1"/>
          </p:nvPr>
        </p:nvSpPr>
        <p:spPr bwMode="auto">
          <a:xfrm>
            <a:off x="8184362" y="4298157"/>
            <a:ext cx="3600450" cy="2076450"/>
          </a:xfrm>
        </p:spPr>
        <p:txBody>
          <a:bodyPr/>
          <a:lstStyle>
            <a:lvl1pPr marL="252000" indent="-252000">
              <a:buFont typeface="Arial"/>
              <a:buChar char="•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grpSp>
        <p:nvGrpSpPr>
          <p:cNvPr id="8816680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5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60657441" name="Date Placeholder 8"/>
          <p:cNvSpPr>
            <a:spLocks noGrp="1"/>
          </p:cNvSpPr>
          <p:nvPr>
            <p:ph type="dt" sz="half" idx="25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5E70D4B-E00F-4E3D-9749-2A3BEC2D17A1}" type="datetime1">
              <a:rPr lang="de-DE"/>
              <a:t>06.07.2026</a:t>
            </a:fld>
            <a:endParaRPr lang="en-CA"/>
          </a:p>
        </p:txBody>
      </p:sp>
      <p:sp>
        <p:nvSpPr>
          <p:cNvPr id="717090089" name="Slide Number Placeholder 11"/>
          <p:cNvSpPr>
            <a:spLocks noGrp="1"/>
          </p:cNvSpPr>
          <p:nvPr>
            <p:ph type="sldNum" sz="quarter" idx="26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012699210" name="Textfeld 6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 images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612425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342861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80073403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843108A-4CEC-450F-9F79-7958F0401B7E}" type="datetime1">
              <a:rPr lang="de-DE"/>
              <a:t>06.07.2026</a:t>
            </a:fld>
            <a:endParaRPr lang="en-CA"/>
          </a:p>
        </p:txBody>
      </p:sp>
      <p:sp>
        <p:nvSpPr>
          <p:cNvPr id="45609539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32150452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8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691082944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832571239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55664196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6175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808845856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06984699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255095126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4362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616355282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9920114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 images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755752" name="Textplatzhalter 7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103930282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365942360" name="Datumsplatzhalter 2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B843108A-4CEC-450F-9F79-7958F0401B7E}" type="datetime1">
              <a:rPr lang="de-DE"/>
              <a:t>06.07.2026</a:t>
            </a:fld>
            <a:endParaRPr lang="en-CA"/>
          </a:p>
        </p:txBody>
      </p:sp>
      <p:sp>
        <p:nvSpPr>
          <p:cNvPr id="544567906" name="Foliennummernplatzhalter 4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814802749" name="Textfeld 41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7482384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18610756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07987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741508671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295771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1437778662" name="Textplatzhalter 5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183563" y="1484313"/>
            <a:ext cx="3600453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de-DE"/>
              <a:t>Headline</a:t>
            </a:r>
            <a:endParaRPr lang="en-CA"/>
          </a:p>
        </p:txBody>
      </p:sp>
      <p:sp>
        <p:nvSpPr>
          <p:cNvPr id="599316021" name="Bildplatzhalter 9"/>
          <p:cNvSpPr>
            <a:spLocks noGrp="1"/>
          </p:cNvSpPr>
          <p:nvPr>
            <p:ph type="pic" sz="quarter" idx="21"/>
          </p:nvPr>
        </p:nvSpPr>
        <p:spPr bwMode="auto">
          <a:xfrm>
            <a:off x="407988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5696009" name="Bildplatzhalter 10"/>
          <p:cNvSpPr>
            <a:spLocks noGrp="1"/>
          </p:cNvSpPr>
          <p:nvPr>
            <p:ph type="pic" sz="quarter" idx="25"/>
          </p:nvPr>
        </p:nvSpPr>
        <p:spPr bwMode="auto">
          <a:xfrm>
            <a:off x="4296175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2051090322" name="Bildplatzhalter 11"/>
          <p:cNvSpPr>
            <a:spLocks noGrp="1"/>
          </p:cNvSpPr>
          <p:nvPr>
            <p:ph type="pic" sz="quarter" idx="26"/>
          </p:nvPr>
        </p:nvSpPr>
        <p:spPr bwMode="auto">
          <a:xfrm>
            <a:off x="8184362" y="2203647"/>
            <a:ext cx="3600453" cy="2400334"/>
          </a:xfrm>
          <a:custGeom>
            <a:avLst/>
            <a:gdLst>
              <a:gd name="connsiteX0" fmla="*/ 219579 w 3600453"/>
              <a:gd name="connsiteY0" fmla="*/ 0 h 2496065"/>
              <a:gd name="connsiteX1" fmla="*/ 316022 w 3600453"/>
              <a:gd name="connsiteY1" fmla="*/ 0 h 2496065"/>
              <a:gd name="connsiteX2" fmla="*/ 1030236 w 3600453"/>
              <a:gd name="connsiteY2" fmla="*/ 0 h 2496065"/>
              <a:gd name="connsiteX3" fmla="*/ 1126679 w 3600453"/>
              <a:gd name="connsiteY3" fmla="*/ 0 h 2496065"/>
              <a:gd name="connsiteX4" fmla="*/ 2473774 w 3600453"/>
              <a:gd name="connsiteY4" fmla="*/ 0 h 2496065"/>
              <a:gd name="connsiteX5" fmla="*/ 2570217 w 3600453"/>
              <a:gd name="connsiteY5" fmla="*/ 0 h 2496065"/>
              <a:gd name="connsiteX6" fmla="*/ 3284431 w 3600453"/>
              <a:gd name="connsiteY6" fmla="*/ 0 h 2496065"/>
              <a:gd name="connsiteX7" fmla="*/ 3380874 w 3600453"/>
              <a:gd name="connsiteY7" fmla="*/ 0 h 2496065"/>
              <a:gd name="connsiteX8" fmla="*/ 3600453 w 3600453"/>
              <a:gd name="connsiteY8" fmla="*/ 219579 h 2496065"/>
              <a:gd name="connsiteX9" fmla="*/ 3600453 w 3600453"/>
              <a:gd name="connsiteY9" fmla="*/ 2276486 h 2496065"/>
              <a:gd name="connsiteX10" fmla="*/ 3380874 w 3600453"/>
              <a:gd name="connsiteY10" fmla="*/ 2496065 h 2496065"/>
              <a:gd name="connsiteX11" fmla="*/ 3284431 w 3600453"/>
              <a:gd name="connsiteY11" fmla="*/ 2496065 h 2496065"/>
              <a:gd name="connsiteX12" fmla="*/ 2570217 w 3600453"/>
              <a:gd name="connsiteY12" fmla="*/ 2496065 h 2496065"/>
              <a:gd name="connsiteX13" fmla="*/ 2473774 w 3600453"/>
              <a:gd name="connsiteY13" fmla="*/ 2496065 h 2496065"/>
              <a:gd name="connsiteX14" fmla="*/ 1126679 w 3600453"/>
              <a:gd name="connsiteY14" fmla="*/ 2496065 h 2496065"/>
              <a:gd name="connsiteX15" fmla="*/ 1030236 w 3600453"/>
              <a:gd name="connsiteY15" fmla="*/ 2496065 h 2496065"/>
              <a:gd name="connsiteX16" fmla="*/ 316022 w 3600453"/>
              <a:gd name="connsiteY16" fmla="*/ 2496065 h 2496065"/>
              <a:gd name="connsiteX17" fmla="*/ 219579 w 3600453"/>
              <a:gd name="connsiteY17" fmla="*/ 2496065 h 2496065"/>
              <a:gd name="connsiteX18" fmla="*/ 0 w 3600453"/>
              <a:gd name="connsiteY18" fmla="*/ 2276486 h 2496065"/>
              <a:gd name="connsiteX19" fmla="*/ 0 w 3600453"/>
              <a:gd name="connsiteY19" fmla="*/ 219579 h 2496065"/>
              <a:gd name="connsiteX20" fmla="*/ 219579 w 3600453"/>
              <a:gd name="connsiteY20" fmla="*/ 0 h 2496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600453" h="2496065" extrusionOk="0">
                <a:moveTo>
                  <a:pt x="219579" y="0"/>
                </a:moveTo>
                <a:lnTo>
                  <a:pt x="316022" y="0"/>
                </a:lnTo>
                <a:lnTo>
                  <a:pt x="1030236" y="0"/>
                </a:lnTo>
                <a:lnTo>
                  <a:pt x="1126679" y="0"/>
                </a:lnTo>
                <a:lnTo>
                  <a:pt x="2473774" y="0"/>
                </a:lnTo>
                <a:lnTo>
                  <a:pt x="2570217" y="0"/>
                </a:lnTo>
                <a:lnTo>
                  <a:pt x="3284431" y="0"/>
                </a:lnTo>
                <a:lnTo>
                  <a:pt x="3380874" y="0"/>
                </a:lnTo>
                <a:cubicBezTo>
                  <a:pt x="3502144" y="0"/>
                  <a:pt x="3600453" y="98309"/>
                  <a:pt x="3600453" y="219579"/>
                </a:cubicBezTo>
                <a:lnTo>
                  <a:pt x="3600453" y="2276486"/>
                </a:lnTo>
                <a:cubicBezTo>
                  <a:pt x="3600453" y="2397757"/>
                  <a:pt x="3502144" y="2496065"/>
                  <a:pt x="3380874" y="2496065"/>
                </a:cubicBezTo>
                <a:lnTo>
                  <a:pt x="3284431" y="2496065"/>
                </a:lnTo>
                <a:lnTo>
                  <a:pt x="2570217" y="2496065"/>
                </a:lnTo>
                <a:lnTo>
                  <a:pt x="2473774" y="2496065"/>
                </a:lnTo>
                <a:lnTo>
                  <a:pt x="1126679" y="2496065"/>
                </a:lnTo>
                <a:lnTo>
                  <a:pt x="1030236" y="2496065"/>
                </a:lnTo>
                <a:lnTo>
                  <a:pt x="316022" y="2496065"/>
                </a:lnTo>
                <a:lnTo>
                  <a:pt x="219579" y="2496065"/>
                </a:lnTo>
                <a:cubicBezTo>
                  <a:pt x="98309" y="2496065"/>
                  <a:pt x="0" y="2397757"/>
                  <a:pt x="0" y="2276486"/>
                </a:cubicBezTo>
                <a:lnTo>
                  <a:pt x="0" y="219579"/>
                </a:lnTo>
                <a:cubicBezTo>
                  <a:pt x="0" y="98309"/>
                  <a:pt x="98309" y="0"/>
                  <a:pt x="21957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101284912" name="Inhaltsplatzhalter 2"/>
          <p:cNvSpPr>
            <a:spLocks noGrp="1"/>
          </p:cNvSpPr>
          <p:nvPr>
            <p:ph sz="half" idx="1" hasCustomPrompt="1"/>
          </p:nvPr>
        </p:nvSpPr>
        <p:spPr bwMode="auto">
          <a:xfrm>
            <a:off x="407988" y="4891314"/>
            <a:ext cx="3600451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1510356011" name="Inhaltsplatzhalter 2"/>
          <p:cNvSpPr>
            <a:spLocks noGrp="1"/>
          </p:cNvSpPr>
          <p:nvPr>
            <p:ph sz="half" idx="16" hasCustomPrompt="1"/>
          </p:nvPr>
        </p:nvSpPr>
        <p:spPr bwMode="auto">
          <a:xfrm>
            <a:off x="4296175" y="4891314"/>
            <a:ext cx="3600449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sp>
        <p:nvSpPr>
          <p:cNvPr id="713747679" name="Inhaltsplatzhalter 2"/>
          <p:cNvSpPr>
            <a:spLocks noGrp="1"/>
          </p:cNvSpPr>
          <p:nvPr>
            <p:ph sz="half" idx="17" hasCustomPrompt="1"/>
          </p:nvPr>
        </p:nvSpPr>
        <p:spPr bwMode="auto">
          <a:xfrm>
            <a:off x="8184362" y="4891314"/>
            <a:ext cx="3600447" cy="1490435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56111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263424740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4162276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60079656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1178728039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sp>
        <p:nvSpPr>
          <p:cNvPr id="2058407440" name="Bildplatzhalter 35"/>
          <p:cNvSpPr>
            <a:spLocks noGrp="1"/>
          </p:cNvSpPr>
          <p:nvPr>
            <p:ph type="pic" sz="quarter" idx="16"/>
          </p:nvPr>
        </p:nvSpPr>
        <p:spPr bwMode="auto">
          <a:xfrm>
            <a:off x="412758" y="1484314"/>
            <a:ext cx="3600447" cy="4897436"/>
          </a:xfrm>
          <a:custGeom>
            <a:avLst/>
            <a:gdLst>
              <a:gd name="connsiteX0" fmla="*/ 285669 w 3600447"/>
              <a:gd name="connsiteY0" fmla="*/ 0 h 4897436"/>
              <a:gd name="connsiteX1" fmla="*/ 382107 w 3600447"/>
              <a:gd name="connsiteY1" fmla="*/ 0 h 4897436"/>
              <a:gd name="connsiteX2" fmla="*/ 3218340 w 3600447"/>
              <a:gd name="connsiteY2" fmla="*/ 0 h 4897436"/>
              <a:gd name="connsiteX3" fmla="*/ 3314778 w 3600447"/>
              <a:gd name="connsiteY3" fmla="*/ 0 h 4897436"/>
              <a:gd name="connsiteX4" fmla="*/ 3600447 w 3600447"/>
              <a:gd name="connsiteY4" fmla="*/ 285669 h 4897436"/>
              <a:gd name="connsiteX5" fmla="*/ 3600447 w 3600447"/>
              <a:gd name="connsiteY5" fmla="*/ 1935761 h 4897436"/>
              <a:gd name="connsiteX6" fmla="*/ 3600447 w 3600447"/>
              <a:gd name="connsiteY6" fmla="*/ 2961675 h 4897436"/>
              <a:gd name="connsiteX7" fmla="*/ 3600447 w 3600447"/>
              <a:gd name="connsiteY7" fmla="*/ 4611767 h 4897436"/>
              <a:gd name="connsiteX8" fmla="*/ 3314778 w 3600447"/>
              <a:gd name="connsiteY8" fmla="*/ 4897436 h 4897436"/>
              <a:gd name="connsiteX9" fmla="*/ 3218340 w 3600447"/>
              <a:gd name="connsiteY9" fmla="*/ 4897436 h 4897436"/>
              <a:gd name="connsiteX10" fmla="*/ 382107 w 3600447"/>
              <a:gd name="connsiteY10" fmla="*/ 4897436 h 4897436"/>
              <a:gd name="connsiteX11" fmla="*/ 285669 w 3600447"/>
              <a:gd name="connsiteY11" fmla="*/ 4897436 h 4897436"/>
              <a:gd name="connsiteX12" fmla="*/ 0 w 3600447"/>
              <a:gd name="connsiteY12" fmla="*/ 4611767 h 4897436"/>
              <a:gd name="connsiteX13" fmla="*/ 0 w 3600447"/>
              <a:gd name="connsiteY13" fmla="*/ 2961675 h 4897436"/>
              <a:gd name="connsiteX14" fmla="*/ 0 w 3600447"/>
              <a:gd name="connsiteY14" fmla="*/ 1935761 h 4897436"/>
              <a:gd name="connsiteX15" fmla="*/ 0 w 3600447"/>
              <a:gd name="connsiteY15" fmla="*/ 285669 h 4897436"/>
              <a:gd name="connsiteX16" fmla="*/ 285669 w 3600447"/>
              <a:gd name="connsiteY16" fmla="*/ 0 h 4897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600447" h="4897436" extrusionOk="0">
                <a:moveTo>
                  <a:pt x="285669" y="0"/>
                </a:moveTo>
                <a:lnTo>
                  <a:pt x="382107" y="0"/>
                </a:lnTo>
                <a:lnTo>
                  <a:pt x="3218340" y="0"/>
                </a:lnTo>
                <a:lnTo>
                  <a:pt x="3314778" y="0"/>
                </a:lnTo>
                <a:cubicBezTo>
                  <a:pt x="3472549" y="0"/>
                  <a:pt x="3600447" y="127898"/>
                  <a:pt x="3600447" y="285669"/>
                </a:cubicBezTo>
                <a:lnTo>
                  <a:pt x="3600447" y="1935761"/>
                </a:lnTo>
                <a:lnTo>
                  <a:pt x="3600447" y="2961675"/>
                </a:lnTo>
                <a:lnTo>
                  <a:pt x="3600447" y="4611767"/>
                </a:lnTo>
                <a:cubicBezTo>
                  <a:pt x="3600447" y="4769538"/>
                  <a:pt x="3472549" y="4897436"/>
                  <a:pt x="3314778" y="4897436"/>
                </a:cubicBezTo>
                <a:lnTo>
                  <a:pt x="3218340" y="4897436"/>
                </a:lnTo>
                <a:lnTo>
                  <a:pt x="382107" y="4897436"/>
                </a:lnTo>
                <a:lnTo>
                  <a:pt x="285669" y="4897436"/>
                </a:lnTo>
                <a:cubicBezTo>
                  <a:pt x="127898" y="4897436"/>
                  <a:pt x="0" y="4769538"/>
                  <a:pt x="0" y="4611767"/>
                </a:cubicBezTo>
                <a:lnTo>
                  <a:pt x="0" y="2961675"/>
                </a:lnTo>
                <a:lnTo>
                  <a:pt x="0" y="1935761"/>
                </a:lnTo>
                <a:lnTo>
                  <a:pt x="0" y="285669"/>
                </a:lnTo>
                <a:cubicBezTo>
                  <a:pt x="0" y="127898"/>
                  <a:pt x="127898" y="0"/>
                  <a:pt x="285669" y="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lIns="144000" tIns="144000" rIns="144000" bIns="144000">
            <a:noAutofit/>
          </a:bodyPr>
          <a:lstStyle>
            <a:lvl1pPr marL="0" indent="0">
              <a:buNone/>
              <a:defRPr sz="1400"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202361596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95568601" name="Textplatzhalter 52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421194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235401355" name="Text Placeholder 3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421194" y="2335213"/>
            <a:ext cx="1819270" cy="1065212"/>
          </a:xfrm>
        </p:spPr>
        <p:txBody>
          <a:bodyPr wrap="square"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077381066" name="Text Placeholder 32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4421194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883873466" name="Text Placeholder 32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421194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744994907" name="Textplatzhalter 52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993342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83322228" name="Text Placeholder 32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6993343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2059000007" name="Text Placeholder 32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993343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2097358605" name="Text Placeholder 32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6993343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284396515" name="Textplatzhalter 52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9565491" y="1484313"/>
            <a:ext cx="1819270" cy="44846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72000" tIns="36000" rIns="72000" bIns="36000" anchor="ctr">
            <a:normAutofit/>
          </a:bodyPr>
          <a:lstStyle>
            <a:lvl1pPr marL="0" indent="0" algn="ctr">
              <a:buNone/>
              <a:defRPr sz="1600" cap="none">
                <a:solidFill>
                  <a:schemeClr val="accent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605627277" name="Text Placeholder 3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65491" y="233521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581370932" name="Text Placeholder 32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9565491" y="3811588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77970289" name="Text Placeholder 32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565491" y="5287963"/>
            <a:ext cx="1819270" cy="1065212"/>
          </a:xfrm>
        </p:spPr>
        <p:txBody>
          <a:bodyPr/>
          <a:lstStyle>
            <a:lvl1pPr marL="285750" indent="-28575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3 contents with subheadline whi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354818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78618455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48328643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66B37C8C-F68A-4E06-9922-6EEE86F126B4}" type="datetime1">
              <a:rPr lang="de-DE"/>
              <a:t>06.07.2026</a:t>
            </a:fld>
            <a:endParaRPr lang="en-CA"/>
          </a:p>
        </p:txBody>
      </p:sp>
      <p:sp>
        <p:nvSpPr>
          <p:cNvPr id="291132893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612251818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thing to remember</a:t>
            </a:r>
          </a:p>
        </p:txBody>
      </p:sp>
      <p:sp>
        <p:nvSpPr>
          <p:cNvPr id="331026085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about 6-7 lines of content </a:t>
            </a:r>
            <a:endParaRPr/>
          </a:p>
        </p:txBody>
      </p:sp>
      <p:sp>
        <p:nvSpPr>
          <p:cNvPr id="1790101766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thing to remember</a:t>
            </a:r>
          </a:p>
        </p:txBody>
      </p:sp>
      <p:sp>
        <p:nvSpPr>
          <p:cNvPr id="836867198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about 6-7 lines of content </a:t>
            </a:r>
            <a:endParaRPr/>
          </a:p>
        </p:txBody>
      </p:sp>
      <p:sp>
        <p:nvSpPr>
          <p:cNvPr id="600806480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thing to remember</a:t>
            </a:r>
          </a:p>
        </p:txBody>
      </p:sp>
      <p:sp>
        <p:nvSpPr>
          <p:cNvPr id="993366778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de-DE"/>
              <a:t>Insert about 6-7 lines of content </a:t>
            </a: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_1/3 image left 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9039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077210804" name="Titel 1"/>
          <p:cNvSpPr>
            <a:spLocks noGrp="1"/>
          </p:cNvSpPr>
          <p:nvPr>
            <p:ph type="title" hasCustomPrompt="1"/>
          </p:nvPr>
        </p:nvSpPr>
        <p:spPr bwMode="auto"/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87313067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56861016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463353422" name="Textfeld 33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213605293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281156464" name="Text Placeholder 25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1539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thing to remember</a:t>
            </a:r>
          </a:p>
        </p:txBody>
      </p:sp>
      <p:sp>
        <p:nvSpPr>
          <p:cNvPr id="1011306801" name="Text Placeholder 29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1596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about 6-7 lines of content </a:t>
            </a:r>
            <a:endParaRPr/>
          </a:p>
        </p:txBody>
      </p:sp>
      <p:sp>
        <p:nvSpPr>
          <p:cNvPr id="1679384411" name="Text Placeholder 25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599214" y="2138170"/>
            <a:ext cx="2993571" cy="246221"/>
          </a:xfr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Second thing to remember</a:t>
            </a:r>
          </a:p>
        </p:txBody>
      </p:sp>
      <p:sp>
        <p:nvSpPr>
          <p:cNvPr id="764559520" name="Text Placeholder 29"/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4599781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about 6-7 lines of content </a:t>
            </a:r>
            <a:endParaRPr/>
          </a:p>
        </p:txBody>
      </p:sp>
      <p:sp>
        <p:nvSpPr>
          <p:cNvPr id="173565934" name="Text Placeholder 25"/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8482466" y="2138170"/>
            <a:ext cx="2993571" cy="246221"/>
          </a:xfrm>
        </p:spPr>
        <p:txBody>
          <a:bodyPr anchor="ctr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Third thing to remember</a:t>
            </a:r>
          </a:p>
        </p:txBody>
      </p:sp>
      <p:sp>
        <p:nvSpPr>
          <p:cNvPr id="1470519205" name="Text Placeholder 29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8483033" y="2576321"/>
            <a:ext cx="2992437" cy="1522412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Insert about 6-7 lines of content </a:t>
            </a:r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Closing slide_arrow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90182587" name="Gruppieren 11"/>
          <p:cNvGrpSpPr/>
          <p:nvPr userDrawn="1"/>
        </p:nvGrpSpPr>
        <p:grpSpPr bwMode="auto">
          <a:xfrm>
            <a:off x="302079" y="0"/>
            <a:ext cx="11587842" cy="6854780"/>
            <a:chOff x="2376487" y="1228725"/>
            <a:chExt cx="7439024" cy="4400550"/>
          </a:xfrm>
        </p:grpSpPr>
        <p:sp>
          <p:nvSpPr>
            <p:cNvPr id="9" name="Freihandform: Form 8"/>
            <p:cNvSpPr/>
            <p:nvPr/>
          </p:nvSpPr>
          <p:spPr bwMode="auto">
            <a:xfrm>
              <a:off x="23764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0" name="Freihandform: Form 9"/>
            <p:cNvSpPr/>
            <p:nvPr/>
          </p:nvSpPr>
          <p:spPr bwMode="auto">
            <a:xfrm>
              <a:off x="48148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  <p:sp>
          <p:nvSpPr>
            <p:cNvPr id="11" name="Freihandform: Form 10"/>
            <p:cNvSpPr/>
            <p:nvPr/>
          </p:nvSpPr>
          <p:spPr bwMode="auto">
            <a:xfrm>
              <a:off x="7253287" y="1228725"/>
              <a:ext cx="2562225" cy="4400550"/>
            </a:xfrm>
            <a:custGeom>
              <a:avLst/>
              <a:gdLst>
                <a:gd name="connsiteX0" fmla="*/ 0 w 2562225"/>
                <a:gd name="connsiteY0" fmla="*/ 4400550 h 4400550"/>
                <a:gd name="connsiteX1" fmla="*/ 1066800 w 2562225"/>
                <a:gd name="connsiteY1" fmla="*/ 4400550 h 4400550"/>
                <a:gd name="connsiteX2" fmla="*/ 2562225 w 2562225"/>
                <a:gd name="connsiteY2" fmla="*/ 2200275 h 4400550"/>
                <a:gd name="connsiteX3" fmla="*/ 1066800 w 2562225"/>
                <a:gd name="connsiteY3" fmla="*/ 0 h 4400550"/>
                <a:gd name="connsiteX4" fmla="*/ 0 w 2562225"/>
                <a:gd name="connsiteY4" fmla="*/ 0 h 4400550"/>
                <a:gd name="connsiteX5" fmla="*/ 1343025 w 2562225"/>
                <a:gd name="connsiteY5" fmla="*/ 2200275 h 4400550"/>
                <a:gd name="connsiteX6" fmla="*/ 0 w 2562225"/>
                <a:gd name="connsiteY6" fmla="*/ 4400550 h 4400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2225" h="4400550" extrusionOk="0">
                  <a:moveTo>
                    <a:pt x="0" y="4400550"/>
                  </a:moveTo>
                  <a:lnTo>
                    <a:pt x="1066800" y="4400550"/>
                  </a:lnTo>
                  <a:lnTo>
                    <a:pt x="2562225" y="2200275"/>
                  </a:lnTo>
                  <a:lnTo>
                    <a:pt x="1066800" y="0"/>
                  </a:lnTo>
                  <a:lnTo>
                    <a:pt x="0" y="0"/>
                  </a:lnTo>
                  <a:lnTo>
                    <a:pt x="1343025" y="2200275"/>
                  </a:lnTo>
                  <a:lnTo>
                    <a:pt x="0" y="440055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lnSpc>
                  <a:spcPct val="80000"/>
                </a:lnSpc>
                <a:defRPr/>
              </a:pPr>
              <a:endParaRPr lang="de-DE" sz="1400" b="1">
                <a:solidFill>
                  <a:schemeClr val="bg1"/>
                </a:solidFill>
              </a:endParaRPr>
            </a:p>
          </p:txBody>
        </p:sp>
      </p:grpSp>
      <p:sp>
        <p:nvSpPr>
          <p:cNvPr id="689998349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471490762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64074988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20365918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5538787" cy="2111312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Enabling you to shape a better tomorrow</a:t>
            </a:r>
            <a:endParaRPr lang="en-CA"/>
          </a:p>
        </p:txBody>
      </p:sp>
      <p:sp>
        <p:nvSpPr>
          <p:cNvPr id="916589283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IT-Beratung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Medienzentrum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868162" name="Rechteck 43"/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accent1">
                  <a:alpha val="95000"/>
                </a:schemeClr>
              </a:gs>
              <a:gs pos="100000">
                <a:srgbClr val="3264FF">
                  <a:alpha val="90000"/>
                </a:srgbClr>
              </a:gs>
            </a:gsLst>
            <a:lin ang="81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439120925" name="Textplatzhalter 2"/>
          <p:cNvSpPr>
            <a:spLocks noGrp="1"/>
          </p:cNvSpPr>
          <p:nvPr>
            <p:ph type="body" idx="1" hasCustomPrompt="1"/>
          </p:nvPr>
        </p:nvSpPr>
        <p:spPr bwMode="auto">
          <a:xfrm>
            <a:off x="407988" y="1196975"/>
            <a:ext cx="845390" cy="40518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 wrap="square" lIns="72000" tIns="36000" rIns="72000" bIns="36000" anchor="ctr">
            <a:norm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de-DE"/>
              <a:t>Closing</a:t>
            </a:r>
            <a:endParaRPr/>
          </a:p>
        </p:txBody>
      </p:sp>
      <p:sp>
        <p:nvSpPr>
          <p:cNvPr id="1741831936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1105605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5979578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2070163"/>
            <a:ext cx="6776583" cy="2082737"/>
          </a:xfrm>
        </p:spPr>
        <p:txBody>
          <a:bodyPr vert="horz" anchor="t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We create digital futures with sustainable impact for the world.</a:t>
            </a:r>
            <a:endParaRPr lang="en-CA"/>
          </a:p>
        </p:txBody>
      </p:sp>
      <p:sp>
        <p:nvSpPr>
          <p:cNvPr id="717698596" name="Rectangle 7"/>
          <p:cNvSpPr>
            <a:spLocks noChangeArrowheads="1"/>
          </p:cNvSpPr>
          <p:nvPr userDrawn="1"/>
        </p:nvSpPr>
        <p:spPr bwMode="gray">
          <a:xfrm>
            <a:off x="406452" y="4545128"/>
            <a:ext cx="11377507" cy="15842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t"/>
          <a:lstStyle/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  <a:t>MHP Management- und IT-Beratung GmbH</a:t>
            </a:r>
            <a:br>
              <a:rPr lang="en-US" sz="1400" b="1">
                <a:solidFill>
                  <a:schemeClr val="bg1"/>
                </a:solidFill>
                <a:latin typeface="+mn-lt"/>
                <a:cs typeface="Segoe UI"/>
              </a:rPr>
            </a:br>
            <a:br>
              <a:rPr lang="en-US" sz="1400">
                <a:solidFill>
                  <a:schemeClr val="bg1"/>
                </a:solidFill>
                <a:latin typeface="+mn-lt"/>
                <a:cs typeface="Segoe UI"/>
              </a:rPr>
            </a:b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Film- und Medienzentrum l Königsallee 49 l D-71638 Ludwigsburg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Telefon +49 (0)7141 7856-0 l Fax +49 (0)7141 7856-199</a:t>
            </a:r>
            <a:endParaRPr/>
          </a:p>
          <a:p>
            <a:pPr>
              <a:lnSpc>
                <a:spcPct val="100000"/>
              </a:lnSpc>
              <a:spcBef>
                <a:spcPts val="300"/>
              </a:spcBef>
              <a:buClr>
                <a:srgbClr val="000099"/>
              </a:buClr>
              <a:tabLst>
                <a:tab pos="3690213" algn="l"/>
                <a:tab pos="4705869" algn="l"/>
              </a:tabLst>
              <a:defRPr/>
            </a:pPr>
            <a:r>
              <a:rPr lang="en-US" sz="1400">
                <a:solidFill>
                  <a:schemeClr val="bg1"/>
                </a:solidFill>
                <a:latin typeface="+mn-lt"/>
                <a:cs typeface="Segoe UI"/>
              </a:rPr>
              <a:t>E-Mail info@mhp.com l Internet www.mhp.com</a:t>
            </a:r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Mockup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840469" name="Rechteck 3"/>
          <p:cNvSpPr/>
          <p:nvPr userDrawn="1"/>
        </p:nvSpPr>
        <p:spPr bwMode="ltGray">
          <a:xfrm>
            <a:off x="1309630" y="0"/>
            <a:ext cx="1088237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CA"/>
          </a:p>
        </p:txBody>
      </p:sp>
      <p:sp>
        <p:nvSpPr>
          <p:cNvPr id="16093471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1599538" y="219691"/>
            <a:ext cx="8859262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71959247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1599538" y="404813"/>
            <a:ext cx="8859262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552449680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06.07.2026</a:t>
            </a:fld>
            <a:endParaRPr lang="en-CA"/>
          </a:p>
        </p:txBody>
      </p:sp>
      <p:sp>
        <p:nvSpPr>
          <p:cNvPr id="2074183668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59502848" name="Textfeld 32"/>
          <p:cNvSpPr txBox="1"/>
          <p:nvPr userDrawn="1"/>
        </p:nvSpPr>
        <p:spPr bwMode="auto">
          <a:xfrm>
            <a:off x="1599538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7767583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9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0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2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3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4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5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48731035" name="Text Placeholder 60"/>
          <p:cNvSpPr>
            <a:spLocks noGrp="1"/>
          </p:cNvSpPr>
          <p:nvPr>
            <p:ph type="body" sz="quarter" idx="32"/>
          </p:nvPr>
        </p:nvSpPr>
        <p:spPr bwMode="auto">
          <a:xfrm>
            <a:off x="2537101" y="1484313"/>
            <a:ext cx="5644874" cy="228295"/>
          </a:xfr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80833744" name="Picture Placeholder 68"/>
          <p:cNvSpPr>
            <a:spLocks noGrp="1"/>
          </p:cNvSpPr>
          <p:nvPr>
            <p:ph type="pic" sz="quarter" idx="34"/>
          </p:nvPr>
        </p:nvSpPr>
        <p:spPr bwMode="auto">
          <a:xfrm>
            <a:off x="262073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13955723" name="Textplatzhalter 52"/>
          <p:cNvSpPr>
            <a:spLocks noGrp="1"/>
          </p:cNvSpPr>
          <p:nvPr>
            <p:ph type="body" sz="quarter" idx="20"/>
          </p:nvPr>
        </p:nvSpPr>
        <p:spPr bwMode="auto">
          <a:xfrm>
            <a:off x="2537102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1482700847" name="Text Placeholder 60"/>
          <p:cNvSpPr>
            <a:spLocks noGrp="1"/>
          </p:cNvSpPr>
          <p:nvPr>
            <p:ph type="body" sz="quarter" idx="38"/>
          </p:nvPr>
        </p:nvSpPr>
        <p:spPr bwMode="auto">
          <a:xfrm>
            <a:off x="2537101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sp>
        <p:nvSpPr>
          <p:cNvPr id="1827749356" name="Picture Placeholder 68"/>
          <p:cNvSpPr>
            <a:spLocks noGrp="1"/>
          </p:cNvSpPr>
          <p:nvPr>
            <p:ph type="pic" sz="quarter" idx="35"/>
          </p:nvPr>
        </p:nvSpPr>
        <p:spPr bwMode="auto">
          <a:xfrm>
            <a:off x="5792546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793669290" name="Textplatzhalter 52"/>
          <p:cNvSpPr>
            <a:spLocks noGrp="1"/>
          </p:cNvSpPr>
          <p:nvPr>
            <p:ph type="body" sz="quarter" idx="28"/>
          </p:nvPr>
        </p:nvSpPr>
        <p:spPr bwMode="auto">
          <a:xfrm>
            <a:off x="5696088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856645366" name="Text Placeholder 60"/>
          <p:cNvSpPr>
            <a:spLocks noGrp="1"/>
          </p:cNvSpPr>
          <p:nvPr>
            <p:ph type="body" sz="quarter" idx="39"/>
          </p:nvPr>
        </p:nvSpPr>
        <p:spPr bwMode="auto">
          <a:xfrm>
            <a:off x="5696087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1617922259" name="Grafik 58"/>
          <p:cNvPicPr>
            <a:picLocks noChangeAspect="1"/>
          </p:cNvPicPr>
          <p:nvPr userDrawn="1"/>
        </p:nvPicPr>
        <p:blipFill rotWithShape="1">
          <a:blip r:embed="rId2"/>
          <a:srcRect l="9746" t="10016" r="9733" b="12093"/>
          <a:stretch/>
        </p:blipFill>
        <p:spPr bwMode="auto">
          <a:xfrm>
            <a:off x="2162175" y="2085974"/>
            <a:ext cx="2749240" cy="3012657"/>
          </a:xfrm>
          <a:prstGeom prst="rect">
            <a:avLst/>
          </a:prstGeom>
        </p:spPr>
      </p:pic>
      <p:pic>
        <p:nvPicPr>
          <p:cNvPr id="34615341" name="Grafik 58"/>
          <p:cNvPicPr>
            <a:picLocks noChangeAspect="1"/>
          </p:cNvPicPr>
          <p:nvPr userDrawn="1"/>
        </p:nvPicPr>
        <p:blipFill rotWithShape="1">
          <a:blip r:embed="rId2"/>
          <a:srcRect l="12499" t="10016" r="12236" b="13019"/>
          <a:stretch/>
        </p:blipFill>
        <p:spPr bwMode="auto">
          <a:xfrm>
            <a:off x="5427993" y="2085974"/>
            <a:ext cx="2569778" cy="2976880"/>
          </a:xfrm>
          <a:prstGeom prst="rect">
            <a:avLst/>
          </a:prstGeom>
        </p:spPr>
      </p:pic>
      <p:sp>
        <p:nvSpPr>
          <p:cNvPr id="1081143732" name="Picture Placeholder 68"/>
          <p:cNvSpPr>
            <a:spLocks noGrp="1"/>
          </p:cNvSpPr>
          <p:nvPr>
            <p:ph type="pic" sz="quarter" idx="36"/>
          </p:nvPr>
        </p:nvSpPr>
        <p:spPr bwMode="auto">
          <a:xfrm>
            <a:off x="8938770" y="2326356"/>
            <a:ext cx="1838325" cy="2483769"/>
          </a:xfrm>
          <a:prstGeom prst="roundRect">
            <a:avLst>
              <a:gd name="adj" fmla="val 4232"/>
            </a:avLst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888236740" name="Textplatzhalter 52"/>
          <p:cNvSpPr>
            <a:spLocks noGrp="1"/>
          </p:cNvSpPr>
          <p:nvPr>
            <p:ph type="body" sz="quarter" idx="37"/>
          </p:nvPr>
        </p:nvSpPr>
        <p:spPr bwMode="auto">
          <a:xfrm>
            <a:off x="8854066" y="5293012"/>
            <a:ext cx="1550286" cy="40518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square" lIns="72000" tIns="36000" rIns="72000" bIns="36000" anchor="ctr">
            <a:spAutoFit/>
          </a:bodyPr>
          <a:lstStyle>
            <a:lvl1pPr marL="0" indent="0" algn="l">
              <a:buNone/>
              <a:defRPr sz="14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endParaRPr lang="en-CA"/>
          </a:p>
        </p:txBody>
      </p:sp>
      <p:sp>
        <p:nvSpPr>
          <p:cNvPr id="65598280" name="Text Placeholder 60"/>
          <p:cNvSpPr>
            <a:spLocks noGrp="1"/>
          </p:cNvSpPr>
          <p:nvPr>
            <p:ph type="body" sz="quarter" idx="40"/>
          </p:nvPr>
        </p:nvSpPr>
        <p:spPr bwMode="auto">
          <a:xfrm>
            <a:off x="8857280" y="5798959"/>
            <a:ext cx="2011087" cy="22829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lvl="0">
              <a:defRPr/>
            </a:pPr>
            <a:r>
              <a:rPr lang="en-US"/>
              <a:t>Click to edit</a:t>
            </a:r>
            <a:endParaRPr/>
          </a:p>
        </p:txBody>
      </p:sp>
      <p:pic>
        <p:nvPicPr>
          <p:cNvPr id="866665877" name="Grafik 58"/>
          <p:cNvPicPr>
            <a:picLocks noChangeAspect="1"/>
          </p:cNvPicPr>
          <p:nvPr userDrawn="1"/>
        </p:nvPicPr>
        <p:blipFill rotWithShape="1">
          <a:blip r:embed="rId2"/>
          <a:srcRect l="12811" t="9091" r="6230" b="13019"/>
          <a:stretch/>
        </p:blipFill>
        <p:spPr bwMode="auto">
          <a:xfrm>
            <a:off x="8584850" y="2050196"/>
            <a:ext cx="2764146" cy="301265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4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999519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12097256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04393628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855736466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424953481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70839733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31668917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094612978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201376735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6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619306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317335442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147992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5832476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827386190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8369300" y="1587245"/>
            <a:ext cx="2162283" cy="4684974"/>
          </a:xfrm>
          <a:prstGeom prst="roundRect">
            <a:avLst>
              <a:gd name="adj" fmla="val 9527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pic>
        <p:nvPicPr>
          <p:cNvPr id="2058390923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7683935" y="1425008"/>
            <a:ext cx="3574615" cy="5625797"/>
          </a:xfrm>
          <a:prstGeom prst="rect">
            <a:avLst/>
          </a:prstGeom>
        </p:spPr>
      </p:pic>
      <p:sp>
        <p:nvSpPr>
          <p:cNvPr id="144234740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25126329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1979500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grpSp>
        <p:nvGrpSpPr>
          <p:cNvPr id="1916785971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Rectangle 1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5842759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05315180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674368814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452625219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689157095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53294050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756875876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pic>
        <p:nvPicPr>
          <p:cNvPr id="622483965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642608065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32715737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28901833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cxnSp>
        <p:nvCxnSpPr>
          <p:cNvPr id="866590142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0953256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7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90232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825326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192625287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pic>
        <p:nvPicPr>
          <p:cNvPr id="2146949835" name="Picture 3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4740677" y="1365373"/>
            <a:ext cx="7259979" cy="5463134"/>
          </a:xfrm>
          <a:prstGeom prst="rect">
            <a:avLst/>
          </a:prstGeom>
        </p:spPr>
      </p:pic>
      <p:sp>
        <p:nvSpPr>
          <p:cNvPr id="591692466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324691416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325434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873296010" name="Inhaltsplatzhalter 2"/>
          <p:cNvSpPr>
            <a:spLocks noGrp="1"/>
          </p:cNvSpPr>
          <p:nvPr>
            <p:ph idx="17" hasCustomPrompt="1"/>
          </p:nvPr>
        </p:nvSpPr>
        <p:spPr bwMode="auto">
          <a:xfrm>
            <a:off x="407987" y="5024373"/>
            <a:ext cx="3887788" cy="1017910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714260752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5380389" y="1660574"/>
            <a:ext cx="6005761" cy="4517976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327994853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39158435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cxnSp>
        <p:nvCxnSpPr>
          <p:cNvPr id="488037491" name="Straight Connector 15"/>
          <p:cNvCxnSpPr/>
          <p:nvPr userDrawn="1"/>
        </p:nvCxnSpPr>
        <p:spPr bwMode="auto">
          <a:xfrm>
            <a:off x="415222" y="287828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91465374" name="Straight Connector 16"/>
          <p:cNvCxnSpPr/>
          <p:nvPr userDrawn="1"/>
        </p:nvCxnSpPr>
        <p:spPr bwMode="auto">
          <a:xfrm>
            <a:off x="415222" y="4648313"/>
            <a:ext cx="3903080" cy="0"/>
          </a:xfrm>
          <a:prstGeom prst="line">
            <a:avLst/>
          </a:prstGeom>
          <a:noFill/>
          <a:ln w="9525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4686678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20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Rectangle 20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Rectangle 21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8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957473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85843152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038363999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719192317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692757929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659119469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978386352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accent1"/>
              </a:buClr>
              <a:buFont typeface="Arial"/>
              <a:buChar char="•"/>
              <a:defRPr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38439194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</a:t>
            </a:r>
            <a:endParaRPr/>
          </a:p>
        </p:txBody>
      </p:sp>
      <p:pic>
        <p:nvPicPr>
          <p:cNvPr id="1978284229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pic>
        <p:nvPicPr>
          <p:cNvPr id="1956248682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1615898306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</a:t>
            </a:r>
            <a:endParaRPr/>
          </a:p>
        </p:txBody>
      </p:sp>
      <p:grpSp>
        <p:nvGrpSpPr>
          <p:cNvPr id="207592398" name="Gruppieren 14"/>
          <p:cNvGrpSpPr/>
          <p:nvPr userDrawn="1"/>
        </p:nvGrpSpPr>
        <p:grpSpPr bwMode="black">
          <a:xfrm>
            <a:off x="10982324" y="6270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" name="Rectangle 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8" name="Rectangle 7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1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3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40792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15575959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493267810" name="Inhaltsplatzhalter 2"/>
          <p:cNvSpPr>
            <a:spLocks noGrp="1"/>
          </p:cNvSpPr>
          <p:nvPr>
            <p:ph idx="16" hasCustomPrompt="1"/>
          </p:nvPr>
        </p:nvSpPr>
        <p:spPr bwMode="auto">
          <a:xfrm>
            <a:off x="407987" y="1484312"/>
            <a:ext cx="3600451" cy="489743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49172062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679249279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340926115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957111487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259306605" name="Grafik 15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5934692" y="1371870"/>
            <a:ext cx="5776048" cy="5204824"/>
          </a:xfrm>
          <a:prstGeom prst="rect">
            <a:avLst/>
          </a:prstGeom>
        </p:spPr>
      </p:pic>
      <p:sp>
        <p:nvSpPr>
          <p:cNvPr id="1894558831" name="Picture Placeholder 2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127869" y="1569050"/>
            <a:ext cx="5389694" cy="3031703"/>
          </a:xfrm>
          <a:custGeom>
            <a:avLst/>
            <a:gdLst>
              <a:gd name="connsiteX0" fmla="*/ 0 w 5389694"/>
              <a:gd name="connsiteY0" fmla="*/ 0 h 3031703"/>
              <a:gd name="connsiteX1" fmla="*/ 5389694 w 5389694"/>
              <a:gd name="connsiteY1" fmla="*/ 0 h 3031703"/>
              <a:gd name="connsiteX2" fmla="*/ 5389694 w 5389694"/>
              <a:gd name="connsiteY2" fmla="*/ 3031703 h 3031703"/>
              <a:gd name="connsiteX3" fmla="*/ 1352550 w 5389694"/>
              <a:gd name="connsiteY3" fmla="*/ 3031703 h 3031703"/>
              <a:gd name="connsiteX4" fmla="*/ 303411 w 5389694"/>
              <a:gd name="connsiteY4" fmla="*/ 3031703 h 3031703"/>
              <a:gd name="connsiteX5" fmla="*/ 303411 w 5389694"/>
              <a:gd name="connsiteY5" fmla="*/ 2452577 h 3031703"/>
              <a:gd name="connsiteX6" fmla="*/ 305990 w 5389694"/>
              <a:gd name="connsiteY6" fmla="*/ 2452577 h 3031703"/>
              <a:gd name="connsiteX7" fmla="*/ 313728 w 5389694"/>
              <a:gd name="connsiteY7" fmla="*/ 2447419 h 3031703"/>
              <a:gd name="connsiteX8" fmla="*/ 313728 w 5389694"/>
              <a:gd name="connsiteY8" fmla="*/ 2073418 h 3031703"/>
              <a:gd name="connsiteX9" fmla="*/ 305990 w 5389694"/>
              <a:gd name="connsiteY9" fmla="*/ 2068259 h 3031703"/>
              <a:gd name="connsiteX10" fmla="*/ 303411 w 5389694"/>
              <a:gd name="connsiteY10" fmla="*/ 2068259 h 3031703"/>
              <a:gd name="connsiteX11" fmla="*/ 303411 w 5389694"/>
              <a:gd name="connsiteY11" fmla="*/ 1511128 h 3031703"/>
              <a:gd name="connsiteX12" fmla="*/ 226032 w 5389694"/>
              <a:gd name="connsiteY12" fmla="*/ 1315100 h 3031703"/>
              <a:gd name="connsiteX13" fmla="*/ 37742 w 5389694"/>
              <a:gd name="connsiteY13" fmla="*/ 1245458 h 3031703"/>
              <a:gd name="connsiteX14" fmla="*/ 0 w 5389694"/>
              <a:gd name="connsiteY14" fmla="*/ 1245458 h 3031703"/>
              <a:gd name="connsiteX15" fmla="*/ 0 w 5389694"/>
              <a:gd name="connsiteY15" fmla="*/ 1056853 h 30317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389694" h="3031703" extrusionOk="0">
                <a:moveTo>
                  <a:pt x="0" y="0"/>
                </a:moveTo>
                <a:lnTo>
                  <a:pt x="5389694" y="0"/>
                </a:lnTo>
                <a:lnTo>
                  <a:pt x="5389694" y="3031703"/>
                </a:lnTo>
                <a:lnTo>
                  <a:pt x="1352550" y="3031703"/>
                </a:lnTo>
                <a:lnTo>
                  <a:pt x="303411" y="3031703"/>
                </a:lnTo>
                <a:lnTo>
                  <a:pt x="303411" y="2452577"/>
                </a:lnTo>
                <a:lnTo>
                  <a:pt x="305990" y="2452577"/>
                </a:lnTo>
                <a:lnTo>
                  <a:pt x="313728" y="2447419"/>
                </a:lnTo>
                <a:lnTo>
                  <a:pt x="313728" y="2073418"/>
                </a:lnTo>
                <a:lnTo>
                  <a:pt x="305990" y="2068259"/>
                </a:lnTo>
                <a:lnTo>
                  <a:pt x="303411" y="2068259"/>
                </a:lnTo>
                <a:lnTo>
                  <a:pt x="303411" y="1511128"/>
                </a:lnTo>
                <a:cubicBezTo>
                  <a:pt x="303411" y="1511128"/>
                  <a:pt x="302336" y="1385924"/>
                  <a:pt x="226032" y="1315100"/>
                </a:cubicBezTo>
                <a:cubicBezTo>
                  <a:pt x="150909" y="1245351"/>
                  <a:pt x="37742" y="1245458"/>
                  <a:pt x="37742" y="1245458"/>
                </a:cubicBezTo>
                <a:lnTo>
                  <a:pt x="0" y="1245458"/>
                </a:lnTo>
                <a:lnTo>
                  <a:pt x="0" y="1056853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Picture </a:t>
            </a:r>
            <a:endParaRPr/>
          </a:p>
        </p:txBody>
      </p:sp>
      <p:pic>
        <p:nvPicPr>
          <p:cNvPr id="1465054888" name="Picture 23"/>
          <p:cNvPicPr>
            <a:picLocks noChangeAspect="1"/>
          </p:cNvPicPr>
          <p:nvPr userDrawn="1"/>
        </p:nvPicPr>
        <p:blipFill rotWithShape="1">
          <a:blip r:embed="rId3"/>
          <a:stretch/>
        </p:blipFill>
        <p:spPr bwMode="auto">
          <a:xfrm>
            <a:off x="4251759" y="2754636"/>
            <a:ext cx="2620583" cy="4124324"/>
          </a:xfrm>
          <a:prstGeom prst="rect">
            <a:avLst/>
          </a:prstGeom>
        </p:spPr>
      </p:pic>
      <p:sp>
        <p:nvSpPr>
          <p:cNvPr id="883332720" name="Picture Placeholder 14"/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4760119" y="2900918"/>
            <a:ext cx="1578769" cy="3404161"/>
          </a:xfrm>
          <a:custGeom>
            <a:avLst/>
            <a:gdLst>
              <a:gd name="connsiteX0" fmla="*/ 219387 w 2231231"/>
              <a:gd name="connsiteY0" fmla="*/ 40 h 4833612"/>
              <a:gd name="connsiteX1" fmla="*/ 223489 w 2231231"/>
              <a:gd name="connsiteY1" fmla="*/ 207 h 4833612"/>
              <a:gd name="connsiteX2" fmla="*/ 520254 w 2231231"/>
              <a:gd name="connsiteY2" fmla="*/ 207 h 4833612"/>
              <a:gd name="connsiteX3" fmla="*/ 545900 w 2231231"/>
              <a:gd name="connsiteY3" fmla="*/ 11198 h 4833612"/>
              <a:gd name="connsiteX4" fmla="*/ 553228 w 2231231"/>
              <a:gd name="connsiteY4" fmla="*/ 29517 h 4833612"/>
              <a:gd name="connsiteX5" fmla="*/ 553228 w 2231231"/>
              <a:gd name="connsiteY5" fmla="*/ 58827 h 4833612"/>
              <a:gd name="connsiteX6" fmla="*/ 589866 w 2231231"/>
              <a:gd name="connsiteY6" fmla="*/ 128439 h 4833612"/>
              <a:gd name="connsiteX7" fmla="*/ 659477 w 2231231"/>
              <a:gd name="connsiteY7" fmla="*/ 161412 h 4833612"/>
              <a:gd name="connsiteX8" fmla="*/ 1571754 w 2231231"/>
              <a:gd name="connsiteY8" fmla="*/ 161412 h 4833612"/>
              <a:gd name="connsiteX9" fmla="*/ 1637702 w 2231231"/>
              <a:gd name="connsiteY9" fmla="*/ 121111 h 4833612"/>
              <a:gd name="connsiteX10" fmla="*/ 1667012 w 2231231"/>
              <a:gd name="connsiteY10" fmla="*/ 25853 h 4833612"/>
              <a:gd name="connsiteX11" fmla="*/ 1678003 w 2231231"/>
              <a:gd name="connsiteY11" fmla="*/ 7534 h 4833612"/>
              <a:gd name="connsiteX12" fmla="*/ 1699986 w 2231231"/>
              <a:gd name="connsiteY12" fmla="*/ 207 h 4833612"/>
              <a:gd name="connsiteX13" fmla="*/ 1985759 w 2231231"/>
              <a:gd name="connsiteY13" fmla="*/ 207 h 4833612"/>
              <a:gd name="connsiteX14" fmla="*/ 2168947 w 2231231"/>
              <a:gd name="connsiteY14" fmla="*/ 69818 h 4833612"/>
              <a:gd name="connsiteX15" fmla="*/ 2231231 w 2231231"/>
              <a:gd name="connsiteY15" fmla="*/ 227360 h 4833612"/>
              <a:gd name="connsiteX16" fmla="*/ 2231231 w 2231231"/>
              <a:gd name="connsiteY16" fmla="*/ 4612883 h 4833612"/>
              <a:gd name="connsiteX17" fmla="*/ 2183602 w 2231231"/>
              <a:gd name="connsiteY17" fmla="*/ 4759434 h 4833612"/>
              <a:gd name="connsiteX18" fmla="*/ 2044379 w 2231231"/>
              <a:gd name="connsiteY18" fmla="*/ 4832709 h 4833612"/>
              <a:gd name="connsiteX19" fmla="*/ 1674339 w 2231231"/>
              <a:gd name="connsiteY19" fmla="*/ 4832709 h 4833612"/>
              <a:gd name="connsiteX20" fmla="*/ 227153 w 2231231"/>
              <a:gd name="connsiteY20" fmla="*/ 4832709 h 4833612"/>
              <a:gd name="connsiteX21" fmla="*/ 51293 w 2231231"/>
              <a:gd name="connsiteY21" fmla="*/ 4766761 h 4833612"/>
              <a:gd name="connsiteX22" fmla="*/ 0 w 2231231"/>
              <a:gd name="connsiteY22" fmla="*/ 4612883 h 4833612"/>
              <a:gd name="connsiteX23" fmla="*/ 0 w 2231231"/>
              <a:gd name="connsiteY23" fmla="*/ 209041 h 4833612"/>
              <a:gd name="connsiteX24" fmla="*/ 65948 w 2231231"/>
              <a:gd name="connsiteY24" fmla="*/ 58827 h 4833612"/>
              <a:gd name="connsiteX25" fmla="*/ 219387 w 2231231"/>
              <a:gd name="connsiteY25" fmla="*/ 40 h 48336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31231" h="4833612" extrusionOk="0">
                <a:moveTo>
                  <a:pt x="219387" y="40"/>
                </a:moveTo>
                <a:cubicBezTo>
                  <a:pt x="222044" y="100"/>
                  <a:pt x="223489" y="207"/>
                  <a:pt x="223489" y="207"/>
                </a:cubicBezTo>
                <a:lnTo>
                  <a:pt x="520254" y="207"/>
                </a:lnTo>
                <a:cubicBezTo>
                  <a:pt x="520254" y="207"/>
                  <a:pt x="532925" y="-1777"/>
                  <a:pt x="545900" y="11198"/>
                </a:cubicBezTo>
                <a:cubicBezTo>
                  <a:pt x="553228" y="18526"/>
                  <a:pt x="553228" y="29517"/>
                  <a:pt x="553228" y="29517"/>
                </a:cubicBezTo>
                <a:lnTo>
                  <a:pt x="553228" y="58827"/>
                </a:lnTo>
                <a:cubicBezTo>
                  <a:pt x="553228" y="58827"/>
                  <a:pt x="559487" y="102029"/>
                  <a:pt x="589866" y="128439"/>
                </a:cubicBezTo>
                <a:cubicBezTo>
                  <a:pt x="625893" y="159733"/>
                  <a:pt x="659477" y="161412"/>
                  <a:pt x="659477" y="161412"/>
                </a:cubicBezTo>
                <a:lnTo>
                  <a:pt x="1571754" y="161412"/>
                </a:lnTo>
                <a:cubicBezTo>
                  <a:pt x="1571754" y="161412"/>
                  <a:pt x="1610071" y="156069"/>
                  <a:pt x="1637702" y="121111"/>
                </a:cubicBezTo>
                <a:cubicBezTo>
                  <a:pt x="1668691" y="82031"/>
                  <a:pt x="1667012" y="25853"/>
                  <a:pt x="1667012" y="25853"/>
                </a:cubicBezTo>
                <a:cubicBezTo>
                  <a:pt x="1667012" y="25853"/>
                  <a:pt x="1670523" y="14251"/>
                  <a:pt x="1678003" y="7534"/>
                </a:cubicBezTo>
                <a:cubicBezTo>
                  <a:pt x="1687315" y="-710"/>
                  <a:pt x="1699986" y="207"/>
                  <a:pt x="1699986" y="207"/>
                </a:cubicBezTo>
                <a:lnTo>
                  <a:pt x="1985759" y="207"/>
                </a:lnTo>
                <a:cubicBezTo>
                  <a:pt x="1985759" y="207"/>
                  <a:pt x="2103458" y="-1014"/>
                  <a:pt x="2168947" y="69818"/>
                </a:cubicBezTo>
                <a:cubicBezTo>
                  <a:pt x="2231231" y="137292"/>
                  <a:pt x="2231231" y="227360"/>
                  <a:pt x="2231231" y="227360"/>
                </a:cubicBezTo>
                <a:lnTo>
                  <a:pt x="2231231" y="4612883"/>
                </a:lnTo>
                <a:cubicBezTo>
                  <a:pt x="2231231" y="4612883"/>
                  <a:pt x="2228484" y="4699286"/>
                  <a:pt x="2183602" y="4759434"/>
                </a:cubicBezTo>
                <a:cubicBezTo>
                  <a:pt x="2128341" y="4833472"/>
                  <a:pt x="2044379" y="4832709"/>
                  <a:pt x="2044379" y="4832709"/>
                </a:cubicBezTo>
                <a:lnTo>
                  <a:pt x="1674339" y="4832709"/>
                </a:lnTo>
                <a:lnTo>
                  <a:pt x="227153" y="4832709"/>
                </a:lnTo>
                <a:cubicBezTo>
                  <a:pt x="227153" y="4832709"/>
                  <a:pt x="125789" y="4846449"/>
                  <a:pt x="51293" y="4766761"/>
                </a:cubicBezTo>
                <a:cubicBezTo>
                  <a:pt x="3359" y="4715469"/>
                  <a:pt x="0" y="4612883"/>
                  <a:pt x="0" y="4612883"/>
                </a:cubicBezTo>
                <a:lnTo>
                  <a:pt x="0" y="209041"/>
                </a:lnTo>
                <a:cubicBezTo>
                  <a:pt x="0" y="209041"/>
                  <a:pt x="4581" y="120653"/>
                  <a:pt x="65948" y="58827"/>
                </a:cubicBezTo>
                <a:cubicBezTo>
                  <a:pt x="122851" y="1524"/>
                  <a:pt x="200791" y="-380"/>
                  <a:pt x="219387" y="4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 bIns="720000" anchor="ctr">
            <a:noAutofit/>
          </a:bodyPr>
          <a:lstStyle>
            <a:lvl1pPr marL="0" indent="0" algn="ctr">
              <a:buNone/>
              <a:defRPr sz="1000" b="1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de-DE"/>
              <a:t> Picture </a:t>
            </a:r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2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1543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962094384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919279379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44444665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46953418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477041104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218143243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696354665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9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158314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859929620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655289831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2713389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727293884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1324349276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680650594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054625838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1217436" y="951235"/>
            <a:ext cx="9757128" cy="5600592"/>
          </a:xfrm>
          <a:prstGeom prst="rect">
            <a:avLst/>
          </a:prstGeom>
        </p:spPr>
      </p:pic>
      <p:grpSp>
        <p:nvGrpSpPr>
          <p:cNvPr id="323509002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1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6" name="Rectangle 15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7" name="Rectangle 16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0_Closing slid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048798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tx1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295547128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045181281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solidFill>
              <a:schemeClr val="tx1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153179823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918544343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sp>
        <p:nvSpPr>
          <p:cNvPr id="346700250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778030561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1899504712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350543277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grpSp>
        <p:nvGrpSpPr>
          <p:cNvPr id="12365276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1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8" name="Rectangle 17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19" name="Rectangle 18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2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5_Closing slide_imag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003881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7" y="219691"/>
            <a:ext cx="10050811" cy="153888"/>
          </a:xfrm>
        </p:spPr>
        <p:txBody>
          <a:bodyPr anchor="b">
            <a:spAutoFit/>
          </a:bodyPr>
          <a:lstStyle>
            <a:lvl1pPr marL="0" indent="0">
              <a:buNone/>
              <a:defRPr sz="1000" cap="all">
                <a:solidFill>
                  <a:schemeClr val="accent3"/>
                </a:solidFill>
              </a:defRPr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026661986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10050812" cy="369332"/>
          </a:xfrm>
        </p:spPr>
        <p:txBody>
          <a:bodyPr vert="horz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216268829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tx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44561493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8" y="2103683"/>
            <a:ext cx="2820988" cy="4278067"/>
          </a:xfrm>
        </p:spPr>
        <p:txBody>
          <a:bodyPr/>
          <a:lstStyle>
            <a:lvl1pPr marL="252000" indent="-252000">
              <a:buClr>
                <a:schemeClr val="bg1"/>
              </a:buClr>
              <a:buFont typeface="Arial"/>
              <a:buChar char="•"/>
              <a:defRPr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sp>
        <p:nvSpPr>
          <p:cNvPr id="1378704838" name="Textfeld 58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bg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bg1"/>
              </a:solidFill>
            </a:endParaRPr>
          </a:p>
        </p:txBody>
      </p:sp>
      <p:grpSp>
        <p:nvGrpSpPr>
          <p:cNvPr id="1164700253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7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4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5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8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9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101725717" name="Datumsplatzhalter 3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390E1999-4726-4600-8B88-4A7F5C00CB35}" type="datetime1">
              <a:rPr lang="de-DE"/>
              <a:t>06.07.2026</a:t>
            </a:fld>
            <a:endParaRPr lang="en-CA"/>
          </a:p>
        </p:txBody>
      </p:sp>
      <p:sp>
        <p:nvSpPr>
          <p:cNvPr id="1468345436" name="Foliennummernplatzhalter 5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pic>
        <p:nvPicPr>
          <p:cNvPr id="2034502009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2789061" y="951235"/>
            <a:ext cx="9757128" cy="5600592"/>
          </a:xfrm>
          <a:prstGeom prst="rect">
            <a:avLst/>
          </a:prstGeom>
        </p:spPr>
      </p:pic>
      <p:sp>
        <p:nvSpPr>
          <p:cNvPr id="662439321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285014" y="1679108"/>
            <a:ext cx="6786211" cy="4227657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1_2 contents white/blue">
    <p:bg>
      <p:bgPr>
        <a:gradFill>
          <a:gsLst>
            <a:gs pos="0">
              <a:schemeClr val="accent1"/>
            </a:gs>
            <a:gs pos="100000">
              <a:srgbClr val="3A43FF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52639" name="Rechteck 37"/>
          <p:cNvSpPr/>
          <p:nvPr userDrawn="1"/>
        </p:nvSpPr>
        <p:spPr bwMode="white"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CA"/>
          </a:p>
        </p:txBody>
      </p:sp>
      <p:sp>
        <p:nvSpPr>
          <p:cNvPr id="557882090" name="Textplatzhalt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407988" y="219691"/>
            <a:ext cx="5399999" cy="153888"/>
          </a:xfrm>
        </p:spPr>
        <p:txBody>
          <a:bodyPr wrap="square" anchor="b">
            <a:spAutoFit/>
          </a:bodyPr>
          <a:lstStyle>
            <a:lvl1pPr marL="0" indent="0">
              <a:buNone/>
              <a:defRPr sz="1000" cap="all"/>
            </a:lvl1pPr>
            <a:lvl2pPr marL="252000" indent="0">
              <a:buNone/>
              <a:defRPr sz="1200"/>
            </a:lvl2pPr>
            <a:lvl3pPr marL="504000" indent="0">
              <a:buNone/>
              <a:defRPr sz="1200"/>
            </a:lvl3pPr>
            <a:lvl4pPr marL="756000" indent="0">
              <a:buNone/>
              <a:defRPr sz="1200"/>
            </a:lvl4pPr>
            <a:lvl5pPr marL="1008000" indent="0">
              <a:buNone/>
              <a:defRPr sz="1200"/>
            </a:lvl5pPr>
          </a:lstStyle>
          <a:p>
            <a:pPr lvl="0">
              <a:defRPr/>
            </a:pPr>
            <a:r>
              <a:rPr lang="en-CA"/>
              <a:t>Header</a:t>
            </a:r>
            <a:endParaRPr/>
          </a:p>
        </p:txBody>
      </p:sp>
      <p:sp>
        <p:nvSpPr>
          <p:cNvPr id="1943343847" name="Titel 1"/>
          <p:cNvSpPr>
            <a:spLocks noGrp="1"/>
          </p:cNvSpPr>
          <p:nvPr>
            <p:ph type="title" hasCustomPrompt="1"/>
          </p:nvPr>
        </p:nvSpPr>
        <p:spPr bwMode="auto">
          <a:xfrm>
            <a:off x="407988" y="404813"/>
            <a:ext cx="5399999" cy="369332"/>
          </a:xfrm>
        </p:spPr>
        <p:txBody>
          <a:bodyPr vert="horz"/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1263566541" name="Datumsplatzhalter 4"/>
          <p:cNvSpPr>
            <a:spLocks noGrp="1"/>
          </p:cNvSpPr>
          <p:nvPr>
            <p:ph type="dt" sz="half" idx="10"/>
          </p:nvPr>
        </p:nvSpPr>
        <p:spPr bwMode="auto">
          <a:xfrm>
            <a:off x="10483633" y="6597650"/>
            <a:ext cx="901128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64BB44E-8903-4313-BBED-09991CD8D6D8}" type="datetime1">
              <a:rPr lang="de-DE"/>
              <a:t>06.07.2026</a:t>
            </a:fld>
            <a:endParaRPr lang="en-CA"/>
          </a:p>
        </p:txBody>
      </p:sp>
      <p:sp>
        <p:nvSpPr>
          <p:cNvPr id="2079471375" name="Foliennummernplatzhalter 6"/>
          <p:cNvSpPr>
            <a:spLocks noGrp="1"/>
          </p:cNvSpPr>
          <p:nvPr>
            <p:ph type="sldNum" sz="quarter" idx="12"/>
          </p:nvPr>
        </p:nvSpPr>
        <p:spPr bwMode="auto">
          <a:xfrm>
            <a:off x="11392500" y="6597650"/>
            <a:ext cx="391512" cy="153888"/>
          </a:xfrm>
          <a:prstGeom prst="rect">
            <a:avLst/>
          </a:prstGeo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3DEAD0B-53D4-4473-89A4-0C9AC72707FF}" type="slidenum">
              <a:rPr lang="en-CA"/>
              <a:t>‹Nr.›</a:t>
            </a:fld>
            <a:endParaRPr lang="en-CA"/>
          </a:p>
        </p:txBody>
      </p:sp>
      <p:sp>
        <p:nvSpPr>
          <p:cNvPr id="548664159" name="Textfeld 32"/>
          <p:cNvSpPr txBox="1"/>
          <p:nvPr userDrawn="1"/>
        </p:nvSpPr>
        <p:spPr bwMode="auto">
          <a:xfrm>
            <a:off x="407987" y="6597650"/>
            <a:ext cx="518001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de-DE" sz="1000">
                <a:solidFill>
                  <a:schemeClr val="tx1"/>
                </a:solidFill>
                <a:latin typeface="Segoe UI"/>
              </a:rPr>
              <a:t>© MHP Management- und IT-Beratung GmbH</a:t>
            </a:r>
            <a:endParaRPr lang="en-CA" sz="1000">
              <a:solidFill>
                <a:schemeClr val="tx1"/>
              </a:solidFill>
            </a:endParaRPr>
          </a:p>
        </p:txBody>
      </p:sp>
      <p:grpSp>
        <p:nvGrpSpPr>
          <p:cNvPr id="162081614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bg1"/>
          </a:solidFill>
        </p:grpSpPr>
        <p:sp>
          <p:nvSpPr>
            <p:cNvPr id="8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6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37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0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1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2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3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4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5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6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  <p:sp>
        <p:nvSpPr>
          <p:cNvPr id="199657238" name="Picture Placeholder 19"/>
          <p:cNvSpPr>
            <a:spLocks noGrp="1"/>
          </p:cNvSpPr>
          <p:nvPr>
            <p:ph type="pic" sz="quarter" idx="14"/>
          </p:nvPr>
        </p:nvSpPr>
        <p:spPr bwMode="auto">
          <a:xfrm>
            <a:off x="4738688" y="1692275"/>
            <a:ext cx="6643687" cy="4203700"/>
          </a:xfrm>
          <a:prstGeom prst="roundRect">
            <a:avLst>
              <a:gd name="adj" fmla="val 1712"/>
            </a:avLst>
          </a:prstGeo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>
              <a:defRPr/>
            </a:pPr>
            <a:endParaRPr lang="en-CA"/>
          </a:p>
        </p:txBody>
      </p:sp>
      <p:sp>
        <p:nvSpPr>
          <p:cNvPr id="1492934823" name="Textplatzhalter 52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414341" y="1478883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871360822" name="Inhaltsplatzhalter 2"/>
          <p:cNvSpPr>
            <a:spLocks noGrp="1"/>
          </p:cNvSpPr>
          <p:nvPr>
            <p:ph idx="15" hasCustomPrompt="1"/>
          </p:nvPr>
        </p:nvSpPr>
        <p:spPr bwMode="auto">
          <a:xfrm>
            <a:off x="407987" y="2103683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  <p:pic>
        <p:nvPicPr>
          <p:cNvPr id="1226872542" name="Grafik 10"/>
          <p:cNvPicPr>
            <a:picLocks noChangeAspect="1"/>
          </p:cNvPicPr>
          <p:nvPr userDrawn="1"/>
        </p:nvPicPr>
        <p:blipFill rotWithShape="1">
          <a:blip r:embed="rId2"/>
          <a:stretch/>
        </p:blipFill>
        <p:spPr bwMode="auto">
          <a:xfrm>
            <a:off x="3317818" y="1034241"/>
            <a:ext cx="9504595" cy="5455638"/>
          </a:xfrm>
          <a:prstGeom prst="rect">
            <a:avLst/>
          </a:prstGeom>
        </p:spPr>
      </p:pic>
      <p:sp>
        <p:nvSpPr>
          <p:cNvPr id="580672040" name="Textplatzhalter 52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14341" y="4100785"/>
            <a:ext cx="1452558" cy="44846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solidFill>
              <a:schemeClr val="accent2"/>
            </a:solidFill>
          </a:ln>
        </p:spPr>
        <p:txBody>
          <a:bodyPr wrap="none" lIns="72000" tIns="36000" rIns="72000" bIns="36000" anchor="ctr">
            <a:spAutoFit/>
          </a:bodyPr>
          <a:lstStyle>
            <a:lvl1pPr marL="0" indent="0" algn="l">
              <a:buNone/>
              <a:defRPr sz="1600" cap="none">
                <a:solidFill>
                  <a:schemeClr val="bg1"/>
                </a:solidFill>
              </a:defRPr>
            </a:lvl1pPr>
            <a:lvl2pPr marL="252000" indent="0">
              <a:buNone/>
              <a:defRPr sz="1800" cap="all">
                <a:solidFill>
                  <a:schemeClr val="accent1"/>
                </a:solidFill>
              </a:defRPr>
            </a:lvl2pPr>
            <a:lvl3pPr marL="504000" indent="0">
              <a:buNone/>
              <a:defRPr sz="1800" cap="all">
                <a:solidFill>
                  <a:schemeClr val="accent1"/>
                </a:solidFill>
              </a:defRPr>
            </a:lvl3pPr>
            <a:lvl4pPr marL="756000" indent="0">
              <a:buNone/>
              <a:defRPr sz="1800" cap="all">
                <a:solidFill>
                  <a:schemeClr val="accent1"/>
                </a:solidFill>
              </a:defRPr>
            </a:lvl4pPr>
            <a:lvl5pPr marL="1008000" indent="0">
              <a:buNone/>
              <a:defRPr sz="1800" cap="all">
                <a:solidFill>
                  <a:schemeClr val="accent1"/>
                </a:solidFill>
              </a:defRPr>
            </a:lvl5pPr>
          </a:lstStyle>
          <a:p>
            <a:pPr lvl="0">
              <a:defRPr/>
            </a:pPr>
            <a:r>
              <a:rPr lang="en-CA"/>
              <a:t>Lorem Ipsum</a:t>
            </a:r>
            <a:endParaRPr/>
          </a:p>
        </p:txBody>
      </p:sp>
      <p:sp>
        <p:nvSpPr>
          <p:cNvPr id="1502311843" name="Inhaltsplatzhalter 2"/>
          <p:cNvSpPr>
            <a:spLocks noGrp="1"/>
          </p:cNvSpPr>
          <p:nvPr>
            <p:ph idx="21" hasCustomPrompt="1"/>
          </p:nvPr>
        </p:nvSpPr>
        <p:spPr bwMode="auto">
          <a:xfrm>
            <a:off x="407987" y="4727851"/>
            <a:ext cx="3600451" cy="1657105"/>
          </a:xfrm>
        </p:spPr>
        <p:txBody>
          <a:bodyPr/>
          <a:lstStyle>
            <a:lvl1pPr marL="252000" indent="-252000">
              <a:buFont typeface="Arial"/>
              <a:buChar char="•"/>
              <a:defRPr/>
            </a:lvl1pPr>
          </a:lstStyle>
          <a:p>
            <a:pPr lvl="0">
              <a:defRPr/>
            </a:pPr>
            <a:r>
              <a:rPr lang="de-DE"/>
              <a:t>First level, Segoe UI, 14pt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76954524" name="think-cell data - do not delete"/>
          <p:cNvGraphicFramePr>
            <a:graphicFrameLocks noChangeAspect="1"/>
          </p:cNvGraphicFramePr>
          <p:nvPr/>
        </p:nvGraphicFramePr>
        <p:xfrm>
          <a:off x="1587" y="1587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oleObj" r:id="rId57" imgW="0" imgH="0" progId="TCLayout.ActiveDocument.1">
                  <p:embed/>
                </p:oleObj>
              </mc:Choice>
              <mc:Fallback>
                <p:oleObj name="oleObj" r:id="rId57" imgW="0" imgH="0" progId="TCLayout.ActiveDocument.1">
                  <p:embed/>
                  <p:pic>
                    <p:nvPicPr>
                      <p:cNvPr id="676954524" name="think-cell data - do not delete"/>
                      <p:cNvPicPr/>
                      <p:nvPr/>
                    </p:nvPicPr>
                    <p:blipFill rotWithShape="1">
                      <a:blip r:embed="rId58"/>
                      <a:stretch/>
                    </p:blipFill>
                    <p:spPr bwMode="auto">
                      <a:xfrm>
                        <a:off x="1587" y="1587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24062150" name="Titelplatzhalter 1"/>
          <p:cNvSpPr>
            <a:spLocks noGrp="1"/>
          </p:cNvSpPr>
          <p:nvPr>
            <p:ph type="title"/>
          </p:nvPr>
        </p:nvSpPr>
        <p:spPr bwMode="auto">
          <a:xfrm>
            <a:off x="407988" y="404813"/>
            <a:ext cx="10050812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>
              <a:defRPr/>
            </a:pPr>
            <a:r>
              <a:rPr lang="de-DE"/>
              <a:t>Slide Title, Segoe UI, 24pt</a:t>
            </a:r>
            <a:endParaRPr lang="en-CA"/>
          </a:p>
        </p:txBody>
      </p:sp>
      <p:sp>
        <p:nvSpPr>
          <p:cNvPr id="703293112" name="Textplatzhalter 2"/>
          <p:cNvSpPr>
            <a:spLocks noGrp="1"/>
          </p:cNvSpPr>
          <p:nvPr>
            <p:ph type="body" idx="1"/>
          </p:nvPr>
        </p:nvSpPr>
        <p:spPr bwMode="auto">
          <a:xfrm>
            <a:off x="407987" y="1484312"/>
            <a:ext cx="11376025" cy="48974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>
              <a:defRPr/>
            </a:pPr>
            <a:r>
              <a:rPr lang="de-DE"/>
              <a:t>First level, Segoe UI, 14pt</a:t>
            </a:r>
            <a:endParaRPr/>
          </a:p>
          <a:p>
            <a:pPr lvl="1">
              <a:defRPr/>
            </a:pPr>
            <a:r>
              <a:rPr lang="de-DE"/>
              <a:t>Second level, Segoe UI, 14pt</a:t>
            </a:r>
            <a:endParaRPr/>
          </a:p>
          <a:p>
            <a:pPr lvl="2">
              <a:defRPr/>
            </a:pPr>
            <a:r>
              <a:rPr lang="de-DE"/>
              <a:t>Third level, Segoe UI, 14pt</a:t>
            </a:r>
            <a:endParaRPr/>
          </a:p>
          <a:p>
            <a:pPr lvl="3">
              <a:defRPr/>
            </a:pPr>
            <a:r>
              <a:rPr lang="de-DE"/>
              <a:t>Fourth level, Segoe UI, 14pt</a:t>
            </a:r>
            <a:endParaRPr/>
          </a:p>
          <a:p>
            <a:pPr lvl="4">
              <a:defRPr/>
            </a:pPr>
            <a:r>
              <a:rPr lang="de-DE"/>
              <a:t>Fifth level, Segoe UI, 14pt</a:t>
            </a:r>
            <a:endParaRPr lang="en-CA"/>
          </a:p>
        </p:txBody>
      </p:sp>
      <p:grpSp>
        <p:nvGrpSpPr>
          <p:cNvPr id="500024374" name="Gruppieren 14"/>
          <p:cNvGrpSpPr/>
          <p:nvPr userDrawn="1"/>
        </p:nvGrpSpPr>
        <p:grpSpPr bwMode="black">
          <a:xfrm>
            <a:off x="10829924" y="474663"/>
            <a:ext cx="951157" cy="379427"/>
            <a:chOff x="-64593788" y="4924426"/>
            <a:chExt cx="63238063" cy="25223786"/>
          </a:xfrm>
          <a:solidFill>
            <a:schemeClr val="accent1"/>
          </a:solidFill>
        </p:grpSpPr>
        <p:sp>
          <p:nvSpPr>
            <p:cNvPr id="46" name="Freeform 7"/>
            <p:cNvSpPr/>
            <p:nvPr userDrawn="1"/>
          </p:nvSpPr>
          <p:spPr bwMode="black">
            <a:xfrm>
              <a:off x="-57942163" y="4926013"/>
              <a:ext cx="3529013" cy="5961062"/>
            </a:xfrm>
            <a:custGeom>
              <a:avLst/>
              <a:gdLst>
                <a:gd name="T0" fmla="*/ 0 w 2223"/>
                <a:gd name="T1" fmla="*/ 3755 h 3755"/>
                <a:gd name="T2" fmla="*/ 1606 w 2223"/>
                <a:gd name="T3" fmla="*/ 3755 h 3755"/>
                <a:gd name="T4" fmla="*/ 2223 w 2223"/>
                <a:gd name="T5" fmla="*/ 0 h 3755"/>
                <a:gd name="T6" fmla="*/ 624 w 2223"/>
                <a:gd name="T7" fmla="*/ 0 h 3755"/>
                <a:gd name="T8" fmla="*/ 0 w 2223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23" h="3755" extrusionOk="0">
                  <a:moveTo>
                    <a:pt x="0" y="3755"/>
                  </a:moveTo>
                  <a:lnTo>
                    <a:pt x="1606" y="3755"/>
                  </a:lnTo>
                  <a:lnTo>
                    <a:pt x="2223" y="0"/>
                  </a:lnTo>
                  <a:lnTo>
                    <a:pt x="624" y="0"/>
                  </a:lnTo>
                  <a:lnTo>
                    <a:pt x="0" y="3755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7" name="Rectangle 8"/>
            <p:cNvSpPr>
              <a:spLocks noChangeArrowheads="1"/>
            </p:cNvSpPr>
            <p:nvPr userDrawn="1"/>
          </p:nvSpPr>
          <p:spPr bwMode="black">
            <a:xfrm>
              <a:off x="-64587438" y="4926013"/>
              <a:ext cx="2549525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8" name="Rectangle 9"/>
            <p:cNvSpPr>
              <a:spLocks noChangeArrowheads="1"/>
            </p:cNvSpPr>
            <p:nvPr userDrawn="1"/>
          </p:nvSpPr>
          <p:spPr bwMode="black">
            <a:xfrm>
              <a:off x="-51869975" y="4926013"/>
              <a:ext cx="2547938" cy="15319375"/>
            </a:xfrm>
            <a:prstGeom prst="rect">
              <a:avLst/>
            </a:pr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49" name="Freeform 10"/>
            <p:cNvSpPr/>
            <p:nvPr userDrawn="1"/>
          </p:nvSpPr>
          <p:spPr bwMode="black">
            <a:xfrm>
              <a:off x="-59501088" y="13439775"/>
              <a:ext cx="3679825" cy="6805612"/>
            </a:xfrm>
            <a:custGeom>
              <a:avLst/>
              <a:gdLst>
                <a:gd name="T0" fmla="*/ 1606 w 2318"/>
                <a:gd name="T1" fmla="*/ 4287 h 4287"/>
                <a:gd name="T2" fmla="*/ 2318 w 2318"/>
                <a:gd name="T3" fmla="*/ 0 h 4287"/>
                <a:gd name="T4" fmla="*/ 712 w 2318"/>
                <a:gd name="T5" fmla="*/ 0 h 4287"/>
                <a:gd name="T6" fmla="*/ 0 w 2318"/>
                <a:gd name="T7" fmla="*/ 4287 h 4287"/>
                <a:gd name="T8" fmla="*/ 1606 w 2318"/>
                <a:gd name="T9" fmla="*/ 4287 h 42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318" h="4287" extrusionOk="0">
                  <a:moveTo>
                    <a:pt x="1606" y="4287"/>
                  </a:moveTo>
                  <a:lnTo>
                    <a:pt x="2318" y="0"/>
                  </a:lnTo>
                  <a:lnTo>
                    <a:pt x="712" y="0"/>
                  </a:lnTo>
                  <a:lnTo>
                    <a:pt x="0" y="4287"/>
                  </a:lnTo>
                  <a:lnTo>
                    <a:pt x="1606" y="4287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0" name="Freeform 11"/>
            <p:cNvSpPr>
              <a:spLocks noEditPoints="1"/>
            </p:cNvSpPr>
            <p:nvPr userDrawn="1"/>
          </p:nvSpPr>
          <p:spPr bwMode="black">
            <a:xfrm>
              <a:off x="-64593788" y="25911175"/>
              <a:ext cx="3689350" cy="4178300"/>
            </a:xfrm>
            <a:custGeom>
              <a:avLst/>
              <a:gdLst>
                <a:gd name="T0" fmla="*/ 2324 w 2324"/>
                <a:gd name="T1" fmla="*/ 2632 h 2632"/>
                <a:gd name="T2" fmla="*/ 1989 w 2324"/>
                <a:gd name="T3" fmla="*/ 2632 h 2632"/>
                <a:gd name="T4" fmla="*/ 1741 w 2324"/>
                <a:gd name="T5" fmla="*/ 1955 h 2632"/>
                <a:gd name="T6" fmla="*/ 556 w 2324"/>
                <a:gd name="T7" fmla="*/ 1955 h 2632"/>
                <a:gd name="T8" fmla="*/ 309 w 2324"/>
                <a:gd name="T9" fmla="*/ 2632 h 2632"/>
                <a:gd name="T10" fmla="*/ 0 w 2324"/>
                <a:gd name="T11" fmla="*/ 2632 h 2632"/>
                <a:gd name="T12" fmla="*/ 974 w 2324"/>
                <a:gd name="T13" fmla="*/ 0 h 2632"/>
                <a:gd name="T14" fmla="*/ 1354 w 2324"/>
                <a:gd name="T15" fmla="*/ 0 h 2632"/>
                <a:gd name="T16" fmla="*/ 2324 w 2324"/>
                <a:gd name="T17" fmla="*/ 2632 h 2632"/>
                <a:gd name="T18" fmla="*/ 639 w 2324"/>
                <a:gd name="T19" fmla="*/ 1684 h 2632"/>
                <a:gd name="T20" fmla="*/ 1654 w 2324"/>
                <a:gd name="T21" fmla="*/ 1684 h 2632"/>
                <a:gd name="T22" fmla="*/ 1147 w 2324"/>
                <a:gd name="T23" fmla="*/ 331 h 2632"/>
                <a:gd name="T24" fmla="*/ 639 w 2324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4" h="2632" extrusionOk="0">
                  <a:moveTo>
                    <a:pt x="2324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9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4" y="0"/>
                  </a:lnTo>
                  <a:lnTo>
                    <a:pt x="2324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1" name="Freeform 12"/>
            <p:cNvSpPr>
              <a:spLocks noEditPoints="1"/>
            </p:cNvSpPr>
            <p:nvPr userDrawn="1"/>
          </p:nvSpPr>
          <p:spPr bwMode="black">
            <a:xfrm>
              <a:off x="-58231088" y="25911175"/>
              <a:ext cx="2908300" cy="4178300"/>
            </a:xfrm>
            <a:custGeom>
              <a:avLst/>
              <a:gdLst>
                <a:gd name="T0" fmla="*/ 0 w 1696"/>
                <a:gd name="T1" fmla="*/ 0 h 2438"/>
                <a:gd name="T2" fmla="*/ 916 w 1696"/>
                <a:gd name="T3" fmla="*/ 0 h 2438"/>
                <a:gd name="T4" fmla="*/ 1696 w 1696"/>
                <a:gd name="T5" fmla="*/ 756 h 2438"/>
                <a:gd name="T6" fmla="*/ 916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9 w 1696"/>
                <a:gd name="T19" fmla="*/ 1264 h 2438"/>
                <a:gd name="T20" fmla="*/ 1400 w 1696"/>
                <a:gd name="T21" fmla="*/ 756 h 2438"/>
                <a:gd name="T22" fmla="*/ 909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6" y="0"/>
                    <a:pt x="916" y="0"/>
                    <a:pt x="916" y="0"/>
                  </a:cubicBezTo>
                  <a:cubicBezTo>
                    <a:pt x="1390" y="0"/>
                    <a:pt x="1696" y="234"/>
                    <a:pt x="1696" y="756"/>
                  </a:cubicBezTo>
                  <a:cubicBezTo>
                    <a:pt x="1696" y="1282"/>
                    <a:pt x="1390" y="1515"/>
                    <a:pt x="91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9" y="1264"/>
                    <a:pt x="909" y="1264"/>
                    <a:pt x="909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9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2" name="Freeform 13"/>
            <p:cNvSpPr>
              <a:spLocks noEditPoints="1"/>
            </p:cNvSpPr>
            <p:nvPr userDrawn="1"/>
          </p:nvSpPr>
          <p:spPr bwMode="black">
            <a:xfrm>
              <a:off x="-54684613" y="25850850"/>
              <a:ext cx="3235325" cy="4297362"/>
            </a:xfrm>
            <a:custGeom>
              <a:avLst/>
              <a:gdLst>
                <a:gd name="T0" fmla="*/ 1888 w 1888"/>
                <a:gd name="T1" fmla="*/ 1634 h 2507"/>
                <a:gd name="T2" fmla="*/ 941 w 1888"/>
                <a:gd name="T3" fmla="*/ 2507 h 2507"/>
                <a:gd name="T4" fmla="*/ 0 w 1888"/>
                <a:gd name="T5" fmla="*/ 1634 h 2507"/>
                <a:gd name="T6" fmla="*/ 0 w 1888"/>
                <a:gd name="T7" fmla="*/ 875 h 2507"/>
                <a:gd name="T8" fmla="*/ 948 w 1888"/>
                <a:gd name="T9" fmla="*/ 0 h 2507"/>
                <a:gd name="T10" fmla="*/ 1888 w 1888"/>
                <a:gd name="T11" fmla="*/ 875 h 2507"/>
                <a:gd name="T12" fmla="*/ 1888 w 1888"/>
                <a:gd name="T13" fmla="*/ 1634 h 2507"/>
                <a:gd name="T14" fmla="*/ 1599 w 1888"/>
                <a:gd name="T15" fmla="*/ 875 h 2507"/>
                <a:gd name="T16" fmla="*/ 948 w 1888"/>
                <a:gd name="T17" fmla="*/ 251 h 2507"/>
                <a:gd name="T18" fmla="*/ 289 w 1888"/>
                <a:gd name="T19" fmla="*/ 875 h 2507"/>
                <a:gd name="T20" fmla="*/ 289 w 1888"/>
                <a:gd name="T21" fmla="*/ 1634 h 2507"/>
                <a:gd name="T22" fmla="*/ 941 w 1888"/>
                <a:gd name="T23" fmla="*/ 2257 h 2507"/>
                <a:gd name="T24" fmla="*/ 1599 w 1888"/>
                <a:gd name="T25" fmla="*/ 1634 h 2507"/>
                <a:gd name="T26" fmla="*/ 1599 w 1888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8" h="2507" extrusionOk="0">
                  <a:moveTo>
                    <a:pt x="1888" y="1634"/>
                  </a:moveTo>
                  <a:cubicBezTo>
                    <a:pt x="1888" y="2194"/>
                    <a:pt x="1529" y="2507"/>
                    <a:pt x="941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8" y="0"/>
                  </a:cubicBezTo>
                  <a:cubicBezTo>
                    <a:pt x="1529" y="0"/>
                    <a:pt x="1888" y="310"/>
                    <a:pt x="1888" y="875"/>
                  </a:cubicBezTo>
                  <a:lnTo>
                    <a:pt x="1888" y="1634"/>
                  </a:lnTo>
                  <a:close/>
                  <a:moveTo>
                    <a:pt x="1599" y="875"/>
                  </a:moveTo>
                  <a:cubicBezTo>
                    <a:pt x="1599" y="478"/>
                    <a:pt x="1355" y="251"/>
                    <a:pt x="948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1" y="2257"/>
                  </a:cubicBezTo>
                  <a:cubicBezTo>
                    <a:pt x="1355" y="2257"/>
                    <a:pt x="1599" y="2031"/>
                    <a:pt x="1599" y="1634"/>
                  </a:cubicBezTo>
                  <a:lnTo>
                    <a:pt x="1599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black">
            <a:xfrm>
              <a:off x="-50457100" y="25911175"/>
              <a:ext cx="3024187" cy="4178300"/>
            </a:xfrm>
            <a:custGeom>
              <a:avLst/>
              <a:gdLst>
                <a:gd name="T0" fmla="*/ 0 w 1765"/>
                <a:gd name="T1" fmla="*/ 0 h 2438"/>
                <a:gd name="T2" fmla="*/ 968 w 1765"/>
                <a:gd name="T3" fmla="*/ 0 h 2438"/>
                <a:gd name="T4" fmla="*/ 1747 w 1765"/>
                <a:gd name="T5" fmla="*/ 756 h 2438"/>
                <a:gd name="T6" fmla="*/ 1291 w 1765"/>
                <a:gd name="T7" fmla="*/ 1470 h 2438"/>
                <a:gd name="T8" fmla="*/ 1765 w 1765"/>
                <a:gd name="T9" fmla="*/ 2438 h 2438"/>
                <a:gd name="T10" fmla="*/ 1431 w 1765"/>
                <a:gd name="T11" fmla="*/ 2438 h 2438"/>
                <a:gd name="T12" fmla="*/ 996 w 1765"/>
                <a:gd name="T13" fmla="*/ 1515 h 2438"/>
                <a:gd name="T14" fmla="*/ 289 w 1765"/>
                <a:gd name="T15" fmla="*/ 1515 h 2438"/>
                <a:gd name="T16" fmla="*/ 289 w 1765"/>
                <a:gd name="T17" fmla="*/ 2438 h 2438"/>
                <a:gd name="T18" fmla="*/ 0 w 1765"/>
                <a:gd name="T19" fmla="*/ 2438 h 2438"/>
                <a:gd name="T20" fmla="*/ 0 w 1765"/>
                <a:gd name="T21" fmla="*/ 0 h 2438"/>
                <a:gd name="T22" fmla="*/ 289 w 1765"/>
                <a:gd name="T23" fmla="*/ 1264 h 2438"/>
                <a:gd name="T24" fmla="*/ 960 w 1765"/>
                <a:gd name="T25" fmla="*/ 1264 h 2438"/>
                <a:gd name="T26" fmla="*/ 1451 w 1765"/>
                <a:gd name="T27" fmla="*/ 756 h 2438"/>
                <a:gd name="T28" fmla="*/ 960 w 1765"/>
                <a:gd name="T29" fmla="*/ 251 h 2438"/>
                <a:gd name="T30" fmla="*/ 289 w 1765"/>
                <a:gd name="T31" fmla="*/ 251 h 2438"/>
                <a:gd name="T32" fmla="*/ 289 w 1765"/>
                <a:gd name="T33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765" h="2438" extrusionOk="0">
                  <a:moveTo>
                    <a:pt x="0" y="0"/>
                  </a:moveTo>
                  <a:cubicBezTo>
                    <a:pt x="968" y="0"/>
                    <a:pt x="968" y="0"/>
                    <a:pt x="968" y="0"/>
                  </a:cubicBezTo>
                  <a:cubicBezTo>
                    <a:pt x="1441" y="0"/>
                    <a:pt x="1747" y="234"/>
                    <a:pt x="1747" y="756"/>
                  </a:cubicBezTo>
                  <a:cubicBezTo>
                    <a:pt x="1747" y="1149"/>
                    <a:pt x="1577" y="1379"/>
                    <a:pt x="1291" y="1470"/>
                  </a:cubicBezTo>
                  <a:cubicBezTo>
                    <a:pt x="1765" y="2438"/>
                    <a:pt x="1765" y="2438"/>
                    <a:pt x="1765" y="2438"/>
                  </a:cubicBezTo>
                  <a:cubicBezTo>
                    <a:pt x="1431" y="2438"/>
                    <a:pt x="1431" y="2438"/>
                    <a:pt x="1431" y="2438"/>
                  </a:cubicBezTo>
                  <a:cubicBezTo>
                    <a:pt x="996" y="1515"/>
                    <a:pt x="996" y="1515"/>
                    <a:pt x="996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60" y="1264"/>
                    <a:pt x="960" y="1264"/>
                    <a:pt x="960" y="1264"/>
                  </a:cubicBezTo>
                  <a:cubicBezTo>
                    <a:pt x="1260" y="1264"/>
                    <a:pt x="1451" y="1114"/>
                    <a:pt x="1451" y="756"/>
                  </a:cubicBezTo>
                  <a:cubicBezTo>
                    <a:pt x="1451" y="401"/>
                    <a:pt x="1257" y="251"/>
                    <a:pt x="960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4" name="Freeform 15"/>
            <p:cNvSpPr/>
            <p:nvPr userDrawn="1"/>
          </p:nvSpPr>
          <p:spPr bwMode="black">
            <a:xfrm>
              <a:off x="-46589950" y="25850850"/>
              <a:ext cx="3025774" cy="4297362"/>
            </a:xfrm>
            <a:custGeom>
              <a:avLst/>
              <a:gdLst>
                <a:gd name="T0" fmla="*/ 1090 w 1765"/>
                <a:gd name="T1" fmla="*/ 1421 h 2507"/>
                <a:gd name="T2" fmla="*/ 626 w 1765"/>
                <a:gd name="T3" fmla="*/ 1334 h 2507"/>
                <a:gd name="T4" fmla="*/ 20 w 1765"/>
                <a:gd name="T5" fmla="*/ 687 h 2507"/>
                <a:gd name="T6" fmla="*/ 884 w 1765"/>
                <a:gd name="T7" fmla="*/ 0 h 2507"/>
                <a:gd name="T8" fmla="*/ 1748 w 1765"/>
                <a:gd name="T9" fmla="*/ 735 h 2507"/>
                <a:gd name="T10" fmla="*/ 1748 w 1765"/>
                <a:gd name="T11" fmla="*/ 767 h 2507"/>
                <a:gd name="T12" fmla="*/ 1462 w 1765"/>
                <a:gd name="T13" fmla="*/ 767 h 2507"/>
                <a:gd name="T14" fmla="*/ 1462 w 1765"/>
                <a:gd name="T15" fmla="*/ 735 h 2507"/>
                <a:gd name="T16" fmla="*/ 884 w 1765"/>
                <a:gd name="T17" fmla="*/ 251 h 2507"/>
                <a:gd name="T18" fmla="*/ 317 w 1765"/>
                <a:gd name="T19" fmla="*/ 669 h 2507"/>
                <a:gd name="T20" fmla="*/ 696 w 1765"/>
                <a:gd name="T21" fmla="*/ 1069 h 2507"/>
                <a:gd name="T22" fmla="*/ 1156 w 1765"/>
                <a:gd name="T23" fmla="*/ 1157 h 2507"/>
                <a:gd name="T24" fmla="*/ 1765 w 1765"/>
                <a:gd name="T25" fmla="*/ 1801 h 2507"/>
                <a:gd name="T26" fmla="*/ 881 w 1765"/>
                <a:gd name="T27" fmla="*/ 2507 h 2507"/>
                <a:gd name="T28" fmla="*/ 0 w 1765"/>
                <a:gd name="T29" fmla="*/ 1773 h 2507"/>
                <a:gd name="T30" fmla="*/ 0 w 1765"/>
                <a:gd name="T31" fmla="*/ 1742 h 2507"/>
                <a:gd name="T32" fmla="*/ 289 w 1765"/>
                <a:gd name="T33" fmla="*/ 1742 h 2507"/>
                <a:gd name="T34" fmla="*/ 289 w 1765"/>
                <a:gd name="T35" fmla="*/ 1773 h 2507"/>
                <a:gd name="T36" fmla="*/ 881 w 1765"/>
                <a:gd name="T37" fmla="*/ 2257 h 2507"/>
                <a:gd name="T38" fmla="*/ 1469 w 1765"/>
                <a:gd name="T39" fmla="*/ 1818 h 2507"/>
                <a:gd name="T40" fmla="*/ 1090 w 1765"/>
                <a:gd name="T41" fmla="*/ 1421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765" h="2507" extrusionOk="0">
                  <a:moveTo>
                    <a:pt x="1090" y="1421"/>
                  </a:moveTo>
                  <a:cubicBezTo>
                    <a:pt x="626" y="1334"/>
                    <a:pt x="626" y="1334"/>
                    <a:pt x="626" y="1334"/>
                  </a:cubicBezTo>
                  <a:cubicBezTo>
                    <a:pt x="247" y="1261"/>
                    <a:pt x="20" y="1052"/>
                    <a:pt x="20" y="687"/>
                  </a:cubicBezTo>
                  <a:cubicBezTo>
                    <a:pt x="20" y="237"/>
                    <a:pt x="334" y="0"/>
                    <a:pt x="884" y="0"/>
                  </a:cubicBezTo>
                  <a:cubicBezTo>
                    <a:pt x="1434" y="0"/>
                    <a:pt x="1748" y="244"/>
                    <a:pt x="1748" y="735"/>
                  </a:cubicBezTo>
                  <a:cubicBezTo>
                    <a:pt x="1748" y="767"/>
                    <a:pt x="1748" y="767"/>
                    <a:pt x="1748" y="767"/>
                  </a:cubicBezTo>
                  <a:cubicBezTo>
                    <a:pt x="1462" y="767"/>
                    <a:pt x="1462" y="767"/>
                    <a:pt x="1462" y="767"/>
                  </a:cubicBezTo>
                  <a:cubicBezTo>
                    <a:pt x="1462" y="735"/>
                    <a:pt x="1462" y="735"/>
                    <a:pt x="1462" y="735"/>
                  </a:cubicBezTo>
                  <a:cubicBezTo>
                    <a:pt x="1462" y="415"/>
                    <a:pt x="1260" y="251"/>
                    <a:pt x="884" y="251"/>
                  </a:cubicBezTo>
                  <a:cubicBezTo>
                    <a:pt x="508" y="251"/>
                    <a:pt x="317" y="394"/>
                    <a:pt x="317" y="669"/>
                  </a:cubicBezTo>
                  <a:cubicBezTo>
                    <a:pt x="317" y="895"/>
                    <a:pt x="463" y="1024"/>
                    <a:pt x="696" y="1069"/>
                  </a:cubicBezTo>
                  <a:cubicBezTo>
                    <a:pt x="1156" y="1157"/>
                    <a:pt x="1156" y="1157"/>
                    <a:pt x="1156" y="1157"/>
                  </a:cubicBezTo>
                  <a:cubicBezTo>
                    <a:pt x="1546" y="1230"/>
                    <a:pt x="1765" y="1435"/>
                    <a:pt x="1765" y="1801"/>
                  </a:cubicBezTo>
                  <a:cubicBezTo>
                    <a:pt x="1765" y="2271"/>
                    <a:pt x="1434" y="2507"/>
                    <a:pt x="881" y="2507"/>
                  </a:cubicBezTo>
                  <a:cubicBezTo>
                    <a:pt x="331" y="2507"/>
                    <a:pt x="0" y="2261"/>
                    <a:pt x="0" y="1773"/>
                  </a:cubicBezTo>
                  <a:cubicBezTo>
                    <a:pt x="0" y="1742"/>
                    <a:pt x="0" y="1742"/>
                    <a:pt x="0" y="1742"/>
                  </a:cubicBezTo>
                  <a:cubicBezTo>
                    <a:pt x="289" y="1742"/>
                    <a:pt x="289" y="1742"/>
                    <a:pt x="289" y="1742"/>
                  </a:cubicBezTo>
                  <a:cubicBezTo>
                    <a:pt x="289" y="1773"/>
                    <a:pt x="289" y="1773"/>
                    <a:pt x="289" y="1773"/>
                  </a:cubicBezTo>
                  <a:cubicBezTo>
                    <a:pt x="289" y="2093"/>
                    <a:pt x="505" y="2257"/>
                    <a:pt x="881" y="2257"/>
                  </a:cubicBezTo>
                  <a:cubicBezTo>
                    <a:pt x="1260" y="2257"/>
                    <a:pt x="1469" y="2114"/>
                    <a:pt x="1469" y="1818"/>
                  </a:cubicBezTo>
                  <a:cubicBezTo>
                    <a:pt x="1469" y="1592"/>
                    <a:pt x="1323" y="1466"/>
                    <a:pt x="1090" y="1421"/>
                  </a:cubicBez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5" name="Freeform 16"/>
            <p:cNvSpPr/>
            <p:nvPr userDrawn="1"/>
          </p:nvSpPr>
          <p:spPr bwMode="black">
            <a:xfrm>
              <a:off x="-42698988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7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9 w 1852"/>
                <a:gd name="T23" fmla="*/ 875 h 2507"/>
                <a:gd name="T24" fmla="*/ 289 w 1852"/>
                <a:gd name="T25" fmla="*/ 1634 h 2507"/>
                <a:gd name="T26" fmla="*/ 937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7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2" y="2257"/>
                    <a:pt x="937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6" name="Freeform 17"/>
            <p:cNvSpPr/>
            <p:nvPr userDrawn="1"/>
          </p:nvSpPr>
          <p:spPr bwMode="black">
            <a:xfrm>
              <a:off x="-38561963" y="25911175"/>
              <a:ext cx="3114675" cy="4178300"/>
            </a:xfrm>
            <a:custGeom>
              <a:avLst/>
              <a:gdLst>
                <a:gd name="T0" fmla="*/ 1650 w 1962"/>
                <a:gd name="T1" fmla="*/ 1448 h 2632"/>
                <a:gd name="T2" fmla="*/ 312 w 1962"/>
                <a:gd name="T3" fmla="*/ 1448 h 2632"/>
                <a:gd name="T4" fmla="*/ 312 w 1962"/>
                <a:gd name="T5" fmla="*/ 2632 h 2632"/>
                <a:gd name="T6" fmla="*/ 0 w 1962"/>
                <a:gd name="T7" fmla="*/ 2632 h 2632"/>
                <a:gd name="T8" fmla="*/ 0 w 1962"/>
                <a:gd name="T9" fmla="*/ 0 h 2632"/>
                <a:gd name="T10" fmla="*/ 312 w 1962"/>
                <a:gd name="T11" fmla="*/ 0 h 2632"/>
                <a:gd name="T12" fmla="*/ 312 w 1962"/>
                <a:gd name="T13" fmla="*/ 1177 h 2632"/>
                <a:gd name="T14" fmla="*/ 1650 w 1962"/>
                <a:gd name="T15" fmla="*/ 1177 h 2632"/>
                <a:gd name="T16" fmla="*/ 1650 w 1962"/>
                <a:gd name="T17" fmla="*/ 0 h 2632"/>
                <a:gd name="T18" fmla="*/ 1962 w 1962"/>
                <a:gd name="T19" fmla="*/ 0 h 2632"/>
                <a:gd name="T20" fmla="*/ 1962 w 1962"/>
                <a:gd name="T21" fmla="*/ 2632 h 2632"/>
                <a:gd name="T22" fmla="*/ 1650 w 1962"/>
                <a:gd name="T23" fmla="*/ 2632 h 2632"/>
                <a:gd name="T24" fmla="*/ 1650 w 1962"/>
                <a:gd name="T25" fmla="*/ 144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962" h="2632" extrusionOk="0">
                  <a:moveTo>
                    <a:pt x="1650" y="1448"/>
                  </a:moveTo>
                  <a:lnTo>
                    <a:pt x="312" y="1448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12" y="0"/>
                  </a:lnTo>
                  <a:lnTo>
                    <a:pt x="312" y="1177"/>
                  </a:lnTo>
                  <a:lnTo>
                    <a:pt x="1650" y="1177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50" y="2632"/>
                  </a:lnTo>
                  <a:lnTo>
                    <a:pt x="1650" y="144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7" name="Freeform 18"/>
            <p:cNvSpPr/>
            <p:nvPr userDrawn="1"/>
          </p:nvSpPr>
          <p:spPr bwMode="black">
            <a:xfrm>
              <a:off x="-34396363" y="25911175"/>
              <a:ext cx="2697163" cy="4178300"/>
            </a:xfrm>
            <a:custGeom>
              <a:avLst/>
              <a:gdLst>
                <a:gd name="T0" fmla="*/ 0 w 1699"/>
                <a:gd name="T1" fmla="*/ 0 h 2632"/>
                <a:gd name="T2" fmla="*/ 1699 w 1699"/>
                <a:gd name="T3" fmla="*/ 0 h 2632"/>
                <a:gd name="T4" fmla="*/ 1699 w 1699"/>
                <a:gd name="T5" fmla="*/ 271 h 2632"/>
                <a:gd name="T6" fmla="*/ 312 w 1699"/>
                <a:gd name="T7" fmla="*/ 271 h 2632"/>
                <a:gd name="T8" fmla="*/ 312 w 1699"/>
                <a:gd name="T9" fmla="*/ 1177 h 2632"/>
                <a:gd name="T10" fmla="*/ 1511 w 1699"/>
                <a:gd name="T11" fmla="*/ 1177 h 2632"/>
                <a:gd name="T12" fmla="*/ 1511 w 1699"/>
                <a:gd name="T13" fmla="*/ 1448 h 2632"/>
                <a:gd name="T14" fmla="*/ 312 w 1699"/>
                <a:gd name="T15" fmla="*/ 1448 h 2632"/>
                <a:gd name="T16" fmla="*/ 312 w 1699"/>
                <a:gd name="T17" fmla="*/ 2361 h 2632"/>
                <a:gd name="T18" fmla="*/ 1699 w 1699"/>
                <a:gd name="T19" fmla="*/ 2361 h 2632"/>
                <a:gd name="T20" fmla="*/ 1699 w 1699"/>
                <a:gd name="T21" fmla="*/ 2632 h 2632"/>
                <a:gd name="T22" fmla="*/ 0 w 1699"/>
                <a:gd name="T23" fmla="*/ 2632 h 2632"/>
                <a:gd name="T24" fmla="*/ 0 w 1699"/>
                <a:gd name="T25" fmla="*/ 0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99" h="2632" extrusionOk="0">
                  <a:moveTo>
                    <a:pt x="0" y="0"/>
                  </a:moveTo>
                  <a:lnTo>
                    <a:pt x="1699" y="0"/>
                  </a:lnTo>
                  <a:lnTo>
                    <a:pt x="1699" y="271"/>
                  </a:lnTo>
                  <a:lnTo>
                    <a:pt x="312" y="271"/>
                  </a:lnTo>
                  <a:lnTo>
                    <a:pt x="312" y="1177"/>
                  </a:lnTo>
                  <a:lnTo>
                    <a:pt x="1511" y="1177"/>
                  </a:lnTo>
                  <a:lnTo>
                    <a:pt x="1511" y="1448"/>
                  </a:lnTo>
                  <a:lnTo>
                    <a:pt x="312" y="1448"/>
                  </a:lnTo>
                  <a:lnTo>
                    <a:pt x="312" y="2361"/>
                  </a:lnTo>
                  <a:lnTo>
                    <a:pt x="1699" y="2361"/>
                  </a:lnTo>
                  <a:lnTo>
                    <a:pt x="1699" y="2632"/>
                  </a:lnTo>
                  <a:lnTo>
                    <a:pt x="0" y="26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8" name="Freeform 19"/>
            <p:cNvSpPr/>
            <p:nvPr userDrawn="1"/>
          </p:nvSpPr>
          <p:spPr bwMode="black">
            <a:xfrm>
              <a:off x="-28759150" y="25850850"/>
              <a:ext cx="3175000" cy="4297362"/>
            </a:xfrm>
            <a:custGeom>
              <a:avLst/>
              <a:gdLst>
                <a:gd name="T0" fmla="*/ 1852 w 1852"/>
                <a:gd name="T1" fmla="*/ 1689 h 2507"/>
                <a:gd name="T2" fmla="*/ 1852 w 1852"/>
                <a:gd name="T3" fmla="*/ 1700 h 2507"/>
                <a:gd name="T4" fmla="*/ 936 w 1852"/>
                <a:gd name="T5" fmla="*/ 2507 h 2507"/>
                <a:gd name="T6" fmla="*/ 0 w 1852"/>
                <a:gd name="T7" fmla="*/ 1634 h 2507"/>
                <a:gd name="T8" fmla="*/ 0 w 1852"/>
                <a:gd name="T9" fmla="*/ 875 h 2507"/>
                <a:gd name="T10" fmla="*/ 940 w 1852"/>
                <a:gd name="T11" fmla="*/ 0 h 2507"/>
                <a:gd name="T12" fmla="*/ 1852 w 1852"/>
                <a:gd name="T13" fmla="*/ 805 h 2507"/>
                <a:gd name="T14" fmla="*/ 1852 w 1852"/>
                <a:gd name="T15" fmla="*/ 819 h 2507"/>
                <a:gd name="T16" fmla="*/ 1563 w 1852"/>
                <a:gd name="T17" fmla="*/ 819 h 2507"/>
                <a:gd name="T18" fmla="*/ 1563 w 1852"/>
                <a:gd name="T19" fmla="*/ 805 h 2507"/>
                <a:gd name="T20" fmla="*/ 940 w 1852"/>
                <a:gd name="T21" fmla="*/ 251 h 2507"/>
                <a:gd name="T22" fmla="*/ 288 w 1852"/>
                <a:gd name="T23" fmla="*/ 875 h 2507"/>
                <a:gd name="T24" fmla="*/ 288 w 1852"/>
                <a:gd name="T25" fmla="*/ 1634 h 2507"/>
                <a:gd name="T26" fmla="*/ 936 w 1852"/>
                <a:gd name="T27" fmla="*/ 2257 h 2507"/>
                <a:gd name="T28" fmla="*/ 1563 w 1852"/>
                <a:gd name="T29" fmla="*/ 1700 h 2507"/>
                <a:gd name="T30" fmla="*/ 1563 w 1852"/>
                <a:gd name="T31" fmla="*/ 1689 h 2507"/>
                <a:gd name="T32" fmla="*/ 1852 w 1852"/>
                <a:gd name="T33" fmla="*/ 1689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852" h="2507" extrusionOk="0">
                  <a:moveTo>
                    <a:pt x="1852" y="1689"/>
                  </a:moveTo>
                  <a:cubicBezTo>
                    <a:pt x="1852" y="1700"/>
                    <a:pt x="1852" y="1700"/>
                    <a:pt x="1852" y="1700"/>
                  </a:cubicBezTo>
                  <a:cubicBezTo>
                    <a:pt x="1852" y="2215"/>
                    <a:pt x="1501" y="2507"/>
                    <a:pt x="936" y="2507"/>
                  </a:cubicBezTo>
                  <a:cubicBezTo>
                    <a:pt x="358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8" y="0"/>
                    <a:pt x="940" y="0"/>
                  </a:cubicBezTo>
                  <a:cubicBezTo>
                    <a:pt x="1501" y="0"/>
                    <a:pt x="1852" y="290"/>
                    <a:pt x="1852" y="805"/>
                  </a:cubicBezTo>
                  <a:cubicBezTo>
                    <a:pt x="1852" y="819"/>
                    <a:pt x="1852" y="819"/>
                    <a:pt x="1852" y="819"/>
                  </a:cubicBezTo>
                  <a:cubicBezTo>
                    <a:pt x="1563" y="819"/>
                    <a:pt x="1563" y="819"/>
                    <a:pt x="1563" y="819"/>
                  </a:cubicBezTo>
                  <a:cubicBezTo>
                    <a:pt x="1563" y="805"/>
                    <a:pt x="1563" y="805"/>
                    <a:pt x="1563" y="805"/>
                  </a:cubicBezTo>
                  <a:cubicBezTo>
                    <a:pt x="1563" y="457"/>
                    <a:pt x="1326" y="251"/>
                    <a:pt x="940" y="251"/>
                  </a:cubicBezTo>
                  <a:cubicBezTo>
                    <a:pt x="532" y="251"/>
                    <a:pt x="288" y="478"/>
                    <a:pt x="288" y="875"/>
                  </a:cubicBezTo>
                  <a:cubicBezTo>
                    <a:pt x="288" y="1634"/>
                    <a:pt x="288" y="1634"/>
                    <a:pt x="288" y="1634"/>
                  </a:cubicBezTo>
                  <a:cubicBezTo>
                    <a:pt x="288" y="2031"/>
                    <a:pt x="532" y="2257"/>
                    <a:pt x="936" y="2257"/>
                  </a:cubicBezTo>
                  <a:cubicBezTo>
                    <a:pt x="1326" y="2257"/>
                    <a:pt x="1563" y="2051"/>
                    <a:pt x="1563" y="1700"/>
                  </a:cubicBezTo>
                  <a:cubicBezTo>
                    <a:pt x="1563" y="1689"/>
                    <a:pt x="1563" y="1689"/>
                    <a:pt x="1563" y="1689"/>
                  </a:cubicBezTo>
                  <a:lnTo>
                    <a:pt x="1852" y="1689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59" name="Freeform 20"/>
            <p:cNvSpPr>
              <a:spLocks noEditPoints="1"/>
            </p:cNvSpPr>
            <p:nvPr userDrawn="1"/>
          </p:nvSpPr>
          <p:spPr bwMode="black">
            <a:xfrm>
              <a:off x="-24807863" y="25850850"/>
              <a:ext cx="3235325" cy="4297362"/>
            </a:xfrm>
            <a:custGeom>
              <a:avLst/>
              <a:gdLst>
                <a:gd name="T0" fmla="*/ 1887 w 1887"/>
                <a:gd name="T1" fmla="*/ 1634 h 2507"/>
                <a:gd name="T2" fmla="*/ 940 w 1887"/>
                <a:gd name="T3" fmla="*/ 2507 h 2507"/>
                <a:gd name="T4" fmla="*/ 0 w 1887"/>
                <a:gd name="T5" fmla="*/ 1634 h 2507"/>
                <a:gd name="T6" fmla="*/ 0 w 1887"/>
                <a:gd name="T7" fmla="*/ 875 h 2507"/>
                <a:gd name="T8" fmla="*/ 947 w 1887"/>
                <a:gd name="T9" fmla="*/ 0 h 2507"/>
                <a:gd name="T10" fmla="*/ 1887 w 1887"/>
                <a:gd name="T11" fmla="*/ 875 h 2507"/>
                <a:gd name="T12" fmla="*/ 1887 w 1887"/>
                <a:gd name="T13" fmla="*/ 1634 h 2507"/>
                <a:gd name="T14" fmla="*/ 1598 w 1887"/>
                <a:gd name="T15" fmla="*/ 875 h 2507"/>
                <a:gd name="T16" fmla="*/ 947 w 1887"/>
                <a:gd name="T17" fmla="*/ 251 h 2507"/>
                <a:gd name="T18" fmla="*/ 289 w 1887"/>
                <a:gd name="T19" fmla="*/ 875 h 2507"/>
                <a:gd name="T20" fmla="*/ 289 w 1887"/>
                <a:gd name="T21" fmla="*/ 1634 h 2507"/>
                <a:gd name="T22" fmla="*/ 940 w 1887"/>
                <a:gd name="T23" fmla="*/ 2257 h 2507"/>
                <a:gd name="T24" fmla="*/ 1598 w 1887"/>
                <a:gd name="T25" fmla="*/ 1634 h 2507"/>
                <a:gd name="T26" fmla="*/ 1598 w 1887"/>
                <a:gd name="T27" fmla="*/ 875 h 25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887" h="2507" extrusionOk="0">
                  <a:moveTo>
                    <a:pt x="1887" y="1634"/>
                  </a:moveTo>
                  <a:cubicBezTo>
                    <a:pt x="1887" y="2194"/>
                    <a:pt x="1529" y="2507"/>
                    <a:pt x="940" y="2507"/>
                  </a:cubicBezTo>
                  <a:cubicBezTo>
                    <a:pt x="359" y="2507"/>
                    <a:pt x="0" y="2194"/>
                    <a:pt x="0" y="1634"/>
                  </a:cubicBezTo>
                  <a:cubicBezTo>
                    <a:pt x="0" y="875"/>
                    <a:pt x="0" y="875"/>
                    <a:pt x="0" y="875"/>
                  </a:cubicBezTo>
                  <a:cubicBezTo>
                    <a:pt x="0" y="310"/>
                    <a:pt x="359" y="0"/>
                    <a:pt x="947" y="0"/>
                  </a:cubicBezTo>
                  <a:cubicBezTo>
                    <a:pt x="1529" y="0"/>
                    <a:pt x="1887" y="310"/>
                    <a:pt x="1887" y="875"/>
                  </a:cubicBezTo>
                  <a:lnTo>
                    <a:pt x="1887" y="1634"/>
                  </a:lnTo>
                  <a:close/>
                  <a:moveTo>
                    <a:pt x="1598" y="875"/>
                  </a:moveTo>
                  <a:cubicBezTo>
                    <a:pt x="1598" y="478"/>
                    <a:pt x="1355" y="251"/>
                    <a:pt x="947" y="251"/>
                  </a:cubicBezTo>
                  <a:cubicBezTo>
                    <a:pt x="533" y="251"/>
                    <a:pt x="289" y="478"/>
                    <a:pt x="289" y="875"/>
                  </a:cubicBezTo>
                  <a:cubicBezTo>
                    <a:pt x="289" y="1634"/>
                    <a:pt x="289" y="1634"/>
                    <a:pt x="289" y="1634"/>
                  </a:cubicBezTo>
                  <a:cubicBezTo>
                    <a:pt x="289" y="2031"/>
                    <a:pt x="533" y="2257"/>
                    <a:pt x="940" y="2257"/>
                  </a:cubicBezTo>
                  <a:cubicBezTo>
                    <a:pt x="1355" y="2257"/>
                    <a:pt x="1598" y="2031"/>
                    <a:pt x="1598" y="1634"/>
                  </a:cubicBezTo>
                  <a:lnTo>
                    <a:pt x="1598" y="875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0" name="Freeform 21"/>
            <p:cNvSpPr/>
            <p:nvPr userDrawn="1"/>
          </p:nvSpPr>
          <p:spPr bwMode="black">
            <a:xfrm>
              <a:off x="-20581938" y="25911175"/>
              <a:ext cx="3594100" cy="4178300"/>
            </a:xfrm>
            <a:custGeom>
              <a:avLst/>
              <a:gdLst>
                <a:gd name="T0" fmla="*/ 1956 w 2264"/>
                <a:gd name="T1" fmla="*/ 613 h 2632"/>
                <a:gd name="T2" fmla="*/ 1132 w 2264"/>
                <a:gd name="T3" fmla="*/ 2151 h 2632"/>
                <a:gd name="T4" fmla="*/ 312 w 2264"/>
                <a:gd name="T5" fmla="*/ 613 h 2632"/>
                <a:gd name="T6" fmla="*/ 312 w 2264"/>
                <a:gd name="T7" fmla="*/ 2632 h 2632"/>
                <a:gd name="T8" fmla="*/ 0 w 2264"/>
                <a:gd name="T9" fmla="*/ 2632 h 2632"/>
                <a:gd name="T10" fmla="*/ 0 w 2264"/>
                <a:gd name="T11" fmla="*/ 0 h 2632"/>
                <a:gd name="T12" fmla="*/ 302 w 2264"/>
                <a:gd name="T13" fmla="*/ 0 h 2632"/>
                <a:gd name="T14" fmla="*/ 1132 w 2264"/>
                <a:gd name="T15" fmla="*/ 1557 h 2632"/>
                <a:gd name="T16" fmla="*/ 1963 w 2264"/>
                <a:gd name="T17" fmla="*/ 0 h 2632"/>
                <a:gd name="T18" fmla="*/ 2264 w 2264"/>
                <a:gd name="T19" fmla="*/ 0 h 2632"/>
                <a:gd name="T20" fmla="*/ 2264 w 2264"/>
                <a:gd name="T21" fmla="*/ 2632 h 2632"/>
                <a:gd name="T22" fmla="*/ 1956 w 2264"/>
                <a:gd name="T23" fmla="*/ 2632 h 2632"/>
                <a:gd name="T24" fmla="*/ 1956 w 2264"/>
                <a:gd name="T25" fmla="*/ 613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64" h="2632" extrusionOk="0">
                  <a:moveTo>
                    <a:pt x="1956" y="613"/>
                  </a:moveTo>
                  <a:lnTo>
                    <a:pt x="1132" y="2151"/>
                  </a:lnTo>
                  <a:lnTo>
                    <a:pt x="312" y="613"/>
                  </a:ln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302" y="0"/>
                  </a:lnTo>
                  <a:lnTo>
                    <a:pt x="1132" y="1557"/>
                  </a:lnTo>
                  <a:lnTo>
                    <a:pt x="1963" y="0"/>
                  </a:lnTo>
                  <a:lnTo>
                    <a:pt x="2264" y="0"/>
                  </a:lnTo>
                  <a:lnTo>
                    <a:pt x="2264" y="2632"/>
                  </a:lnTo>
                  <a:lnTo>
                    <a:pt x="1956" y="2632"/>
                  </a:lnTo>
                  <a:lnTo>
                    <a:pt x="1956" y="613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1" name="Freeform 22"/>
            <p:cNvSpPr>
              <a:spLocks noEditPoints="1"/>
            </p:cNvSpPr>
            <p:nvPr userDrawn="1"/>
          </p:nvSpPr>
          <p:spPr bwMode="black">
            <a:xfrm>
              <a:off x="-15936913" y="25911175"/>
              <a:ext cx="2906713" cy="4178300"/>
            </a:xfrm>
            <a:custGeom>
              <a:avLst/>
              <a:gdLst>
                <a:gd name="T0" fmla="*/ 0 w 1696"/>
                <a:gd name="T1" fmla="*/ 0 h 2438"/>
                <a:gd name="T2" fmla="*/ 915 w 1696"/>
                <a:gd name="T3" fmla="*/ 0 h 2438"/>
                <a:gd name="T4" fmla="*/ 1696 w 1696"/>
                <a:gd name="T5" fmla="*/ 756 h 2438"/>
                <a:gd name="T6" fmla="*/ 915 w 1696"/>
                <a:gd name="T7" fmla="*/ 1515 h 2438"/>
                <a:gd name="T8" fmla="*/ 289 w 1696"/>
                <a:gd name="T9" fmla="*/ 1515 h 2438"/>
                <a:gd name="T10" fmla="*/ 289 w 1696"/>
                <a:gd name="T11" fmla="*/ 2438 h 2438"/>
                <a:gd name="T12" fmla="*/ 0 w 1696"/>
                <a:gd name="T13" fmla="*/ 2438 h 2438"/>
                <a:gd name="T14" fmla="*/ 0 w 1696"/>
                <a:gd name="T15" fmla="*/ 0 h 2438"/>
                <a:gd name="T16" fmla="*/ 289 w 1696"/>
                <a:gd name="T17" fmla="*/ 1264 h 2438"/>
                <a:gd name="T18" fmla="*/ 908 w 1696"/>
                <a:gd name="T19" fmla="*/ 1264 h 2438"/>
                <a:gd name="T20" fmla="*/ 1400 w 1696"/>
                <a:gd name="T21" fmla="*/ 756 h 2438"/>
                <a:gd name="T22" fmla="*/ 908 w 1696"/>
                <a:gd name="T23" fmla="*/ 251 h 2438"/>
                <a:gd name="T24" fmla="*/ 289 w 1696"/>
                <a:gd name="T25" fmla="*/ 251 h 2438"/>
                <a:gd name="T26" fmla="*/ 289 w 1696"/>
                <a:gd name="T27" fmla="*/ 1264 h 2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696" h="2438" extrusionOk="0">
                  <a:moveTo>
                    <a:pt x="0" y="0"/>
                  </a:moveTo>
                  <a:cubicBezTo>
                    <a:pt x="915" y="0"/>
                    <a:pt x="915" y="0"/>
                    <a:pt x="915" y="0"/>
                  </a:cubicBezTo>
                  <a:cubicBezTo>
                    <a:pt x="1389" y="0"/>
                    <a:pt x="1696" y="234"/>
                    <a:pt x="1696" y="756"/>
                  </a:cubicBezTo>
                  <a:cubicBezTo>
                    <a:pt x="1696" y="1282"/>
                    <a:pt x="1389" y="1515"/>
                    <a:pt x="915" y="1515"/>
                  </a:cubicBezTo>
                  <a:cubicBezTo>
                    <a:pt x="289" y="1515"/>
                    <a:pt x="289" y="1515"/>
                    <a:pt x="289" y="1515"/>
                  </a:cubicBezTo>
                  <a:cubicBezTo>
                    <a:pt x="289" y="2438"/>
                    <a:pt x="289" y="2438"/>
                    <a:pt x="289" y="2438"/>
                  </a:cubicBezTo>
                  <a:cubicBezTo>
                    <a:pt x="0" y="2438"/>
                    <a:pt x="0" y="2438"/>
                    <a:pt x="0" y="2438"/>
                  </a:cubicBezTo>
                  <a:lnTo>
                    <a:pt x="0" y="0"/>
                  </a:lnTo>
                  <a:close/>
                  <a:moveTo>
                    <a:pt x="289" y="1264"/>
                  </a:moveTo>
                  <a:cubicBezTo>
                    <a:pt x="908" y="1264"/>
                    <a:pt x="908" y="1264"/>
                    <a:pt x="908" y="1264"/>
                  </a:cubicBezTo>
                  <a:cubicBezTo>
                    <a:pt x="1208" y="1264"/>
                    <a:pt x="1400" y="1114"/>
                    <a:pt x="1400" y="756"/>
                  </a:cubicBezTo>
                  <a:cubicBezTo>
                    <a:pt x="1400" y="401"/>
                    <a:pt x="1205" y="251"/>
                    <a:pt x="908" y="251"/>
                  </a:cubicBezTo>
                  <a:cubicBezTo>
                    <a:pt x="289" y="251"/>
                    <a:pt x="289" y="251"/>
                    <a:pt x="289" y="251"/>
                  </a:cubicBezTo>
                  <a:lnTo>
                    <a:pt x="289" y="126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2" name="Freeform 23"/>
            <p:cNvSpPr>
              <a:spLocks noEditPoints="1"/>
            </p:cNvSpPr>
            <p:nvPr userDrawn="1"/>
          </p:nvSpPr>
          <p:spPr bwMode="black">
            <a:xfrm>
              <a:off x="-13077825" y="25911175"/>
              <a:ext cx="3687762" cy="4178300"/>
            </a:xfrm>
            <a:custGeom>
              <a:avLst/>
              <a:gdLst>
                <a:gd name="T0" fmla="*/ 2323 w 2323"/>
                <a:gd name="T1" fmla="*/ 2632 h 2632"/>
                <a:gd name="T2" fmla="*/ 1989 w 2323"/>
                <a:gd name="T3" fmla="*/ 2632 h 2632"/>
                <a:gd name="T4" fmla="*/ 1741 w 2323"/>
                <a:gd name="T5" fmla="*/ 1955 h 2632"/>
                <a:gd name="T6" fmla="*/ 556 w 2323"/>
                <a:gd name="T7" fmla="*/ 1955 h 2632"/>
                <a:gd name="T8" fmla="*/ 308 w 2323"/>
                <a:gd name="T9" fmla="*/ 2632 h 2632"/>
                <a:gd name="T10" fmla="*/ 0 w 2323"/>
                <a:gd name="T11" fmla="*/ 2632 h 2632"/>
                <a:gd name="T12" fmla="*/ 974 w 2323"/>
                <a:gd name="T13" fmla="*/ 0 h 2632"/>
                <a:gd name="T14" fmla="*/ 1353 w 2323"/>
                <a:gd name="T15" fmla="*/ 0 h 2632"/>
                <a:gd name="T16" fmla="*/ 2323 w 2323"/>
                <a:gd name="T17" fmla="*/ 2632 h 2632"/>
                <a:gd name="T18" fmla="*/ 639 w 2323"/>
                <a:gd name="T19" fmla="*/ 1684 h 2632"/>
                <a:gd name="T20" fmla="*/ 1654 w 2323"/>
                <a:gd name="T21" fmla="*/ 1684 h 2632"/>
                <a:gd name="T22" fmla="*/ 1147 w 2323"/>
                <a:gd name="T23" fmla="*/ 331 h 2632"/>
                <a:gd name="T24" fmla="*/ 639 w 2323"/>
                <a:gd name="T25" fmla="*/ 1684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323" h="2632" extrusionOk="0">
                  <a:moveTo>
                    <a:pt x="2323" y="2632"/>
                  </a:moveTo>
                  <a:lnTo>
                    <a:pt x="1989" y="2632"/>
                  </a:lnTo>
                  <a:lnTo>
                    <a:pt x="1741" y="1955"/>
                  </a:lnTo>
                  <a:lnTo>
                    <a:pt x="556" y="1955"/>
                  </a:lnTo>
                  <a:lnTo>
                    <a:pt x="308" y="2632"/>
                  </a:lnTo>
                  <a:lnTo>
                    <a:pt x="0" y="2632"/>
                  </a:lnTo>
                  <a:lnTo>
                    <a:pt x="974" y="0"/>
                  </a:lnTo>
                  <a:lnTo>
                    <a:pt x="1353" y="0"/>
                  </a:lnTo>
                  <a:lnTo>
                    <a:pt x="2323" y="2632"/>
                  </a:lnTo>
                  <a:close/>
                  <a:moveTo>
                    <a:pt x="639" y="1684"/>
                  </a:moveTo>
                  <a:lnTo>
                    <a:pt x="1654" y="1684"/>
                  </a:lnTo>
                  <a:lnTo>
                    <a:pt x="1147" y="331"/>
                  </a:lnTo>
                  <a:lnTo>
                    <a:pt x="639" y="168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3" name="Freeform 24"/>
            <p:cNvSpPr/>
            <p:nvPr userDrawn="1"/>
          </p:nvSpPr>
          <p:spPr bwMode="black">
            <a:xfrm>
              <a:off x="-8726488" y="25911175"/>
              <a:ext cx="3114675" cy="4178300"/>
            </a:xfrm>
            <a:custGeom>
              <a:avLst/>
              <a:gdLst>
                <a:gd name="T0" fmla="*/ 312 w 1962"/>
                <a:gd name="T1" fmla="*/ 568 h 2632"/>
                <a:gd name="T2" fmla="*/ 312 w 1962"/>
                <a:gd name="T3" fmla="*/ 2632 h 2632"/>
                <a:gd name="T4" fmla="*/ 0 w 1962"/>
                <a:gd name="T5" fmla="*/ 2632 h 2632"/>
                <a:gd name="T6" fmla="*/ 0 w 1962"/>
                <a:gd name="T7" fmla="*/ 0 h 2632"/>
                <a:gd name="T8" fmla="*/ 292 w 1962"/>
                <a:gd name="T9" fmla="*/ 0 h 2632"/>
                <a:gd name="T10" fmla="*/ 1650 w 1962"/>
                <a:gd name="T11" fmla="*/ 2060 h 2632"/>
                <a:gd name="T12" fmla="*/ 1650 w 1962"/>
                <a:gd name="T13" fmla="*/ 0 h 2632"/>
                <a:gd name="T14" fmla="*/ 1962 w 1962"/>
                <a:gd name="T15" fmla="*/ 0 h 2632"/>
                <a:gd name="T16" fmla="*/ 1962 w 1962"/>
                <a:gd name="T17" fmla="*/ 2632 h 2632"/>
                <a:gd name="T18" fmla="*/ 1669 w 1962"/>
                <a:gd name="T19" fmla="*/ 2632 h 2632"/>
                <a:gd name="T20" fmla="*/ 312 w 1962"/>
                <a:gd name="T21" fmla="*/ 568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962" h="2632" extrusionOk="0">
                  <a:moveTo>
                    <a:pt x="312" y="568"/>
                  </a:moveTo>
                  <a:lnTo>
                    <a:pt x="312" y="2632"/>
                  </a:lnTo>
                  <a:lnTo>
                    <a:pt x="0" y="2632"/>
                  </a:lnTo>
                  <a:lnTo>
                    <a:pt x="0" y="0"/>
                  </a:lnTo>
                  <a:lnTo>
                    <a:pt x="292" y="0"/>
                  </a:lnTo>
                  <a:lnTo>
                    <a:pt x="1650" y="2060"/>
                  </a:lnTo>
                  <a:lnTo>
                    <a:pt x="1650" y="0"/>
                  </a:lnTo>
                  <a:lnTo>
                    <a:pt x="1962" y="0"/>
                  </a:lnTo>
                  <a:lnTo>
                    <a:pt x="1962" y="2632"/>
                  </a:lnTo>
                  <a:lnTo>
                    <a:pt x="1669" y="2632"/>
                  </a:lnTo>
                  <a:lnTo>
                    <a:pt x="312" y="56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4" name="Freeform 25"/>
            <p:cNvSpPr/>
            <p:nvPr userDrawn="1"/>
          </p:nvSpPr>
          <p:spPr bwMode="black">
            <a:xfrm>
              <a:off x="-4956175" y="25911175"/>
              <a:ext cx="3600450" cy="4178300"/>
            </a:xfrm>
            <a:custGeom>
              <a:avLst/>
              <a:gdLst>
                <a:gd name="T0" fmla="*/ 1291 w 2268"/>
                <a:gd name="T1" fmla="*/ 2632 h 2632"/>
                <a:gd name="T2" fmla="*/ 982 w 2268"/>
                <a:gd name="T3" fmla="*/ 2632 h 2632"/>
                <a:gd name="T4" fmla="*/ 982 w 2268"/>
                <a:gd name="T5" fmla="*/ 1625 h 2632"/>
                <a:gd name="T6" fmla="*/ 0 w 2268"/>
                <a:gd name="T7" fmla="*/ 0 h 2632"/>
                <a:gd name="T8" fmla="*/ 373 w 2268"/>
                <a:gd name="T9" fmla="*/ 0 h 2632"/>
                <a:gd name="T10" fmla="*/ 1140 w 2268"/>
                <a:gd name="T11" fmla="*/ 1313 h 2632"/>
                <a:gd name="T12" fmla="*/ 1914 w 2268"/>
                <a:gd name="T13" fmla="*/ 0 h 2632"/>
                <a:gd name="T14" fmla="*/ 2268 w 2268"/>
                <a:gd name="T15" fmla="*/ 0 h 2632"/>
                <a:gd name="T16" fmla="*/ 1291 w 2268"/>
                <a:gd name="T17" fmla="*/ 1625 h 2632"/>
                <a:gd name="T18" fmla="*/ 1291 w 2268"/>
                <a:gd name="T19" fmla="*/ 2632 h 26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8" h="2632" extrusionOk="0">
                  <a:moveTo>
                    <a:pt x="1291" y="2632"/>
                  </a:moveTo>
                  <a:lnTo>
                    <a:pt x="982" y="2632"/>
                  </a:lnTo>
                  <a:lnTo>
                    <a:pt x="982" y="1625"/>
                  </a:lnTo>
                  <a:lnTo>
                    <a:pt x="0" y="0"/>
                  </a:lnTo>
                  <a:lnTo>
                    <a:pt x="373" y="0"/>
                  </a:lnTo>
                  <a:lnTo>
                    <a:pt x="1140" y="1313"/>
                  </a:lnTo>
                  <a:lnTo>
                    <a:pt x="1914" y="0"/>
                  </a:lnTo>
                  <a:lnTo>
                    <a:pt x="2268" y="0"/>
                  </a:lnTo>
                  <a:lnTo>
                    <a:pt x="1291" y="1625"/>
                  </a:lnTo>
                  <a:lnTo>
                    <a:pt x="1291" y="2632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5" name="Freeform 26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  <a:gd name="T24" fmla="*/ 1642 w 7445"/>
                <a:gd name="T25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  <a:lnTo>
                    <a:pt x="1642" y="5653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6" name="Freeform 27"/>
            <p:cNvSpPr/>
            <p:nvPr userDrawn="1"/>
          </p:nvSpPr>
          <p:spPr bwMode="black">
            <a:xfrm>
              <a:off x="-27190700" y="4924426"/>
              <a:ext cx="11818938" cy="15319375"/>
            </a:xfrm>
            <a:custGeom>
              <a:avLst/>
              <a:gdLst>
                <a:gd name="T0" fmla="*/ 1642 w 7445"/>
                <a:gd name="T1" fmla="*/ 5653 h 9650"/>
                <a:gd name="T2" fmla="*/ 1642 w 7445"/>
                <a:gd name="T3" fmla="*/ 9650 h 9650"/>
                <a:gd name="T4" fmla="*/ 0 w 7445"/>
                <a:gd name="T5" fmla="*/ 9650 h 9650"/>
                <a:gd name="T6" fmla="*/ 0 w 7445"/>
                <a:gd name="T7" fmla="*/ 0 h 9650"/>
                <a:gd name="T8" fmla="*/ 1642 w 7445"/>
                <a:gd name="T9" fmla="*/ 0 h 9650"/>
                <a:gd name="T10" fmla="*/ 1642 w 7445"/>
                <a:gd name="T11" fmla="*/ 4233 h 9650"/>
                <a:gd name="T12" fmla="*/ 5805 w 7445"/>
                <a:gd name="T13" fmla="*/ 4233 h 9650"/>
                <a:gd name="T14" fmla="*/ 5805 w 7445"/>
                <a:gd name="T15" fmla="*/ 0 h 9650"/>
                <a:gd name="T16" fmla="*/ 7445 w 7445"/>
                <a:gd name="T17" fmla="*/ 0 h 9650"/>
                <a:gd name="T18" fmla="*/ 7445 w 7445"/>
                <a:gd name="T19" fmla="*/ 9650 h 9650"/>
                <a:gd name="T20" fmla="*/ 5805 w 7445"/>
                <a:gd name="T21" fmla="*/ 9650 h 9650"/>
                <a:gd name="T22" fmla="*/ 5805 w 7445"/>
                <a:gd name="T23" fmla="*/ 5653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45" h="9650" extrusionOk="0">
                  <a:moveTo>
                    <a:pt x="1642" y="5653"/>
                  </a:moveTo>
                  <a:lnTo>
                    <a:pt x="1642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642" y="0"/>
                  </a:lnTo>
                  <a:lnTo>
                    <a:pt x="1642" y="4233"/>
                  </a:lnTo>
                  <a:lnTo>
                    <a:pt x="5805" y="4233"/>
                  </a:lnTo>
                  <a:lnTo>
                    <a:pt x="5805" y="0"/>
                  </a:lnTo>
                  <a:lnTo>
                    <a:pt x="7445" y="0"/>
                  </a:lnTo>
                  <a:lnTo>
                    <a:pt x="7445" y="9650"/>
                  </a:lnTo>
                  <a:lnTo>
                    <a:pt x="5805" y="9650"/>
                  </a:lnTo>
                  <a:lnTo>
                    <a:pt x="5805" y="5653"/>
                  </a:lnTo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7" name="Freeform 28"/>
            <p:cNvSpPr>
              <a:spLocks noEditPoints="1"/>
            </p:cNvSpPr>
            <p:nvPr userDrawn="1"/>
          </p:nvSpPr>
          <p:spPr bwMode="black">
            <a:xfrm>
              <a:off x="-12458700" y="4924426"/>
              <a:ext cx="11096625" cy="15319375"/>
            </a:xfrm>
            <a:custGeom>
              <a:avLst/>
              <a:gdLst>
                <a:gd name="T0" fmla="*/ 0 w 6473"/>
                <a:gd name="T1" fmla="*/ 0 h 8936"/>
                <a:gd name="T2" fmla="*/ 3523 w 6473"/>
                <a:gd name="T3" fmla="*/ 0 h 8936"/>
                <a:gd name="T4" fmla="*/ 6473 w 6473"/>
                <a:gd name="T5" fmla="*/ 2633 h 8936"/>
                <a:gd name="T6" fmla="*/ 3523 w 6473"/>
                <a:gd name="T7" fmla="*/ 5239 h 8936"/>
                <a:gd name="T8" fmla="*/ 1519 w 6473"/>
                <a:gd name="T9" fmla="*/ 5239 h 8936"/>
                <a:gd name="T10" fmla="*/ 1519 w 6473"/>
                <a:gd name="T11" fmla="*/ 8936 h 8936"/>
                <a:gd name="T12" fmla="*/ 0 w 6473"/>
                <a:gd name="T13" fmla="*/ 8936 h 8936"/>
                <a:gd name="T14" fmla="*/ 0 w 6473"/>
                <a:gd name="T15" fmla="*/ 0 h 8936"/>
                <a:gd name="T16" fmla="*/ 1519 w 6473"/>
                <a:gd name="T17" fmla="*/ 3924 h 8936"/>
                <a:gd name="T18" fmla="*/ 3472 w 6473"/>
                <a:gd name="T19" fmla="*/ 3924 h 8936"/>
                <a:gd name="T20" fmla="*/ 4915 w 6473"/>
                <a:gd name="T21" fmla="*/ 2633 h 8936"/>
                <a:gd name="T22" fmla="*/ 3472 w 6473"/>
                <a:gd name="T23" fmla="*/ 1341 h 8936"/>
                <a:gd name="T24" fmla="*/ 1519 w 6473"/>
                <a:gd name="T25" fmla="*/ 1338 h 8936"/>
                <a:gd name="T26" fmla="*/ 1519 w 6473"/>
                <a:gd name="T27" fmla="*/ 3924 h 89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6473" h="8936" extrusionOk="0">
                  <a:moveTo>
                    <a:pt x="0" y="0"/>
                  </a:moveTo>
                  <a:cubicBezTo>
                    <a:pt x="3523" y="0"/>
                    <a:pt x="3523" y="0"/>
                    <a:pt x="3523" y="0"/>
                  </a:cubicBezTo>
                  <a:cubicBezTo>
                    <a:pt x="5311" y="0"/>
                    <a:pt x="6473" y="702"/>
                    <a:pt x="6473" y="2633"/>
                  </a:cubicBezTo>
                  <a:cubicBezTo>
                    <a:pt x="6473" y="4418"/>
                    <a:pt x="5324" y="5239"/>
                    <a:pt x="3523" y="5239"/>
                  </a:cubicBezTo>
                  <a:cubicBezTo>
                    <a:pt x="1519" y="5239"/>
                    <a:pt x="1519" y="5239"/>
                    <a:pt x="1519" y="5239"/>
                  </a:cubicBezTo>
                  <a:cubicBezTo>
                    <a:pt x="1519" y="8936"/>
                    <a:pt x="1519" y="8936"/>
                    <a:pt x="1519" y="8936"/>
                  </a:cubicBezTo>
                  <a:cubicBezTo>
                    <a:pt x="0" y="8936"/>
                    <a:pt x="0" y="8936"/>
                    <a:pt x="0" y="8936"/>
                  </a:cubicBezTo>
                  <a:lnTo>
                    <a:pt x="0" y="0"/>
                  </a:lnTo>
                  <a:close/>
                  <a:moveTo>
                    <a:pt x="1519" y="3924"/>
                  </a:moveTo>
                  <a:cubicBezTo>
                    <a:pt x="3472" y="3924"/>
                    <a:pt x="3472" y="3924"/>
                    <a:pt x="3472" y="3924"/>
                  </a:cubicBezTo>
                  <a:cubicBezTo>
                    <a:pt x="4513" y="3924"/>
                    <a:pt x="4915" y="3505"/>
                    <a:pt x="4915" y="2633"/>
                  </a:cubicBezTo>
                  <a:cubicBezTo>
                    <a:pt x="4915" y="1688"/>
                    <a:pt x="4495" y="1341"/>
                    <a:pt x="3472" y="1341"/>
                  </a:cubicBezTo>
                  <a:cubicBezTo>
                    <a:pt x="1519" y="1338"/>
                    <a:pt x="1519" y="1338"/>
                    <a:pt x="1519" y="1338"/>
                  </a:cubicBezTo>
                  <a:lnTo>
                    <a:pt x="1519" y="3924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  <p:sp>
          <p:nvSpPr>
            <p:cNvPr id="68" name="Freeform 29"/>
            <p:cNvSpPr/>
            <p:nvPr userDrawn="1"/>
          </p:nvSpPr>
          <p:spPr bwMode="black">
            <a:xfrm>
              <a:off x="-43651488" y="4924426"/>
              <a:ext cx="13568363" cy="15319375"/>
            </a:xfrm>
            <a:custGeom>
              <a:avLst/>
              <a:gdLst>
                <a:gd name="T0" fmla="*/ 6906 w 8547"/>
                <a:gd name="T1" fmla="*/ 3038 h 9650"/>
                <a:gd name="T2" fmla="*/ 4274 w 8547"/>
                <a:gd name="T3" fmla="*/ 7232 h 9650"/>
                <a:gd name="T4" fmla="*/ 1640 w 8547"/>
                <a:gd name="T5" fmla="*/ 3038 h 9650"/>
                <a:gd name="T6" fmla="*/ 1640 w 8547"/>
                <a:gd name="T7" fmla="*/ 9650 h 9650"/>
                <a:gd name="T8" fmla="*/ 0 w 8547"/>
                <a:gd name="T9" fmla="*/ 9650 h 9650"/>
                <a:gd name="T10" fmla="*/ 0 w 8547"/>
                <a:gd name="T11" fmla="*/ 0 h 9650"/>
                <a:gd name="T12" fmla="*/ 1510 w 8547"/>
                <a:gd name="T13" fmla="*/ 0 h 9650"/>
                <a:gd name="T14" fmla="*/ 4273 w 8547"/>
                <a:gd name="T15" fmla="*/ 4397 h 9650"/>
                <a:gd name="T16" fmla="*/ 7027 w 8547"/>
                <a:gd name="T17" fmla="*/ 0 h 9650"/>
                <a:gd name="T18" fmla="*/ 8547 w 8547"/>
                <a:gd name="T19" fmla="*/ 0 h 9650"/>
                <a:gd name="T20" fmla="*/ 8547 w 8547"/>
                <a:gd name="T21" fmla="*/ 9650 h 9650"/>
                <a:gd name="T22" fmla="*/ 6906 w 8547"/>
                <a:gd name="T23" fmla="*/ 9650 h 9650"/>
                <a:gd name="T24" fmla="*/ 6906 w 8547"/>
                <a:gd name="T25" fmla="*/ 3038 h 96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547" h="9650" extrusionOk="0">
                  <a:moveTo>
                    <a:pt x="6906" y="3038"/>
                  </a:moveTo>
                  <a:lnTo>
                    <a:pt x="4274" y="7232"/>
                  </a:lnTo>
                  <a:lnTo>
                    <a:pt x="1640" y="3038"/>
                  </a:lnTo>
                  <a:lnTo>
                    <a:pt x="1640" y="9650"/>
                  </a:lnTo>
                  <a:lnTo>
                    <a:pt x="0" y="9650"/>
                  </a:lnTo>
                  <a:lnTo>
                    <a:pt x="0" y="0"/>
                  </a:lnTo>
                  <a:lnTo>
                    <a:pt x="1510" y="0"/>
                  </a:lnTo>
                  <a:lnTo>
                    <a:pt x="4273" y="4397"/>
                  </a:lnTo>
                  <a:lnTo>
                    <a:pt x="7027" y="0"/>
                  </a:lnTo>
                  <a:lnTo>
                    <a:pt x="8547" y="0"/>
                  </a:lnTo>
                  <a:lnTo>
                    <a:pt x="8547" y="9650"/>
                  </a:lnTo>
                  <a:lnTo>
                    <a:pt x="6906" y="9650"/>
                  </a:lnTo>
                  <a:lnTo>
                    <a:pt x="6906" y="3038"/>
                  </a:lnTo>
                  <a:close/>
                </a:path>
              </a:pathLst>
            </a:custGeom>
            <a:solidFill>
              <a:srgbClr val="575757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de-DE" sz="24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  <p:sldLayoutId id="2147483702" r:id="rId54"/>
    <p:sldLayoutId id="2147483703" r:id="rId55"/>
  </p:sldLayoutIdLst>
  <p:hf hdr="0" ftr="0"/>
  <p:txStyles>
    <p:titleStyle>
      <a:lvl1pPr algn="l" defTabSz="914400" rtl="0">
        <a:lnSpc>
          <a:spcPct val="100000"/>
        </a:lnSpc>
        <a:spcBef>
          <a:spcPts val="0"/>
        </a:spcBef>
        <a:buNone/>
        <a:defRPr sz="2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3pPr>
      <a:lvl4pPr marL="1008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4pPr>
      <a:lvl5pPr marL="1260000" indent="-252000" algn="l" defTabSz="914400" rtl="0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Symbol"/>
        <a:buChar char="-"/>
        <a:defRPr sz="14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044054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693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Backup &amp; Recovery</a:t>
            </a:r>
            <a:endParaRPr/>
          </a:p>
        </p:txBody>
      </p:sp>
      <p:sp>
        <p:nvSpPr>
          <p:cNvPr id="1144538029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jeder Welle mit Recovery-Option</a:t>
            </a:r>
            <a:endParaRPr lang="en-US"/>
          </a:p>
        </p:txBody>
      </p:sp>
      <p:sp>
        <p:nvSpPr>
          <p:cNvPr id="959051757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216392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 dirty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einem Angriff mit entstandenem Schaden prüft ihr, ob Systeme wiederhergestellt werden müssen oder ob der Betrieb stabil geblieben ist. Falls überhaupt ein Schaden entstanden ist, entscheidet eure Backup- und Recovery-Fähigkeit darüber, wie stark ihr den finanziellen Impact senken könnt.</a:t>
            </a:r>
            <a:r>
              <a:rPr lang="de-DE" sz="2800" dirty="0"/>
              <a:t> Prüft die Umsetzung von M4.</a:t>
            </a:r>
            <a:endParaRPr dirty="0"/>
          </a:p>
        </p:txBody>
      </p:sp>
      <p:sp>
        <p:nvSpPr>
          <p:cNvPr id="292630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223326084" name="Text Placeholder 8"/>
          <p:cNvSpPr txBox="1"/>
          <p:nvPr/>
        </p:nvSpPr>
        <p:spPr bwMode="auto">
          <a:xfrm>
            <a:off x="606438" y="3866029"/>
            <a:ext cx="10226550" cy="228475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Keine Umsetzung: kein Recovery → Endschaden = 100%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1: Basis-Recovery → Endschaden = Schaden × 0,90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2: teilw. Recovery → Endschaden = Schaden × 0,70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3: starke Recovery → Endschaden = Schaden × 0,50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9A93CD1D-3255-62E4-C4FE-AE028712516E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7337238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549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Kurswechsel</a:t>
            </a:r>
            <a:endParaRPr/>
          </a:p>
        </p:txBody>
      </p:sp>
      <p:sp>
        <p:nvSpPr>
          <p:cNvPr id="1271768714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222515552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den neuesten Erkenntnissen entscheidet die Geschäftsführung: Eure Sicherheitsstrategie wird neu ausgerichtet. Ihr müsst euer Setup anpassen, könnt aber bestehende Investitionen teilweise weiterverwenden. Daher zählt nur die Kostendifferenz.</a:t>
            </a:r>
            <a:endParaRPr/>
          </a:p>
        </p:txBody>
      </p:sp>
      <p:sp>
        <p:nvSpPr>
          <p:cNvPr id="19346279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835718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Ihr müsst genau einen Maßnahmenwechsel durchführen</a:t>
            </a:r>
            <a:r>
              <a:rPr lang="de-DE" sz="2400"/>
              <a:t>.</a:t>
            </a:r>
          </a:p>
          <a:p>
            <a:pPr>
              <a:spcAft>
                <a:spcPts val="0"/>
              </a:spcAft>
              <a:defRPr/>
            </a:pPr>
            <a:r>
              <a:rPr lang="de-DE" sz="2400"/>
              <a:t>Die Differenz der Init-Kosten muss gezahlt werden oder wird „erstattet“.</a:t>
            </a:r>
            <a:endParaRPr lang="en-US" sz="2400"/>
          </a:p>
        </p:txBody>
      </p:sp>
      <p:sp>
        <p:nvSpPr>
          <p:cNvPr id="181086022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091CD933-508A-58EB-54FE-B42E71CE61DF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05795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47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operative Unterstützung</a:t>
            </a:r>
            <a:endParaRPr/>
          </a:p>
        </p:txBody>
      </p:sp>
      <p:sp>
        <p:nvSpPr>
          <p:cNvPr id="145249599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1</a:t>
            </a:r>
            <a:endParaRPr lang="en-US"/>
          </a:p>
        </p:txBody>
      </p:sp>
      <p:sp>
        <p:nvSpPr>
          <p:cNvPr id="16575493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bekommt operative Unterstützung: Ein zentraler Rahmenvertrag bzw. Shared-Service senkt kurzfristig die laufenden Betriebskosten eurer Security-Maßnahmen. Für die nächste Runde wird der Betrieb günstiger, ohne dass ihr an Leistung verliert</a:t>
            </a:r>
            <a:r>
              <a:rPr lang="de-DE" sz="2800"/>
              <a:t>.</a:t>
            </a:r>
            <a:endParaRPr/>
          </a:p>
        </p:txBody>
      </p:sp>
      <p:sp>
        <p:nvSpPr>
          <p:cNvPr id="441719939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586771" y="3717436"/>
            <a:ext cx="10874360" cy="610097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Zählt für jede bestehende Maßnahme in der kommenden Runde</a:t>
            </a:r>
            <a:endParaRPr lang="en-US" sz="2400"/>
          </a:p>
        </p:txBody>
      </p:sp>
      <p:sp>
        <p:nvSpPr>
          <p:cNvPr id="909543970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508349095" name="Text Placeholder 8"/>
          <p:cNvSpPr txBox="1"/>
          <p:nvPr/>
        </p:nvSpPr>
        <p:spPr bwMode="auto">
          <a:xfrm>
            <a:off x="606438" y="4867102"/>
            <a:ext cx="7462433" cy="70899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OPEX Kosten −2.000 € pro aktiver Maßnahme</a:t>
            </a:r>
            <a:endParaRPr b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330C2C30-A2FB-DE4A-1D83-93C78531A761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265537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11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Sparprogramm</a:t>
            </a:r>
            <a:endParaRPr/>
          </a:p>
        </p:txBody>
      </p:sp>
      <p:sp>
        <p:nvSpPr>
          <p:cNvPr id="56679954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538"/>
            <a:ext cx="1002669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335479265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Der CFO verkündet ein konzernweites Sparprogramm, und auch eure Security-Initiativen bleiben nicht verschont. Das Budget wird gekürzt</a:t>
            </a:r>
            <a:r>
              <a:rPr lang="de-DE" sz="2800"/>
              <a:t>.</a:t>
            </a:r>
            <a:endParaRPr/>
          </a:p>
        </p:txBody>
      </p:sp>
      <p:sp>
        <p:nvSpPr>
          <p:cNvPr id="1352229100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146678004" name="Text Placeholder 8"/>
          <p:cNvSpPr txBox="1"/>
          <p:nvPr/>
        </p:nvSpPr>
        <p:spPr bwMode="auto">
          <a:xfrm>
            <a:off x="606438" y="3866028"/>
            <a:ext cx="10226550" cy="2284753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Gesamtbudget −20.000 €</a:t>
            </a:r>
            <a:endParaRPr sz="2400" b="0"/>
          </a:p>
          <a:p>
            <a:pPr>
              <a:defRPr/>
            </a:pPr>
            <a:endParaRPr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8C3B5C1-18EF-F6EF-A6D0-E0876D38D86A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714887" name="Title 2"/>
          <p:cNvSpPr>
            <a:spLocks noGrp="1"/>
          </p:cNvSpPr>
          <p:nvPr>
            <p:ph type="title"/>
          </p:nvPr>
        </p:nvSpPr>
        <p:spPr bwMode="auto">
          <a:xfrm>
            <a:off x="432821" y="352563"/>
            <a:ext cx="10050812" cy="615553"/>
          </a:xfrm>
        </p:spPr>
        <p:txBody>
          <a:bodyPr/>
          <a:lstStyle/>
          <a:p>
            <a:pPr>
              <a:defRPr/>
            </a:pPr>
            <a:r>
              <a:rPr lang="de-DE" sz="4000"/>
              <a:t>OEM-Audit</a:t>
            </a:r>
            <a:endParaRPr/>
          </a:p>
        </p:txBody>
      </p:sp>
      <p:sp>
        <p:nvSpPr>
          <p:cNvPr id="1032333692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1" y="219691"/>
            <a:ext cx="10025977" cy="153888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132221109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393210"/>
          </a:xfrm>
        </p:spPr>
        <p:txBody>
          <a:bodyPr anchor="t"/>
          <a:lstStyle/>
          <a:p>
            <a:pPr>
              <a:defRPr/>
            </a:pPr>
            <a:r>
              <a:rPr lang="de-DE" sz="2800"/>
              <a:t>Der große Automobilkunde prüft die Sicherheitsstandards. </a:t>
            </a: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Im Audit zählt nicht, ob ihr „Best-in-Class“ seid - sondern ob ihr die grundlegenden Kontrollen überhaupt verlässlich umgesetzt habt. </a:t>
            </a:r>
            <a:endParaRPr/>
          </a:p>
        </p:txBody>
      </p:sp>
      <p:sp>
        <p:nvSpPr>
          <p:cNvPr id="680727676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342972"/>
            <a:ext cx="5713070" cy="2670850"/>
          </a:xfrm>
        </p:spPr>
        <p:txBody>
          <a:bodyPr vertOverflow="overflow" horzOverflow="overflow" vert="horz" wrap="square" lIns="0" tIns="0" rIns="0" bIns="0" numCol="1" spcCol="0" rtlCol="0" fromWordArt="0" anchor="t" anchorCtr="0" forceAA="0" compatLnSpc="0"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/>
              <a:t>Audit Checkliste (mindestens auf Level 1):</a:t>
            </a: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M1 IAM/PAM</a:t>
            </a: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M2 Logging &amp; SIEM/MDR</a:t>
            </a: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M4 Backup &amp; Disaster Recovery</a:t>
            </a: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M5 OT/IT-Netz-Segmentierung</a:t>
            </a: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M7 Vulnerability &amp; Patch Management</a:t>
            </a:r>
            <a:endParaRPr lang="en-US" sz="2400"/>
          </a:p>
        </p:txBody>
      </p:sp>
      <p:sp>
        <p:nvSpPr>
          <p:cNvPr id="776644786" name="Rechteck 12"/>
          <p:cNvSpPr/>
          <p:nvPr/>
        </p:nvSpPr>
        <p:spPr bwMode="gray">
          <a:xfrm>
            <a:off x="407987" y="1060450"/>
            <a:ext cx="11441113" cy="5313973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1941448651" name="TextBox 41"/>
          <p:cNvSpPr txBox="1"/>
          <p:nvPr/>
        </p:nvSpPr>
        <p:spPr bwMode="auto">
          <a:xfrm>
            <a:off x="517316" y="2658284"/>
            <a:ext cx="3016018" cy="523220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Bedingung erfüllt:</a:t>
            </a:r>
            <a:endParaRPr/>
          </a:p>
        </p:txBody>
      </p:sp>
      <p:sp>
        <p:nvSpPr>
          <p:cNvPr id="223787650" name="TextBox 41"/>
          <p:cNvSpPr txBox="1"/>
          <p:nvPr/>
        </p:nvSpPr>
        <p:spPr bwMode="auto">
          <a:xfrm>
            <a:off x="6564333" y="2658284"/>
            <a:ext cx="2097538" cy="518519"/>
          </a:xfrm>
          <a:prstGeom prst="rect">
            <a:avLst/>
          </a:prstGeom>
          <a:noFill/>
        </p:spPr>
        <p:txBody>
          <a:bodyPr wrap="none" rtlCol="0" anchor="t" anchorCtr="0">
            <a:spAutoFit/>
          </a:bodyPr>
          <a:lstStyle/>
          <a:p>
            <a:pPr>
              <a:defRPr/>
            </a:pPr>
            <a:r>
              <a:rPr lang="de-DE" sz="2800">
                <a:solidFill>
                  <a:schemeClr val="accent1"/>
                </a:solidFill>
                <a:ea typeface="League Spartan"/>
                <a:cs typeface="Poppins"/>
              </a:rPr>
              <a:t>Auswirkung</a:t>
            </a:r>
            <a:r>
              <a:rPr lang="en-US" sz="2800">
                <a:solidFill>
                  <a:schemeClr val="accent1"/>
                </a:solidFill>
                <a:ea typeface="League Spartan"/>
                <a:cs typeface="Poppins"/>
              </a:rPr>
              <a:t>:</a:t>
            </a:r>
            <a:endParaRPr/>
          </a:p>
        </p:txBody>
      </p:sp>
      <p:sp>
        <p:nvSpPr>
          <p:cNvPr id="470945052" name="Text Placeholder 8"/>
          <p:cNvSpPr>
            <a:spLocks noGrp="1"/>
          </p:cNvSpPr>
          <p:nvPr/>
        </p:nvSpPr>
        <p:spPr bwMode="auto">
          <a:xfrm>
            <a:off x="6564333" y="3342972"/>
            <a:ext cx="4954074" cy="2670849"/>
          </a:xfrm>
        </p:spPr>
        <p:txBody>
          <a:bodyPr vertOverflow="overflow" horzOverflow="overflow" vert="horz" wrap="square" lIns="0" tIns="0" rIns="0" bIns="0" numCol="1" spcCol="0" rtlCol="0" fromWordArt="0" anchor="t" anchorCtr="0" forceAA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/>
              <a:t>0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/>
              <a:t> KZ -15</a:t>
            </a: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-5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2-3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+-0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 erfüllt 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→</a:t>
            </a:r>
            <a:r>
              <a:rPr lang="de-DE" sz="24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KZ +15</a:t>
            </a:r>
            <a:endParaRPr sz="2400"/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endParaRPr lang="en-US" sz="240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A842AC47-E46D-86DF-9824-162DEEF0F6E1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600101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6701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Kritische Schwachstelle</a:t>
            </a:r>
            <a:r>
              <a:rPr lang="de-DE" sz="4000"/>
              <a:t> im System</a:t>
            </a:r>
            <a:endParaRPr/>
          </a:p>
        </p:txBody>
      </p:sp>
      <p:sp>
        <p:nvSpPr>
          <p:cNvPr id="366660656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538"/>
            <a:ext cx="1002669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2</a:t>
            </a:r>
            <a:endParaRPr lang="en-US"/>
          </a:p>
        </p:txBody>
      </p:sp>
      <p:sp>
        <p:nvSpPr>
          <p:cNvPr id="1762070562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216392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werdet von einem Softwarehersteller informiert: In einem von euch genutzten System wurde eine kritische Schwachstelle entdeckt, die aktiv ausgenutzt werden könnte. Prüft die Umsetzung von M7. </a:t>
            </a:r>
            <a:endParaRPr/>
          </a:p>
        </p:txBody>
      </p:sp>
      <p:sp>
        <p:nvSpPr>
          <p:cNvPr id="104155924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452461958" name="Text Placeholder 8"/>
          <p:cNvSpPr txBox="1"/>
          <p:nvPr/>
        </p:nvSpPr>
        <p:spPr bwMode="auto">
          <a:xfrm>
            <a:off x="606438" y="3866029"/>
            <a:ext cx="10226550" cy="2284754"/>
          </a:xfrm>
          <a:prstGeom prst="rect">
            <a:avLst/>
          </a:prstGeom>
        </p:spPr>
        <p:txBody>
          <a:bodyPr vertOverflow="overflow" horzOverflow="overflow" vert="horz" wrap="square" lIns="0" tIns="0" rIns="0" bIns="0" numCol="1" spcCol="0" rtlCol="0" fromWordArt="0" anchor="t" anchorCtr="0" forceAA="0" compatLnSpc="0">
            <a:normAutofit/>
          </a:bodyPr>
          <a:lstStyle>
            <a:lvl1pPr mar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Arial"/>
              <a:buNone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04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6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8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60000" indent="-252000" algn="l" defTabSz="914400" rtl="0">
              <a:lnSpc>
                <a:spcPct val="100000"/>
              </a:lnSpc>
              <a:spcBef>
                <a:spcPts val="0"/>
              </a:spcBef>
              <a:spcAft>
                <a:spcPts val="599"/>
              </a:spcAft>
              <a:buClr>
                <a:schemeClr val="accent1"/>
              </a:buClr>
              <a:buFont typeface="Symbol"/>
              <a:buChar char="-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Keine Umsetzung (L0): Patch verzögert/chaotisch → KZ −5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1: Patch gelingt, aber mit Reibung → KZ ±0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2: Patch planbar und zügig → KZ +3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marR="0" indent="-34996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Level 3: Patch routiniert, mit Nachweis/Reporting → KZ +7</a:t>
            </a:r>
            <a:endParaRPr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487AD7C5-772B-BD5D-BA5A-BCA67606989E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6330869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1171" cy="609959"/>
          </a:xfrm>
        </p:spPr>
        <p:txBody>
          <a:bodyPr/>
          <a:lstStyle/>
          <a:p>
            <a:pPr>
              <a:defRPr/>
            </a:pPr>
            <a:r>
              <a:rPr lang="de-DE" sz="4000" b="0" i="0" u="none" strike="noStrike" cap="none" spc="0">
                <a:solidFill>
                  <a:schemeClr val="accent1"/>
                </a:solidFill>
                <a:latin typeface="Segoe UI"/>
                <a:ea typeface="Segoe UI"/>
                <a:cs typeface="Segoe UI"/>
              </a:rPr>
              <a:t>Exzellenz-Bonus</a:t>
            </a:r>
            <a:endParaRPr/>
          </a:p>
        </p:txBody>
      </p:sp>
      <p:sp>
        <p:nvSpPr>
          <p:cNvPr id="1397855500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349237044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Maßnahmen, die nachweislich „enterprise-ready“ umgesetzt sind, erhöhen das Vertrauen. Für jede auf höchstem Niveau betriebene Kontrolle gibt es einen Bonus auf eure Kundenzufriedenheit.</a:t>
            </a:r>
            <a:endParaRPr/>
          </a:p>
        </p:txBody>
      </p:sp>
      <p:sp>
        <p:nvSpPr>
          <p:cNvPr id="848093002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057532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Für jede Maßnahme auf Level 3 erhaltet ihr +5 KZ.</a:t>
            </a:r>
            <a:endParaRPr lang="en-US" sz="2400"/>
          </a:p>
        </p:txBody>
      </p:sp>
      <p:sp>
        <p:nvSpPr>
          <p:cNvPr id="993671675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0F998D3-F3F7-C897-5764-F77F55DF44AA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800219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981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Nervige Authentifizierung</a:t>
            </a:r>
            <a:endParaRPr/>
          </a:p>
        </p:txBody>
      </p:sp>
      <p:sp>
        <p:nvSpPr>
          <p:cNvPr id="71577307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1617378596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903700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Ihr zieht die Zugriffskontrollen an, aber die Belegschaft wurde nicht vorbereitet. Die Folge sind viele Support-Tickets und Frust - intern entsteht der Eindruck, dass Security die Arbeit blockiert.</a:t>
            </a:r>
            <a:endParaRPr lang="de-DE" sz="2800" b="0" i="0" u="none" strike="noStrike" cap="none" spc="0">
              <a:solidFill>
                <a:schemeClr val="accent2"/>
              </a:solidFill>
              <a:latin typeface="Segoe UI"/>
              <a:cs typeface="Segoe UI"/>
            </a:endParaRPr>
          </a:p>
        </p:txBody>
      </p:sp>
      <p:sp>
        <p:nvSpPr>
          <p:cNvPr id="1428733621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429000"/>
            <a:ext cx="10874360" cy="1166976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Wenn M1 ≥ Level 2 und M6 = Level 0 → KZ -10</a:t>
            </a:r>
            <a:endParaRPr lang="en-US" sz="2400"/>
          </a:p>
        </p:txBody>
      </p:sp>
      <p:sp>
        <p:nvSpPr>
          <p:cNvPr id="1017735372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4BD719C2-2834-2CEC-69A5-0D4E4118E009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050454" name="Title 2"/>
          <p:cNvSpPr>
            <a:spLocks noGrp="1"/>
          </p:cNvSpPr>
          <p:nvPr>
            <p:ph type="title"/>
          </p:nvPr>
        </p:nvSpPr>
        <p:spPr bwMode="auto">
          <a:xfrm>
            <a:off x="432820" y="352562"/>
            <a:ext cx="10055491" cy="609959"/>
          </a:xfrm>
        </p:spPr>
        <p:txBody>
          <a:bodyPr/>
          <a:lstStyle/>
          <a:p>
            <a:pPr>
              <a:defRPr/>
            </a:pPr>
            <a:r>
              <a:rPr lang="de-DE" sz="4000"/>
              <a:t>Budget Review</a:t>
            </a:r>
            <a:endParaRPr/>
          </a:p>
        </p:txBody>
      </p:sp>
      <p:sp>
        <p:nvSpPr>
          <p:cNvPr id="1907039541" name="Content Placeholder 26"/>
          <p:cNvSpPr>
            <a:spLocks noGrp="1"/>
          </p:cNvSpPr>
          <p:nvPr>
            <p:ph type="body" sz="quarter" idx="13"/>
          </p:nvPr>
        </p:nvSpPr>
        <p:spPr bwMode="auto">
          <a:xfrm>
            <a:off x="432820" y="221178"/>
            <a:ext cx="10026336" cy="152759"/>
          </a:xfrm>
        </p:spPr>
        <p:txBody>
          <a:bodyPr/>
          <a:lstStyle/>
          <a:p>
            <a:pPr>
              <a:defRPr/>
            </a:pPr>
            <a:r>
              <a:rPr lang="en-US"/>
              <a:t>Event: </a:t>
            </a:r>
            <a:r>
              <a:rPr lang="de-DE"/>
              <a:t>Nach Welle 3</a:t>
            </a:r>
            <a:endParaRPr lang="en-US"/>
          </a:p>
        </p:txBody>
      </p:sp>
      <p:sp>
        <p:nvSpPr>
          <p:cNvPr id="393130299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586771" y="1265073"/>
            <a:ext cx="11071827" cy="1166975"/>
          </a:xfrm>
        </p:spPr>
        <p:txBody>
          <a:bodyPr anchor="t"/>
          <a:lstStyle/>
          <a:p>
            <a:pPr>
              <a:defRPr/>
            </a:pPr>
            <a:r>
              <a:rPr lang="de-DE" sz="2800" b="0" i="0" u="none" strike="noStrike" cap="none" spc="0">
                <a:solidFill>
                  <a:schemeClr val="accent2"/>
                </a:solidFill>
                <a:latin typeface="Segoe UI"/>
                <a:ea typeface="Segoe UI"/>
                <a:cs typeface="Segoe UI"/>
              </a:rPr>
              <a:t>Nach Abschluss eurer Beauftragung macht der CFO den Kassensturz: Nicht nur das Sicherheitsniveau zählt, sondern auch, ob ihr das Budget im Griff hattet.</a:t>
            </a:r>
            <a:endParaRPr/>
          </a:p>
        </p:txBody>
      </p:sp>
      <p:sp>
        <p:nvSpPr>
          <p:cNvPr id="974914400" name="Text Placeholder 8"/>
          <p:cNvSpPr>
            <a:spLocks noGrp="1"/>
          </p:cNvSpPr>
          <p:nvPr>
            <p:ph type="body" sz="quarter" idx="17"/>
          </p:nvPr>
        </p:nvSpPr>
        <p:spPr bwMode="auto">
          <a:xfrm>
            <a:off x="606438" y="3057532"/>
            <a:ext cx="10874360" cy="3316889"/>
          </a:xfrm>
        </p:spPr>
        <p:txBody>
          <a:bodyPr vertOverflow="overflow" horzOverflow="overflow" vert="horz" wrap="square" lIns="0" tIns="0" rIns="0" bIns="0" numCol="1" spcCol="0" rtlCol="0" fromWordArt="0" anchor="t" anchorCtr="0" forceAA="0" compatLnSpc="0">
            <a:normAutofit/>
          </a:bodyPr>
          <a:lstStyle/>
          <a:p>
            <a:pPr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Prüft euer Restbudget</a:t>
            </a:r>
            <a:r>
              <a:rPr lang="de-DE" sz="2400"/>
              <a:t>.</a:t>
            </a: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Restbudget &lt; 0 € → KZ −15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0–25.000 € → KZ ±0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25.001–50.000 € → KZ +5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50.001–75.000 € → KZ +10</a:t>
            </a:r>
            <a:endParaRPr lang="de-DE" sz="2400" b="0" i="0" u="none" strike="noStrike" cap="none" spc="0">
              <a:solidFill>
                <a:schemeClr val="tx1"/>
              </a:solidFill>
              <a:latin typeface="Segoe UI"/>
              <a:cs typeface="Segoe UI"/>
            </a:endParaRPr>
          </a:p>
          <a:p>
            <a:pPr marL="349965" indent="-349965">
              <a:spcAft>
                <a:spcPts val="0"/>
              </a:spcAft>
              <a:buClr>
                <a:schemeClr val="accent1"/>
              </a:buClr>
              <a:buFont typeface="Arial"/>
              <a:buChar char="•"/>
              <a:defRPr/>
            </a:pPr>
            <a:r>
              <a:rPr lang="de-DE" sz="2400" b="0" i="0" u="none" strike="noStrike" cap="none" spc="0">
                <a:solidFill>
                  <a:schemeClr val="tx1"/>
                </a:solidFill>
                <a:latin typeface="Segoe UI"/>
                <a:ea typeface="Segoe UI"/>
                <a:cs typeface="Segoe UI"/>
              </a:rPr>
              <a:t>≥ 75.001 € → KZ +15</a:t>
            </a:r>
            <a:endParaRPr lang="en-US" sz="2400"/>
          </a:p>
        </p:txBody>
      </p:sp>
      <p:sp>
        <p:nvSpPr>
          <p:cNvPr id="61981967" name="Rechteck 12"/>
          <p:cNvSpPr/>
          <p:nvPr/>
        </p:nvSpPr>
        <p:spPr bwMode="gray">
          <a:xfrm>
            <a:off x="407986" y="1060449"/>
            <a:ext cx="11441112" cy="5313972"/>
          </a:xfrm>
          <a:prstGeom prst="roundRect">
            <a:avLst>
              <a:gd name="adj" fmla="val 6675"/>
            </a:avLst>
          </a:prstGeom>
          <a:noFill/>
          <a:ln w="9525" cap="flat" cmpd="sng" algn="ctr">
            <a:solidFill>
              <a:schemeClr val="accent2">
                <a:lumMod val="100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defRPr/>
            </a:pPr>
            <a:endParaRPr lang="en-US" sz="1400" b="1">
              <a:solidFill>
                <a:schemeClr val="bg1"/>
              </a:solidFill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A964F171-3375-9E40-A479-8A93676B9BEB}"/>
              </a:ext>
            </a:extLst>
          </p:cNvPr>
          <p:cNvSpPr/>
          <p:nvPr/>
        </p:nvSpPr>
        <p:spPr bwMode="auto">
          <a:xfrm>
            <a:off x="8693063" y="373937"/>
            <a:ext cx="1127342" cy="45410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HP">
  <a:themeElements>
    <a:clrScheme name="MHP colors">
      <a:dk1>
        <a:srgbClr val="262626"/>
      </a:dk1>
      <a:lt1>
        <a:srgbClr val="FFFFFF"/>
      </a:lt1>
      <a:dk2>
        <a:srgbClr val="575757"/>
      </a:dk2>
      <a:lt2>
        <a:srgbClr val="B0B0B0"/>
      </a:lt2>
      <a:accent1>
        <a:srgbClr val="000099"/>
      </a:accent1>
      <a:accent2>
        <a:srgbClr val="1612FF"/>
      </a:accent2>
      <a:accent3>
        <a:srgbClr val="CDD6FF"/>
      </a:accent3>
      <a:accent4>
        <a:srgbClr val="DDEF03"/>
      </a:accent4>
      <a:accent5>
        <a:srgbClr val="00CC67"/>
      </a:accent5>
      <a:accent6>
        <a:srgbClr val="575757"/>
      </a:accent6>
      <a:hlink>
        <a:srgbClr val="262626"/>
      </a:hlink>
      <a:folHlink>
        <a:srgbClr val="262626"/>
      </a:folHlink>
    </a:clrScheme>
    <a:fontScheme name="MHP fonts">
      <a:majorFont>
        <a:latin typeface="Segoe UI"/>
        <a:ea typeface="Arial"/>
        <a:cs typeface="Arial"/>
      </a:majorFont>
      <a:minorFont>
        <a:latin typeface="Segoe U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ln>
          <a:noFill/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prstGeom prst="rect">
          <a:avLst/>
        </a:prstGeom>
        <a:noFill/>
        <a:ln w="12700">
          <a:solidFill>
            <a:schemeClr val="tx2"/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 bwMode="auto">
        <a:prstGeom prst="rect">
          <a:avLst/>
        </a:prstGeom>
        <a:noFill/>
      </a:spPr>
      <a:bodyPr/>
      <a:lstStyle/>
    </a:tx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CAD236A75FEEE4D89C8DDCC17F2BFE1" ma:contentTypeVersion="18" ma:contentTypeDescription="Ein neues Dokument erstellen." ma:contentTypeScope="" ma:versionID="48aa947759bd3233cc2444d26638261d">
  <xsd:schema xmlns:xsd="http://www.w3.org/2001/XMLSchema" xmlns:xs="http://www.w3.org/2001/XMLSchema" xmlns:p="http://schemas.microsoft.com/office/2006/metadata/properties" xmlns:ns2="09f2d918-0e3a-466c-9f38-aa4613b31858" xmlns:ns3="49fdd0f7-b5e6-4db2-af4b-ed23e4d5c043" targetNamespace="http://schemas.microsoft.com/office/2006/metadata/properties" ma:root="true" ma:fieldsID="3e2c4945535a62c5b3257ee1736a203e" ns2:_="" ns3:_="">
    <xsd:import namespace="09f2d918-0e3a-466c-9f38-aa4613b31858"/>
    <xsd:import namespace="49fdd0f7-b5e6-4db2-af4b-ed23e4d5c043"/>
    <xsd:element name="properties">
      <xsd:complexType>
        <xsd:sequence>
          <xsd:element name="documentManagement">
            <xsd:complexType>
              <xsd:all>
                <xsd:element ref="ns2:Kontaktname" minOccurs="0"/>
                <xsd:element ref="ns2:AuftragsID" minOccurs="0"/>
                <xsd:element ref="ns2:RefNr" minOccurs="0"/>
                <xsd:element ref="ns2:Kontakt_x0020_E-Mail" minOccurs="0"/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_x00c4_nderungsdatum" minOccurs="0"/>
                <xsd:element ref="ns2:Datum" minOccurs="0"/>
                <xsd:element ref="ns2:MediaServiceLocation" minOccurs="0"/>
                <xsd:element ref="ns2:FileServer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f2d918-0e3a-466c-9f38-aa4613b31858" elementFormDefault="qualified">
    <xsd:import namespace="http://schemas.microsoft.com/office/2006/documentManagement/types"/>
    <xsd:import namespace="http://schemas.microsoft.com/office/infopath/2007/PartnerControls"/>
    <xsd:element name="Kontaktname" ma:index="8" nillable="true" ma:displayName="Kontaktname" ma:default="" ma:internalName="Kontaktname" ma:readOnly="false">
      <xsd:simpleType>
        <xsd:restriction base="dms:Text">
          <xsd:maxLength value="255"/>
        </xsd:restriction>
      </xsd:simpleType>
    </xsd:element>
    <xsd:element name="AuftragsID" ma:index="9" nillable="true" ma:displayName="AuftragsID" ma:default="" ma:internalName="AuftragsID" ma:readOnly="false">
      <xsd:simpleType>
        <xsd:restriction base="dms:Text">
          <xsd:maxLength value="255"/>
        </xsd:restriction>
      </xsd:simpleType>
    </xsd:element>
    <xsd:element name="RefNr" ma:index="10" nillable="true" ma:displayName="RefNr" ma:format="Dropdown" ma:internalName="RefNr" ma:percentage="FALSE">
      <xsd:simpleType>
        <xsd:restriction base="dms:Number"/>
      </xsd:simpleType>
    </xsd:element>
    <xsd:element name="Kontakt_x0020_E-Mail" ma:index="11" nillable="true" ma:displayName="Kontakt E-Mail" ma:default="" ma:internalName="Kontakt_x0020_E_x002d_Mail">
      <xsd:simpleType>
        <xsd:restriction base="dms:Text">
          <xsd:maxLength value="255"/>
        </xsd:restriction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Bildmarkierungen" ma:readOnly="false" ma:fieldId="{5cf76f15-5ced-4ddc-b409-7134ff3c332f}" ma:taxonomyMulti="true" ma:sspId="528c2ea2-57a0-4bd9-92b2-10031419a8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x00c4_nderungsdatum" ma:index="26" nillable="true" ma:displayName="Änderungsdatum" ma:format="DateTime" ma:internalName="_x00c4_nderungsdatum">
      <xsd:simpleType>
        <xsd:restriction base="dms:DateTime"/>
      </xsd:simpleType>
    </xsd:element>
    <xsd:element name="Datum" ma:index="27" nillable="true" ma:displayName="Datum" ma:format="DateTime" ma:internalName="Datum">
      <xsd:simpleType>
        <xsd:restriction base="dms:DateTime"/>
      </xsd:simpleType>
    </xsd:element>
    <xsd:element name="MediaServiceLocation" ma:index="28" nillable="true" ma:displayName="Location" ma:description="" ma:indexed="true" ma:internalName="MediaServiceLocation" ma:readOnly="true">
      <xsd:simpleType>
        <xsd:restriction base="dms:Text"/>
      </xsd:simpleType>
    </xsd:element>
    <xsd:element name="FileServerLink" ma:index="29" nillable="true" ma:displayName="FileServerLink" ma:format="Dropdown" ma:internalName="FileServerLink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fdd0f7-b5e6-4db2-af4b-ed23e4d5c043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e8d51961-0080-464c-bfa8-a9a50a62e845}" ma:internalName="TaxCatchAll" ma:showField="CatchAllData" ma:web="49fdd0f7-b5e6-4db2-af4b-ed23e4d5c04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This value indicates the number of saves or revisions. The application is responsible for updating this value after each revision.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6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9f2d918-0e3a-466c-9f38-aa4613b31858">
      <Terms xmlns="http://schemas.microsoft.com/office/infopath/2007/PartnerControls"/>
    </lcf76f155ced4ddcb4097134ff3c332f>
    <RefNr xmlns="09f2d918-0e3a-466c-9f38-aa4613b31858">81646</RefNr>
    <Kontakt_x0020_E-Mail xmlns="09f2d918-0e3a-466c-9f38-aa4613b31858">lennart.brouwer@mhp.com</Kontakt_x0020_E-Mail>
    <_x00c4_nderungsdatum xmlns="09f2d918-0e3a-466c-9f38-aa4613b31858" xsi:nil="true"/>
    <Kontaktname xmlns="09f2d918-0e3a-466c-9f38-aa4613b31858">Lennart Brouwer</Kontaktname>
    <TaxCatchAll xmlns="49fdd0f7-b5e6-4db2-af4b-ed23e4d5c043" xsi:nil="true"/>
    <AuftragsID xmlns="09f2d918-0e3a-466c-9f38-aa4613b31858">9f13ceb6-de91-ef11-8a69-7c1e5276c1c0</AuftragsID>
    <Datum xmlns="09f2d918-0e3a-466c-9f38-aa4613b31858" xsi:nil="true"/>
    <FileServerLink xmlns="09f2d918-0e3a-466c-9f38-aa4613b31858" xsi:nil="true"/>
  </documentManagement>
</p:properties>
</file>

<file path=customXml/itemProps1.xml><?xml version="1.0" encoding="utf-8"?>
<ds:datastoreItem xmlns:ds="http://schemas.openxmlformats.org/officeDocument/2006/customXml" ds:itemID="{CA9CEE26-62B3-4470-8830-97A56F89C059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8915BD6A-166C-4698-BC7C-77F6986BB76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BB501E-27C9-4499-ACE1-B77D2856412E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customXml/itemProps4.xml><?xml version="1.0" encoding="utf-8"?>
<ds:datastoreItem xmlns:ds="http://schemas.openxmlformats.org/officeDocument/2006/customXml" ds:itemID="{5A061F94-4128-47BD-90F6-7EFFDB5FA1A3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55C1A7EB-4364-47D3-B9D6-555726D4731C}">
  <ds:schemaRefs>
    <ds:schemaRef ds:uri="09f2d918-0e3a-466c-9f38-aa4613b31858"/>
    <ds:schemaRef ds:uri="49fdd0f7-b5e6-4db2-af4b-ed23e4d5c04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  <ds:schemaRef ds:uri="http://www.w3.org/2001/XMLSchema-instance"/>
  </ds:schemaRefs>
</ds:datastoreItem>
</file>

<file path=customXml/itemProps6.xml><?xml version="1.0" encoding="utf-8"?>
<ds:datastoreItem xmlns:ds="http://schemas.openxmlformats.org/officeDocument/2006/customXml" ds:itemID="{715EBF37-D4D1-4A09-9249-ABC3DCF6B676}">
  <ds:schemaRefs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49fdd0f7-b5e6-4db2-af4b-ed23e4d5c043"/>
    <ds:schemaRef ds:uri="09f2d918-0e3a-466c-9f38-aa4613b31858"/>
    <ds:schemaRef ds:uri="http://www.w3.org/2001/XMLSchema-instan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643</Words>
  <Application>Microsoft Office PowerPoint</Application>
  <PresentationFormat>Breitbild</PresentationFormat>
  <Paragraphs>79</Paragraphs>
  <Slides>9</Slides>
  <Notes>9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7" baseType="lpstr">
      <vt:lpstr>League Spartan</vt:lpstr>
      <vt:lpstr>Aptos</vt:lpstr>
      <vt:lpstr>Arial</vt:lpstr>
      <vt:lpstr>Segoe UI</vt:lpstr>
      <vt:lpstr>Symbol</vt:lpstr>
      <vt:lpstr>Wingdings</vt:lpstr>
      <vt:lpstr>MHP</vt:lpstr>
      <vt:lpstr>oleObj</vt:lpstr>
      <vt:lpstr>Backup &amp; Recovery</vt:lpstr>
      <vt:lpstr>Kurswechsel</vt:lpstr>
      <vt:lpstr>operative Unterstützung</vt:lpstr>
      <vt:lpstr>Sparprogramm</vt:lpstr>
      <vt:lpstr>OEM-Audit</vt:lpstr>
      <vt:lpstr>Kritische Schwachstelle im System</vt:lpstr>
      <vt:lpstr>Exzellenz-Bonus</vt:lpstr>
      <vt:lpstr>Nervige Authentifizierung</vt:lpstr>
      <vt:lpstr>Budget 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Platzhaltertitel</dc:title>
  <dc:creator>Sophia Rybing | i-pointing</dc:creator>
  <cp:lastModifiedBy>Claudio Stanullo</cp:lastModifiedBy>
  <cp:revision>11</cp:revision>
  <dcterms:created xsi:type="dcterms:W3CDTF">2024-05-08T11:14:55Z</dcterms:created>
  <dcterms:modified xsi:type="dcterms:W3CDTF">2026-07-06T09:45:07Z</dcterms:modified>
</cp:coreProperties>
</file>