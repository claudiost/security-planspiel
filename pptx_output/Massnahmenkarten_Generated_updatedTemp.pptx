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</p:sldMasterIdLst>
  <p:notesMasterIdLst>
    <p:notesMasterId r:id="rId6"/>
  </p:notesMasterIdLst>
  <p:handoutMasterIdLst>
    <p:handoutMasterId r:id="rId7"/>
  </p:handoutMasterIdLst>
  <p:sldIdLst>
    <p:sldId id="418" r:id="rId5"/>
  </p:sldIdLst>
  <p:sldSz cx="12192000" cy="6858000"/>
  <p:notesSz cx="6858000" cy="9144000"/>
  <p:custDataLst>
    <p:tags r:id="rId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" id="{C607ED75-9B02-4393-99C3-F1289E5E11B6}">
          <p14:sldIdLst/>
        </p14:section>
        <p14:section name="Table of Contents" id="{80AA37D9-5FE2-E241-822A-E14F356F3402}">
          <p14:sldIdLst/>
        </p14:section>
        <p14:section name="Guidelines" id="{3004A71A-ECA1-4DF5-BA89-8B29C12D940B}">
          <p14:sldIdLst/>
        </p14:section>
        <p14:section name="Slide Library" id="{2A5B8BE1-3ADD-AF46-B02C-71E8CFD3A444}">
          <p14:sldIdLst>
            <p14:sldId id="418"/>
          </p14:sldIdLst>
        </p14:section>
        <p14:section name="Icons Library" id="{7C84FEDE-7B9E-294B-A291-BD48A5F4E8E4}">
          <p14:sldIdLst/>
        </p14:section>
        <p14:section name="Maps Library" id="{615F157A-7853-A141-B32B-F2750D1E857F}">
          <p14:sldIdLst/>
        </p14:section>
        <p14:section name="Flags Library" id="{F35A8482-B146-7C4E-B0E9-FCE4765CBCAB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3E4D02-AB90-9BBF-5EFF-D32E969224AD}" name="Alexandra Caluseri" initials="AC" userId="S::alexandra.caluseri@mhp.com::ad5dd261-3a4e-469e-ac6b-691c7f696dc7" providerId="AD"/>
  <p188:author id="{EEC27003-A16B-478E-6937-3ACCC63195E2}" name="Sophia Rybing | i-pointing" initials="SR" userId="S::sophia.rybing@i-pointing.de::684fd05d-6aec-4bfc-a972-e30661d28a6b" providerId="AD"/>
  <p188:author id="{9CD0D913-EBA1-2697-BF27-42C9045AB20F}" name="Roxana-Aniela Oroian" initials="RO" userId="S::roxana-aniela.oroian@mhp.com::64fc5bb4-7223-4a1a-a9a4-8677cb341afd" providerId="AD"/>
  <p188:author id="{16024027-DE90-B643-A5AB-981C457C49CE}" name="Lennart Brouwer" initials="" userId="S::lennart.brouwer@mhp.com::d27dd6d1-bc5d-47e9-a589-6145e0c37199" providerId="AD"/>
  <p188:author id="{814D794E-E7B5-3AD6-159C-5E5AB476F9CB}" name="Andreea Lapuste" initials="AL" userId="S::andreea.lapuste@mhp.com::0ff6f271-2684-43fc-8ddc-9feb67db32a1" providerId="AD"/>
  <p188:author id="{B5735751-ECA2-FFCF-E825-45EBFA9FF1F1}" name="Nina Bauermann | i-pointing" initials="NB" userId="S::Nina.Bauermann@i-pointing.de::ea9b2913-e845-4eeb-a112-7187b6c4b448" providerId="AD"/>
  <p188:author id="{6BF52E52-6CEE-EDBB-300A-3BF6A29DC9A4}" name="Guest User" initials="GU" userId="S::urn:spo:anon#60fdd5421a9e105bd1d5e418a08a3ff40636ed9aeb9ec006da57b78e5833957a::" providerId="AD"/>
  <p188:author id="{0F6D3E57-D49F-0515-5126-05A1DFFC49B3}" name="roxana-aniela.oroian@mhp.com" initials="ro" userId="S::urn:spo:guest#roxana-aniela.oroian@mhp.com::" providerId="AD"/>
  <p188:author id="{CF956963-B8A1-6385-7137-0782CF06A58B}" name="Patrycja Soltysiak" initials="PS" userId="S::Patrycja.Soltysiak@i-pointing.de::b00dd03d-f5c9-4929-987d-3f948262db60" providerId="AD"/>
  <p188:author id="{DB7DBFBE-A3C2-189F-9C83-7512BF420A61}" name="andreea.lapuste@mhp.com" initials="an" userId="S::urn:spo:guest#andreea.lapuste@mhp.com::" providerId="AD"/>
  <p188:author id="{46BBECEC-2AF5-7AAF-666A-2CF1AA6C60A2}" name="Andreea Lapuste" initials="AL" userId="S::net.andreea.lapuste@mhp.com::0ff6f271-2684-43fc-8ddc-9feb67db32a1" providerId="AD"/>
  <p188:author id="{0F5E8DEE-DC95-EB92-8B53-D347D73635FE}" name="Giulia-Lavinia Jean" initials="GJ" userId="S::giulia-lavinia.jean@mhp.com::5a5624c6-683e-461a-b219-9ada4575c4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3A43FF"/>
    <a:srgbClr val="EBEFFF"/>
    <a:srgbClr val="A5B202"/>
    <a:srgbClr val="FF3399"/>
    <a:srgbClr val="FFFFFF"/>
    <a:srgbClr val="00CC67"/>
    <a:srgbClr val="DDEF03"/>
    <a:srgbClr val="CDD6FF"/>
    <a:srgbClr val="F0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3D4D8-66B4-1843-BBCD-252BCFBB90B5}" v="3" dt="2025-09-09T10:27:37.276"/>
    <p1510:client id="{C6062A33-DC75-E04B-91F5-6B00FBB612A6}" v="1" dt="2025-09-09T10:39:32.980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39"/>
    <p:restoredTop sz="94654"/>
  </p:normalViewPr>
  <p:slideViewPr>
    <p:cSldViewPr snapToGrid="0">
      <p:cViewPr varScale="1">
        <p:scale>
          <a:sx n="150" d="100"/>
          <a:sy n="150" d="100"/>
        </p:scale>
        <p:origin x="12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8F548F-0723-1361-F9F0-550EFB6AC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24B7C-CC19-A67D-ADCE-B842FEBFB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04417-BBC1-4518-9A0D-FF86BA202DD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C7F2F-DC13-418E-8649-8BF84B4B2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AEA43-998C-3818-2C0F-F8DE57AADB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A6BC3-664A-45E6-8F44-E085579B22A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6186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AC601-79EC-4230-922D-8A80BCD7E733}" type="datetimeFigureOut">
              <a:rPr lang="en-CA" smtClean="0"/>
              <a:t>2026-01-26</a:t>
            </a:fld>
            <a:endParaRPr lang="en-CA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FB33-408D-4E42-9983-6C93B3CEFE46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035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83239-524C-C558-BB5C-C2E930D80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D621-D1CB-4432-8541-92538C480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44E8C-9E45-7B29-178A-82CD9828F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75EE1-5217-C0A8-C96E-21D0D38CC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5237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impl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1381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89804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832960-CDA8-823E-15E4-30E3BD2CA0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87F373-6A36-D830-BBFF-5BC526A72A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5A053A31-D315-58B6-B194-6EB692BB6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5051482" y="1484313"/>
            <a:ext cx="2089038" cy="833340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D413C6D-6242-0EAD-D568-DB553BE6770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4C4E3A-FC09-B574-0BCB-8066B3FB15D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2A0E1A-0EDB-C5B6-51E5-981BE11E54D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D59E1A-C8BD-5041-74B6-A05F634BC1F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E8D5896-4B70-893D-3B15-5601B41E480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9957FCD-EC82-D997-5FFA-274C5B51778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F2BA7CA-8188-4C52-205A-517F7A0B59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2071794-20EE-C045-2A71-9F31668CC6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C5A9BDA-F69F-A6BF-304B-946744AA58C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1187800-CC88-6119-E2DC-27262530FA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68F0935-D1E6-73A0-E7E0-CDA4E203A3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AB34E3A-6F8B-6B73-A9F4-B709329E7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37720B8-12CD-7A0E-256D-AB460801A6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BD0AA43-F83D-2F87-DF93-66F9CA13A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DE2DD95-01C4-A0F1-43F1-109DD73126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4E9D878-2B64-25B1-B41D-F66E2F63D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ABB3D9-464F-F735-DEA5-ABC0120F00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A573133-EF96-8589-2BF1-088B104406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8CEEF2-882B-E3EE-8FD3-7DE0BC8430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DC81826-9A4C-FD0D-FDAE-A8C0602A00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8FB929-8D8E-76C5-A881-E20BD54A39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48A6352-713F-0A02-F433-13D25B61D1B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9493CB0-4949-B334-F0C6-753F98F2C3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57DD1241-2A1B-F420-A921-54F65AB261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183448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Client Logo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0791681C-A270-31D1-136C-A834B9040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black">
          <a:xfrm>
            <a:off x="6678254" y="1489175"/>
            <a:ext cx="1750997" cy="698495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0C7EB7FE-9E26-6D38-4EF4-8D05F0B161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1B1149-6FFC-3C39-741A-D65A146D012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B5A6BB-4A9C-4F0C-B52E-2CBFA5ECD26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A1EB3F81-091B-00E3-1856-B1BA2DCEA4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D666F36-23AE-A6A5-CAB9-342D2630DB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96F0A04-E2E3-B3EC-B00A-F36880FEB7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4C81523-CD38-AEA9-43CE-DE09A4ED5A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218DF69-828F-3E45-7EE4-2A9CC2B4C2D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093CED59-BA48-4657-D2B5-E016DB8229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6A57279-FA69-ABA2-F8DF-B603C3090A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2CDF7285-422F-47FB-3220-AB28034092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B4836D42-D0EF-B8EE-579A-26416908E5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2A93973F-41B4-C487-0EF4-61721F56AB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10F19E0-AA4C-C957-0739-BD4BF16438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0082C831-8EC3-6575-2CC2-C2F0BEBEC15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E0F5E51-A2F6-4344-ADDD-6095C04994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5E05BD9-24C2-2339-2B1B-1BC8E072EE5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FCFBD939-A61B-B1BE-B4C5-EFEBF0EB4C1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65C71E6A-03AD-58B4-9B90-E303BA8F1F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67D425F8-DBC1-EFD2-E35C-F3FBC8AE65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DC58C6BA-5788-C418-9536-95411D30FC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947CF438-BACC-8F13-E01F-7FEA975452A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8C2FCA06-BB7D-74FD-8CB0-6EA1B01BBE3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3AB0A9DC-4EF4-A5A7-DA22-B7FA91C15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0471" y="1484313"/>
            <a:ext cx="1943100" cy="698400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Dedicated placeholder for client logo</a:t>
            </a:r>
          </a:p>
        </p:txBody>
      </p:sp>
      <p:sp>
        <p:nvSpPr>
          <p:cNvPr id="46" name="Titel 1">
            <a:extLst>
              <a:ext uri="{FF2B5EF4-FFF2-40B4-BE49-F238E27FC236}">
                <a16:creationId xmlns:a16="http://schemas.microsoft.com/office/drawing/2014/main" id="{97037FA9-A734-926E-B263-6D500190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47" name="Untertitel 2">
            <a:extLst>
              <a:ext uri="{FF2B5EF4-FFF2-40B4-BE49-F238E27FC236}">
                <a16:creationId xmlns:a16="http://schemas.microsoft.com/office/drawing/2014/main" id="{A212A3AF-326B-C975-D514-7789D0AA0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sp>
        <p:nvSpPr>
          <p:cNvPr id="4" name="Textplatzhalter 42">
            <a:extLst>
              <a:ext uri="{FF2B5EF4-FFF2-40B4-BE49-F238E27FC236}">
                <a16:creationId xmlns:a16="http://schemas.microsoft.com/office/drawing/2014/main" id="{B7BFD85D-A783-6A68-4945-DE451438C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4074881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2 line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43">
            <a:extLst>
              <a:ext uri="{FF2B5EF4-FFF2-40B4-BE49-F238E27FC236}">
                <a16:creationId xmlns:a16="http://schemas.microsoft.com/office/drawing/2014/main" id="{935F2909-85BE-5E77-269D-0FF47A794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9625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8" name="Textplatzhalter 82">
            <a:extLst>
              <a:ext uri="{FF2B5EF4-FFF2-40B4-BE49-F238E27FC236}">
                <a16:creationId xmlns:a16="http://schemas.microsoft.com/office/drawing/2014/main" id="{22028DD5-9808-39F2-70BD-D34E582352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20" name="Textplatzhalter 82">
            <a:extLst>
              <a:ext uri="{FF2B5EF4-FFF2-40B4-BE49-F238E27FC236}">
                <a16:creationId xmlns:a16="http://schemas.microsoft.com/office/drawing/2014/main" id="{F8B14F74-6C57-346D-F472-D8E5D600FF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21451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78836DFB-B4D6-B9C1-CEAA-37605EEA5FD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1451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9" name="Textplatzhalter 82">
            <a:extLst>
              <a:ext uri="{FF2B5EF4-FFF2-40B4-BE49-F238E27FC236}">
                <a16:creationId xmlns:a16="http://schemas.microsoft.com/office/drawing/2014/main" id="{298406EA-020A-99C9-2F7B-A69145A9724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22" name="Textplatzhalter 82">
            <a:extLst>
              <a:ext uri="{FF2B5EF4-FFF2-40B4-BE49-F238E27FC236}">
                <a16:creationId xmlns:a16="http://schemas.microsoft.com/office/drawing/2014/main" id="{CCBF9747-F5AB-F3FB-C71B-129A2F3A94B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21451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23" name="Textplatzhalter 82">
            <a:extLst>
              <a:ext uri="{FF2B5EF4-FFF2-40B4-BE49-F238E27FC236}">
                <a16:creationId xmlns:a16="http://schemas.microsoft.com/office/drawing/2014/main" id="{158942FA-3055-FB58-988A-B53D9D33A7F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21451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0" name="Textplatzhalter 82">
            <a:extLst>
              <a:ext uri="{FF2B5EF4-FFF2-40B4-BE49-F238E27FC236}">
                <a16:creationId xmlns:a16="http://schemas.microsoft.com/office/drawing/2014/main" id="{EE110A93-39A1-1EDC-7A3B-586BA6FFCB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24" name="Textplatzhalter 82">
            <a:extLst>
              <a:ext uri="{FF2B5EF4-FFF2-40B4-BE49-F238E27FC236}">
                <a16:creationId xmlns:a16="http://schemas.microsoft.com/office/drawing/2014/main" id="{A3CF7C4C-2D06-834B-0097-E50437FBA1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1451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25" name="Textplatzhalter 82">
            <a:extLst>
              <a:ext uri="{FF2B5EF4-FFF2-40B4-BE49-F238E27FC236}">
                <a16:creationId xmlns:a16="http://schemas.microsoft.com/office/drawing/2014/main" id="{278693DD-F787-733E-5D35-7AABA7DCA7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21451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1" name="Textplatzhalter 82">
            <a:extLst>
              <a:ext uri="{FF2B5EF4-FFF2-40B4-BE49-F238E27FC236}">
                <a16:creationId xmlns:a16="http://schemas.microsoft.com/office/drawing/2014/main" id="{BC10C928-3B0D-BE5F-BC7B-3A798FEE7FC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6" name="Textplatzhalter 82">
            <a:extLst>
              <a:ext uri="{FF2B5EF4-FFF2-40B4-BE49-F238E27FC236}">
                <a16:creationId xmlns:a16="http://schemas.microsoft.com/office/drawing/2014/main" id="{7A8A61C0-834B-A46E-EFDB-B74DF2249F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21451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27" name="Textplatzhalter 82">
            <a:extLst>
              <a:ext uri="{FF2B5EF4-FFF2-40B4-BE49-F238E27FC236}">
                <a16:creationId xmlns:a16="http://schemas.microsoft.com/office/drawing/2014/main" id="{8BE5AC7C-2B17-31FD-5B69-480959E9592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21451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11923B8F-1A6C-A061-D257-A30202B3892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8F61DB63-4293-941D-9868-E8DB095758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4015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5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D21BFD28-0246-1174-12E7-0462C5E26BA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544015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8" name="Textplatzhalter 82">
            <a:extLst>
              <a:ext uri="{FF2B5EF4-FFF2-40B4-BE49-F238E27FC236}">
                <a16:creationId xmlns:a16="http://schemas.microsoft.com/office/drawing/2014/main" id="{53B4E863-0A53-060A-9D5D-C351DCC8C70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11" name="Textplatzhalter 82">
            <a:extLst>
              <a:ext uri="{FF2B5EF4-FFF2-40B4-BE49-F238E27FC236}">
                <a16:creationId xmlns:a16="http://schemas.microsoft.com/office/drawing/2014/main" id="{032842A2-E475-A241-1893-1BE40833D54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544015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6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04B2A651-E850-C9F2-383C-0CAE242A0C2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544015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BA5F0E68-8370-DD0F-1DB9-FF6FD38C0E5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901A478B-77C0-167C-92D6-3DD9E29D76F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544015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7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1D179949-4979-7CC1-C510-BE1B49D7D40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544015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E6375F3F-F1FE-A9CA-7486-8680244279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48BD02CA-B8AE-7A96-6D52-CFFF41E5FB3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544015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8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8DB559E8-6705-CBF4-55C0-6A6486028E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544015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262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43">
            <a:extLst>
              <a:ext uri="{FF2B5EF4-FFF2-40B4-BE49-F238E27FC236}">
                <a16:creationId xmlns:a16="http://schemas.microsoft.com/office/drawing/2014/main" id="{B7BB48FE-BBB3-7678-665E-CB658723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8" name="Textplatzhalter 82">
            <a:extLst>
              <a:ext uri="{FF2B5EF4-FFF2-40B4-BE49-F238E27FC236}">
                <a16:creationId xmlns:a16="http://schemas.microsoft.com/office/drawing/2014/main" id="{6C169C98-562C-BE4A-D914-3DBD651F62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A97F140C-BFE8-963B-D19E-1EFD85B099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1451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3AF97E2C-0C21-B3E3-CBCF-8BCB7DCBCF0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205C866F-DD78-4586-9BC6-8FFF566CFA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1451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C3991D1F-6706-8532-4483-4C4E11B48C9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C4A254AA-CF8F-1BE8-1407-8542795AD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1451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76AFC6C0-5369-D2B2-49E0-BCCFE580441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BAD9667-9CFE-1A27-BEC6-CECC733A4B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1451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53264C9A-91D5-95C9-318C-CBFFB4D2996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59" name="Textplatzhalter 82">
            <a:extLst>
              <a:ext uri="{FF2B5EF4-FFF2-40B4-BE49-F238E27FC236}">
                <a16:creationId xmlns:a16="http://schemas.microsoft.com/office/drawing/2014/main" id="{2DF00482-BFD1-5AA4-69CE-F92494809A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44013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6E29A329-596D-CFC1-6E9D-F4157DBD627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65" name="Textplatzhalter 82">
            <a:extLst>
              <a:ext uri="{FF2B5EF4-FFF2-40B4-BE49-F238E27FC236}">
                <a16:creationId xmlns:a16="http://schemas.microsoft.com/office/drawing/2014/main" id="{FB2B30A6-A551-2225-6488-47598A8226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44013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34D4295A-2E02-F26A-B8E5-F5C8A74A985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67" name="Textplatzhalter 82">
            <a:extLst>
              <a:ext uri="{FF2B5EF4-FFF2-40B4-BE49-F238E27FC236}">
                <a16:creationId xmlns:a16="http://schemas.microsoft.com/office/drawing/2014/main" id="{70CF5577-6A0E-ACB5-FA18-BBB0D69282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44013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38AC0C47-F256-BAA5-0CF3-CF7601F68F8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69" name="Textplatzhalter 82">
            <a:extLst>
              <a:ext uri="{FF2B5EF4-FFF2-40B4-BE49-F238E27FC236}">
                <a16:creationId xmlns:a16="http://schemas.microsoft.com/office/drawing/2014/main" id="{BCFC2250-FCD1-4E95-AFA5-42B1E071F7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44013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7519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2 lines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1" name="Textplatzhalter 82">
            <a:extLst>
              <a:ext uri="{FF2B5EF4-FFF2-40B4-BE49-F238E27FC236}">
                <a16:creationId xmlns:a16="http://schemas.microsoft.com/office/drawing/2014/main" id="{BE53B255-9784-6976-A89D-292B3101F4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591136"/>
            <a:ext cx="6401434" cy="27699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6" name="Textplatzhalter 82">
            <a:extLst>
              <a:ext uri="{FF2B5EF4-FFF2-40B4-BE49-F238E27FC236}">
                <a16:creationId xmlns:a16="http://schemas.microsoft.com/office/drawing/2014/main" id="{EF8223E1-9936-304C-4CB9-D510DBC0C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340" y="2938873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2" name="Textplatzhalter 82">
            <a:extLst>
              <a:ext uri="{FF2B5EF4-FFF2-40B4-BE49-F238E27FC236}">
                <a16:creationId xmlns:a16="http://schemas.microsoft.com/office/drawing/2014/main" id="{8877AF34-7067-7170-8749-70201B697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50D8EC94-3F63-4CD2-C31D-45A30FC7CC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572059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E45A2D58-EC62-9FE5-9CB3-3577802B84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3919796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3" name="Textplatzhalter 82">
            <a:extLst>
              <a:ext uri="{FF2B5EF4-FFF2-40B4-BE49-F238E27FC236}">
                <a16:creationId xmlns:a16="http://schemas.microsoft.com/office/drawing/2014/main" id="{2CCEEAD5-2398-3A79-4A0C-A6C51604E8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62E9F33-1FD5-E8E9-D9D2-89A8480FEF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87340" y="4552982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45" name="Textplatzhalter 82">
            <a:extLst>
              <a:ext uri="{FF2B5EF4-FFF2-40B4-BE49-F238E27FC236}">
                <a16:creationId xmlns:a16="http://schemas.microsoft.com/office/drawing/2014/main" id="{47206873-1CB3-D5C6-C11D-EFD6FFE160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87340" y="4900719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4" name="Textplatzhalter 82">
            <a:extLst>
              <a:ext uri="{FF2B5EF4-FFF2-40B4-BE49-F238E27FC236}">
                <a16:creationId xmlns:a16="http://schemas.microsoft.com/office/drawing/2014/main" id="{36E3DDE5-5444-9D85-7089-BE4CF0E6E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7" name="Textplatzhalter 82">
            <a:extLst>
              <a:ext uri="{FF2B5EF4-FFF2-40B4-BE49-F238E27FC236}">
                <a16:creationId xmlns:a16="http://schemas.microsoft.com/office/drawing/2014/main" id="{7BB4B8B0-3E4E-5B80-90D0-7555BC6C8E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87340" y="5533905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49" name="Textplatzhalter 82">
            <a:extLst>
              <a:ext uri="{FF2B5EF4-FFF2-40B4-BE49-F238E27FC236}">
                <a16:creationId xmlns:a16="http://schemas.microsoft.com/office/drawing/2014/main" id="{DD04D40F-8CFD-8FED-C714-CBBCEB94D8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87340" y="5881642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76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86" name="Textplatzhalter 82">
            <a:extLst>
              <a:ext uri="{FF2B5EF4-FFF2-40B4-BE49-F238E27FC236}">
                <a16:creationId xmlns:a16="http://schemas.microsoft.com/office/drawing/2014/main" id="{787E3241-82A8-6151-6002-00B9C4A3F6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661076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94" name="Textplatzhalter 82">
            <a:extLst>
              <a:ext uri="{FF2B5EF4-FFF2-40B4-BE49-F238E27FC236}">
                <a16:creationId xmlns:a16="http://schemas.microsoft.com/office/drawing/2014/main" id="{ECA94DBB-538B-92B7-7A4D-C9C002F7CC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B73FC471-5010-6E94-CBD7-6FCCFC202C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633805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96" name="Textplatzhalter 82">
            <a:extLst>
              <a:ext uri="{FF2B5EF4-FFF2-40B4-BE49-F238E27FC236}">
                <a16:creationId xmlns:a16="http://schemas.microsoft.com/office/drawing/2014/main" id="{42176A46-DB68-B860-E47A-6E4818597B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8516744C-7034-D554-D31D-33427B6FF1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4606534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98" name="Textplatzhalter 82">
            <a:extLst>
              <a:ext uri="{FF2B5EF4-FFF2-40B4-BE49-F238E27FC236}">
                <a16:creationId xmlns:a16="http://schemas.microsoft.com/office/drawing/2014/main" id="{3B1610DE-D48A-69B9-B63E-783B685A78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C8AE1010-44C7-DC2B-A0A8-92C461FAC6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87340" y="5579263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16374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&amp; im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681C405-DE08-DE98-A6D6-0EBBDF4F9C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06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&amp; imag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64398793-9CCF-65BC-B647-7335467C8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E2A26C6C-2BE8-B8B7-0271-3C89E7129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66BA37E6-2596-F15F-3BB1-1DDBDD8E10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649C6C5C-4558-B7A1-EA08-D3B77F14F1B8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A53579CB-02DB-406E-098D-7FAFFD6265E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2552C423-CA58-8260-D3DA-3CDCA798A2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06563947-0226-8A0D-FEAB-53A1F6FA12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B88821C5-14AA-6E34-3676-E11DEE3EB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867619AC-8F5F-D82B-AFBC-14150E95AD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01FB593-0F6F-F3F5-06D3-63DED8DEC8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AE545EF-5664-2085-AC8E-B3C2014DBB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115F5F1-6AC6-DB28-A6B0-94FFEFEEFE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232D2354-B8FB-D56C-EFD1-B5B6B8C6E1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1EBD56AD-850C-862C-F3B2-2B234AD115A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F85F3CC6-0427-D3B4-5080-81474122E79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FC3DA80-13EA-5294-1DFD-656096D9612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EB5586A6-FE3F-340F-8D97-34808CBEB0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74E24BA-802A-C75A-E05B-5F8DF21FE97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C1873FAC-D6C3-E03D-B6D7-FA2256DEF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593F78A4-C7B9-3AF9-F9B4-C64FF40F86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73CA9998-E622-2888-D878-7E7E12A87C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1687C6F-D24D-D5EF-AF1B-AADD7B707E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CF8C353F-8045-3DA0-34E1-ED91689B44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8452796D-492E-A581-B284-75D40C925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BD6B8539-489D-A866-CC83-0C59B63A53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89906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824A1AC-1D2D-B704-8766-CAFAC24AFE72}"/>
              </a:ext>
            </a:extLst>
          </p:cNvPr>
          <p:cNvGrpSpPr>
            <a:grpSpLocks/>
          </p:cNvGrpSpPr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1A6D7CF4-E51F-14F3-72A7-79FB2B863B35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063EB6B-D50A-23BA-AAA3-6061AEF15940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450DAD6-2626-0227-E840-EC186EFE644B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57" name="Textplatzhalter 7">
            <a:extLst>
              <a:ext uri="{FF2B5EF4-FFF2-40B4-BE49-F238E27FC236}">
                <a16:creationId xmlns:a16="http://schemas.microsoft.com/office/drawing/2014/main" id="{3B2E38A7-4B3C-A9D5-5118-B774492640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4040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imag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C8D19AB6-4E30-E846-4ADA-73417F541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F2C78A-F17F-D69F-DE65-3AAA5B985B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87595425-72BB-6467-CBAA-0E4D5B4F9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FF41A7C1-B4E6-E293-F6E1-B7039722361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390EC050-BC38-98A8-F380-7DA1762F56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7571E74-E8F0-142E-79C0-B3894C3D86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49526A01-918F-C967-AE05-063633B3F3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249F4816-53B1-9D3E-5B54-DD8AFF1F5E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5C94EA22-F7CA-03B2-78C5-C1D0E395EB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4945CF0D-0E6B-FD99-79A2-E5F9E764C8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EA40B853-111B-016E-D2BC-2D74504603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50F8BC85-9386-4C98-F25D-0C81B96E18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1C72DFA5-34E2-04C4-8A68-008663B1B2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6F640F1E-02AE-CA05-7A59-D1BD5CA204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8">
              <a:extLst>
                <a:ext uri="{FF2B5EF4-FFF2-40B4-BE49-F238E27FC236}">
                  <a16:creationId xmlns:a16="http://schemas.microsoft.com/office/drawing/2014/main" id="{27E57EE8-C21D-8233-3717-E313B2BBE3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C3248C9F-E3F5-4749-12E6-1D3980B98C3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5B3B8D41-491A-4742-43E8-127761AF0A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4671FA6B-FCEA-917D-E1F8-657E61BAC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9B1A39B2-893D-8EA2-B210-924E8F9F719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9EC34EC2-AC10-279B-5B2A-540F78C3F75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E6773A52-56F3-308C-DB75-2117F33358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9B20E507-D2CD-4B85-5373-51304547A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6592A82F-A22F-1610-BDB9-FBB435A721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E162A311-62A8-F041-C959-48C3298CE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8">
              <a:extLst>
                <a:ext uri="{FF2B5EF4-FFF2-40B4-BE49-F238E27FC236}">
                  <a16:creationId xmlns:a16="http://schemas.microsoft.com/office/drawing/2014/main" id="{12F1658C-9E86-1872-CE7E-0C729E7D02C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413830A0-E8F4-0717-089F-8AF0490329F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651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5507F064-BD39-4FE4-B9A2-7344DA85858F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2450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Content blue">
    <p:bg bwMode="auto"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07F064-BD39-4FE4-B9A2-7344DA85858F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3D7364D-EF57-DDDB-03C6-B961279C7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0" name="Gruppieren 14">
            <a:extLst>
              <a:ext uri="{FF2B5EF4-FFF2-40B4-BE49-F238E27FC236}">
                <a16:creationId xmlns:a16="http://schemas.microsoft.com/office/drawing/2014/main" id="{C09E1D46-46A5-3D54-C019-1C63E6C66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2FA0E3D7-083C-5A86-E1D4-A3CC49886A4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88421A0A-3E02-6EE0-0E74-C55C717D0F8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5D8BFC8E-2D61-ADAE-B788-75B469936DF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726D2CDF-E5F1-ACDA-EBD5-D00B741B98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2B0E86E7-CA94-596F-01BF-9D769FB33EF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9A5C195-1D50-165E-5C4D-F0B7018BDA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E3DA5DCA-40B0-0578-A7C0-F3F58106F68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B5CDFBB6-0167-AA88-8BE3-13CED893409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0C4A6E9B-74DB-E305-2605-D6E95DA617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CBF6EBE3-5056-A4E4-5E03-527D3498C9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BB6060D-2010-CEB7-F15B-3AB2A6079D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96BB1169-D283-9375-2569-63CC93DFE7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4D80081A-4145-B59C-BA42-D24924FDBD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0254C092-9AFD-83AB-CE41-0F53E02F5A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434E1F29-1E11-6A88-CEC5-4C5E914EA5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051E2526-4EF8-1999-B7F1-FBE64E412C9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31F73B9-BB0B-08FC-1071-86DBE89528D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BA9E7FAE-F16C-28CE-2F24-AEAC209DAF5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F6A27B1-C7CF-9384-C6E9-C4C639E11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2F1F720-F4B8-46F4-7C53-01BC9D5C77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2063B4AC-7FEB-1C83-9823-A8B310194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89CE564A-9B5F-9D40-6E23-7AF9A722AD1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01D54C5F-7A46-C805-282D-DFE07D8A3E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672909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390E1999-4726-4600-8B88-4A7F5C00CB35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0794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D844E581-8234-D94E-9F93-04E4CDDF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1E9B220-D7B8-FBBA-02F6-FDB0D7BBC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95AB0A1C-9628-7E43-A11A-89D7DDE0758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1F278A97-E83F-B840-CB43-5BDE07285B1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2779BD5-2117-6D4E-94D2-EFCA970C362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79F8543C-7777-9CE2-3CCA-9CE476E4F7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13ACF91D-0022-393C-9E23-D4AE78AE3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334FDFC-4F3D-8BFB-284F-7C0A4585734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83D8E13A-1372-B620-6DC9-D345BF1395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81DBF55-3F76-0F5D-8069-ADDB8F9F7BF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DE9FAA88-967B-3AD6-D32D-B9308E9AF9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0A32DBEB-6048-F95C-7B47-54213791FB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AEB26AC3-78E7-DF40-4B34-58409D24F2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77172D7-60F9-5D62-4771-5D606FF7A19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5A0B2F9-52DE-3655-96B6-9D7B22E559D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027D7F8-708C-9A9A-1DEC-8EB36C0522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C4A7AE66-891D-7CCB-2E8C-AC0DA3682F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E86A748D-A07F-9320-0559-09C2252BDC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93062AD5-1708-C2A9-1B18-45E877EECF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57D71934-A725-1ECC-F245-AE423CC23F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6B0E021-D000-1236-A575-A760B9B32C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0E690994-13B0-3077-B0D1-C90640DC2C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C7FCDEE5-C799-86E6-2F4C-DCE74526AA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F5F09C05-A3B1-4C26-E95D-15AC7D783B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7018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1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390E1999-4726-4600-8B88-4A7F5C00CB35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28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left blu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5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755762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898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3A99825E-7B6A-E0FD-2901-88FF3E63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95E7989-B8C9-8878-4FAA-ED720035DA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FD298B1C-A085-7174-B5E3-9D42111FD3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B87B0C27-82AA-5941-9BE5-0B771C65D3F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BBD12B44-732C-73DA-2BFD-644B5D8D9D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DED87BF-964E-352D-8C8A-B8B04B1396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6CEA28DC-EC43-BB8A-1C9F-D1A1A2DCD4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DD9C1921-D721-920C-6F61-8774A285A2A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C38FEF6D-8648-5A42-ECD9-CED574B6B8E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45DE98A-55DE-8680-C428-971A58F739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C761EBE5-3D53-FBE3-F57B-58342E93D21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FEEFA2AB-6AD6-4B7E-8886-8A029B2862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C92ABC53-E825-EC78-AD45-91A339AE37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A83C0B1D-C043-014C-E3E6-DEA1A4F938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C0D170F1-417D-4BCE-EDBD-EA90DCEE094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DBC70D8-700C-EA9F-BC57-948F06A3F9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11E1FE9D-9352-7299-E61E-67061F0CC1A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59EDD030-9510-39DB-2CA0-FF2121BBFE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CD22982E-9E8A-F39F-D743-2236EE9A53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F05673D-CF4F-CDFE-4BB4-294DA2ECB1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2233C9E5-6CC8-63D4-B576-81CCFC0498F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FD80DE1-6CC0-665C-3677-2AD96C61B18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5B8A2B13-D1E7-A8F7-3173-2A2872C9A4F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C3AA5AC8-C3DB-6F7A-21A2-44E2F15CC2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444881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6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0455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87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3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795C6BFF-722A-74D6-7B84-2BEF68C3C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BF5E3A5-DCE5-6650-5224-7EA0F14E26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461ECB9E-3043-248A-4C5E-2C626538CDB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6103400-4824-4DF6-465A-21DC6D3523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3052C0C6-D6FE-6AC5-79E7-4595EFDB38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A9AAB9A6-BA17-3494-3DEF-01A16AC9F0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D8DE8513-B9FF-A49C-CE83-E59F609ADC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A806682-AD4A-F985-B90A-D80C2B0CA36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F8E02874-DA87-220A-94FF-4E93A021D3B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BD77A8E-325F-7B59-86CC-0E480C8A35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36AEC08-6965-57A9-B875-5625CA602A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3668CB48-4122-7A08-F8F9-B39770FBE9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46665557-048E-C33C-02E8-5E99392E70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677B803-DF15-849B-589D-91C7936D7D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D0030B6-EAB8-96F6-CA54-0FC2F61200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FB4AD1F2-3A6C-F71D-0319-453B50EF3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8995A21D-BF56-0037-2D56-248FFD1BF36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2D8C8D7-0B5C-1DA5-6942-7E0CEB7F205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AB83D7F9-CE40-A980-9881-6AF1D9E2B4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9BBF1F35-7D2E-D854-5452-B513B9B9CA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4A339E82-3B4A-445E-5520-B989141D03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D32922B-394E-7E8B-537C-77BCD90438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26BC213-6A06-E393-8B65-F5C90500DA7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3FF3EB89-D2A9-FFE5-6DDE-0F0A224567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767921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285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F0187871-FC33-2F6E-B121-23C036450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524C6AA-7F91-22E2-AD88-83204D97D80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4B59A-FCB5-FA4C-8869-9497ECC03D4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C3A73C-E553-D421-F245-087E0ED8A86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5591742-09C3-1D5A-E5BD-F2F680249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1E7538-36F3-3999-A5F3-B8018DF093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9D5614F-7EA7-CB89-DCEF-F18FE98A608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14B0289-5021-35FB-FC47-56DD511945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74C76FA-4195-990F-18E3-9775F5299C0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72BA532-08B4-3070-8811-3713D323AD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BE85C07-5696-C90C-90EA-495C66426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8A46122-5969-5217-24B7-CCDE04315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412F5AF-EE66-8457-7C2D-BEE8202535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1118D8C-84EA-E459-99AC-CC0315A984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A9AD4CF-03CA-7191-142C-E865FCDE9A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E5B62F2-3903-37E9-2658-20B5761DCB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CD938BCE-BCAE-4E5D-8331-AA226685E1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C333672F-D4D8-E2A5-87CD-6D556049DC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BF3BF6D9-578F-4DFA-3B49-5FBAA23130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09EB08AD-9074-B5E0-99F2-A5B93CC762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A20544A3-5F14-7CAD-E53F-D8A4E6B182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20761339-87FE-7A54-9CA4-37DA63E498F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8190A420-6CA0-16E0-5D45-8F120C2C9A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08AA097B-3A20-6FED-ECFC-B6D228AB01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649436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4" name="Textplatzhalter 52">
            <a:extLst>
              <a:ext uri="{FF2B5EF4-FFF2-40B4-BE49-F238E27FC236}">
                <a16:creationId xmlns:a16="http://schemas.microsoft.com/office/drawing/2014/main" id="{D09A9ACB-20C1-8ADC-6CE5-9A102D9160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" name="Textplatzhalter 52">
            <a:extLst>
              <a:ext uri="{FF2B5EF4-FFF2-40B4-BE49-F238E27FC236}">
                <a16:creationId xmlns:a16="http://schemas.microsoft.com/office/drawing/2014/main" id="{169E8F25-A699-ECFC-4807-B28AACA215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5226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926306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555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orient="horz" pos="106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715122E0-A9D9-0BC6-443E-21ADD401CF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21F7B3-A9F4-5A4B-0A04-CB915A4A726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16457A01-0A6D-2AAC-AA75-C86F26A04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463" y="1485415"/>
            <a:ext cx="5543549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0CF17633-EDA9-9B94-E0CD-422DCA0657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0464" y="1926306"/>
            <a:ext cx="5543550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42EC5A9-E8AE-E9B9-AE98-B56E2078D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7D736AF-581A-ACD7-1540-1660EB27AA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34872B78-4DC7-3C82-CC80-8617065935A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61FDB7F7-F854-9144-DDE6-C637CDE2DAA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CEA6CAF6-84A7-62A1-EC63-7CDB2D3BB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0121064-4BA1-A0D5-F98B-4C9C65B15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AE627AAF-C69B-CDD8-CD2D-68562445716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0E7F2C9D-9BBF-7BBA-0761-FACB842A37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E092EE9-4F3B-FA6C-C063-772671594A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2F3B1EF8-8E45-4B2B-DF3C-FF4808FEDF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39A3E306-C368-0276-5CC8-3585326059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00233EA-51CB-7CD0-7B2F-39D0AEF2F5B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55ED8B77-CA49-4CC0-E2F1-F3A58D83A9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54B082B0-C060-D012-8873-4142D06C1D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61C8E3A-46A5-5B6F-4BF3-3EF69EA56D8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4E87872-A95B-FA41-368A-4A7892473E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BA7B12D6-FCE5-CEED-3CCF-1D8BAFEBA16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1A24FA47-114E-B1D4-29F3-CE5824495F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A3D35E6A-9D19-0680-DBF1-E425356405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63352FAC-8A8F-CFF3-4339-685E142542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26394E4-0E43-D26C-A794-785497CDE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A2C50C21-AD30-37B7-ADF1-F4C410125B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00D7173-B94D-5B9D-E106-55F0A774E41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532AF3E2-18E0-DA7D-2853-F1DF0FD9529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831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43">
            <a:extLst>
              <a:ext uri="{FF2B5EF4-FFF2-40B4-BE49-F238E27FC236}">
                <a16:creationId xmlns:a16="http://schemas.microsoft.com/office/drawing/2014/main" id="{BE2945CA-0C03-6ACD-8F41-8C62E88F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10050812" cy="553998"/>
          </a:xfrm>
        </p:spPr>
        <p:txBody>
          <a:bodyPr vert="horz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From</a:t>
            </a:r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3849561"/>
            <a:ext cx="3600043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err="1"/>
              <a:t>To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044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Details</a:t>
            </a:r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994218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7" y="1484312"/>
            <a:ext cx="540000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4013" y="1484312"/>
            <a:ext cx="5400000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71903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blue/whit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400010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400010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6" y="1484312"/>
            <a:ext cx="5400012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84000" y="1484312"/>
            <a:ext cx="5400014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608B994-E8E7-CC4B-F3DA-E7C9AC62C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CA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49654F4-E410-A64A-B03E-E4CB55C7F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72BA295B-8D5E-F078-487D-D5784D0615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453B17FB-8D37-9226-46B1-BB48A47D352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8557A2B3-7D11-DF2C-97DB-BDA0A088E9D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0A2B06EB-BD7F-DBEF-9CED-0860E08B9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E2B3E1B0-05B3-B3EE-6BCA-F5911ECC023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1F8BFBC1-09A1-8CD2-185F-21AFB667D78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10D10360-DB83-D8B8-3CE8-D5A29185005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56D4095D-3CCD-7CFB-644B-4DED9595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51545F2D-4124-DFF3-9D53-FE9D06513F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B44B0B63-D547-1390-533D-E75642BD9B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B54E0C9A-732A-2438-F2D3-04940F6E9F4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1442E0FA-1320-6E0E-616E-9D3D72ED5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360FB0B-CBBC-CF0F-7300-92D7A1699B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7B6E57CD-5802-A363-7377-EC1FFE5666B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69AA4E1A-9AD8-4E43-110A-165F7921AB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A136447D-827D-90C2-B237-1FDD6CDC31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B558324-1A77-AFDF-727C-9281A8F2122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FB336EE1-85CA-E789-D297-F55947A7F26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F68207EB-0DA7-8C72-5071-819912D5E2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1DC6564-7E1B-D87E-854E-87081FCC771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0F1776EF-9B3F-41AB-EED1-13DE0013C1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3C71A23D-AE97-97F2-AA38-F9A608F7EA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157B814F-CFC2-A39B-1110-351DD9C4EB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204420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vertic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0235054D-83A6-1FBB-DACA-A0211D645C8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599538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35776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34902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horizont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83439-F52C-AE18-FE39-E1543F8B9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196975"/>
            <a:ext cx="12192000" cy="566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5FADC2A-0248-BC04-C899-8C8D2B2FD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7B321C3-9BD6-DFE7-1CF9-1B40C58CB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701A74C-0BC0-A9C3-CAB1-7757415B9C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79B88625-616B-52F8-0788-1697C72D19A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EC4A765-B41D-4677-65B0-9CC4AEF68D1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9A627078-E318-D566-E882-7676B67D88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14E39FC5-9364-4851-4440-84A1A2A7F4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FF37A86C-5679-D69F-3DE4-DFD29DA40C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8C00B8A9-128D-57B7-787A-D3E2DBCF0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EA9E68ED-6D10-7DDC-131C-56BE099817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3761A6B5-94E8-8DCF-26B5-3EEA85DD44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C5BD8C65-CC2A-B31B-EB65-C36C9704A8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ABA33F1F-67C7-3053-F65E-802FF8040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64291D3E-DB43-5F66-9E25-9F5E09FB5EA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6CD66ACA-0EE3-802A-91CC-51FDCCA108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83C8DABB-E795-7CFB-656C-63021F346BE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4F92A343-7B58-F07F-4899-47FA54EC0F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8525A0CC-AE00-93D9-CBFE-8613965485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2455F48E-CB54-B038-E8B7-6FD611A3C2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82E26569-2724-4E28-4A34-F90ABADEE5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C59C723D-2F3C-2BD9-9CEB-5DB197F041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9B6135F3-11EB-417D-4A67-1329143E1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29C875C6-BAC2-F2EF-9167-B8A227DB7CB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F0E24565-5F70-75B6-1EA3-E5CF0990A7A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3DA0BF09-69B9-AAA5-EE6C-B845D8C2C3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5BF7B10-9805-6E3A-2774-88ACC1245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9AA1EA01-6BF9-A3F2-3C73-FA4A2297264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6157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639196C7-E992-43AB-8F76-578993D9CEAE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00FA3DA0-5170-5E85-18A4-A320A5432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184362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9524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96175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D044B1B-0DBE-7215-5F15-794DC75F38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84362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3241A203-F8B6-A071-8FAF-FED6AC7EF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9D7AF90-0BF3-F25D-6355-E5E9FD934C8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59D6E6A-8F93-6745-3D30-2450C2C1C92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FB24098F-945D-038C-8A5D-DBB9332A492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F873B85-700B-CDFF-48C5-5396AC3A5D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97A0A947-C36A-6771-B3EC-EA98F3C4FB4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46E0E8C4-13CA-51BB-B4CA-5CC5DD4442D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2EAA93E4-6855-41DC-E56A-86B0A140C4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3335B7FA-9CDF-3AA8-AA41-9E9E1A9744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39D99385-87DF-874A-F0CC-4850ABA12F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A1BF721F-D8E6-7F2E-9E96-5CD5427562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112EAB18-A203-BB2F-7BC7-00DFB7292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2626489-0C8C-3BB6-B26F-37A9ECCB21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FB39C404-6CB3-C7F3-BE99-1A46CAF3D7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D3D19B17-28AF-4EE8-1A39-B787BE301A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2E9F2C8B-B248-66F4-9F75-4314B0825E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9E954A22-B70B-6726-7EEF-7BB200BCB4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30E23B53-6948-974D-0838-6A541764A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C1220D96-9651-CDDA-7162-0B370E660A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CB599C0F-B910-8F62-6CDB-D36F76272A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26F2B42C-2EE5-FFC9-C47F-D950B78E1C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A56C4280-66FD-C405-604C-5BBB6D8E79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9D6E23D5-DFB2-1A6C-812E-11EAB777A1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2D818BA4-1D4D-8BF8-4CBD-98E591156F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1460987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FA0E36AF-4FE3-C8C5-F3B9-E584738B5E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302E9586-5BDD-CE1C-6BFE-01752EFEC1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91703F42-CB19-EBDD-102A-0B57DA448E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E050860B-2365-0AD8-FF5C-360F00F16FC3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243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7EACA34B-27A8-E7EE-BA52-0EF8629EB5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6127C24-2878-FC2B-6458-4329AF6EE7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Textplatzhalter 52">
            <a:extLst>
              <a:ext uri="{FF2B5EF4-FFF2-40B4-BE49-F238E27FC236}">
                <a16:creationId xmlns:a16="http://schemas.microsoft.com/office/drawing/2014/main" id="{605C2477-D8DD-BDFB-9B6E-0CE7BEA7CC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7B0B68E2-0306-AAD3-A551-FCD33C24D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2" name="Textplatzhalter 52">
            <a:extLst>
              <a:ext uri="{FF2B5EF4-FFF2-40B4-BE49-F238E27FC236}">
                <a16:creationId xmlns:a16="http://schemas.microsoft.com/office/drawing/2014/main" id="{B11EA38F-CC73-4B9F-1E84-5EDEC6B757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571688CB-87B8-0ACA-B66B-E9829225935D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8" name="Gruppieren 14">
            <a:extLst>
              <a:ext uri="{FF2B5EF4-FFF2-40B4-BE49-F238E27FC236}">
                <a16:creationId xmlns:a16="http://schemas.microsoft.com/office/drawing/2014/main" id="{8F0CA4CF-3E14-7B5F-B13B-A855C275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641281C-6B4B-655B-138C-8EA8627277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40493CE6-9DAF-2E6C-993A-6FFE115BF52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AAA54B1A-F5E8-7D63-23B2-574A8D92635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9D724106-E5E8-4BB5-0106-9FEFDAB8A5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2960151-D61C-63B5-FC3B-FA73948D44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85574F71-D595-1F8C-209D-43CEAC1BAEC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4662524B-BD1A-A76A-8CAB-4720E4A236A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1E89827-D635-E330-2423-9D59BBAC7E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D4D51FB7-2507-6A29-54BC-78DE24E9C1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AF447D4-379E-76D6-9BC4-BC96D675E9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8C2B831C-079C-679F-08FC-A4CB3CE08E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C1D15072-5EAE-8516-A8BB-B1A386E736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51F569E0-CE8C-9B01-FC4C-5FD14827E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30369072-3425-CC0C-8291-B3C0E7BA8F8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6F9886B5-63E1-62E7-8EDB-97E05ED1A0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724C68BE-EEE2-3C15-ECB3-6CD2D23ADB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58F674D2-A04F-60CC-4D12-48BD9BF8EFF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000F07D-66E5-68C4-94AF-1D44436597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6C49C3C2-F0C6-4EE9-8EBD-069E69D299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CF6FC69-94C7-16FE-C1E7-D85FB3DB5EC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2972B26-84F9-E3B6-09F0-EABD624D26A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6F1B9ADF-DBA3-79A8-41D4-5A3266B6080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33C86D5C-E89A-ED3C-A3B3-1A741ED9C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83402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_partially blue_icon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9B0BB0C3-8B14-D7A0-22C8-9E1360E901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5818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0BB0C3-8B14-D7A0-22C8-9E1360E901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6" name="Textplatzhalter 52">
            <a:extLst>
              <a:ext uri="{FF2B5EF4-FFF2-40B4-BE49-F238E27FC236}">
                <a16:creationId xmlns:a16="http://schemas.microsoft.com/office/drawing/2014/main" id="{1F73B022-5CA7-2F60-B118-DD9DDDE9D1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81B0F78-288A-1D3F-EB23-2284535B40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87EFD4B6-004A-D04B-5D26-2E20B51344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0F28BA33-3194-E68F-6877-7BA7B190E92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66F59C08-1EC8-173B-ABAB-6F9A850C54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4362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FC1F66D6-EE5F-AFA8-FB77-459578498BA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C3858E-79E9-BC76-2ADC-439FDC02A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42012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2297CB-0F10-F289-CFB9-75B631EA7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9800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9ABE77-A864-5333-5FAB-2DB96F059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7588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2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_partially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F5CEF6D-1B6B-2A68-3496-9F8C15E878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35536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5CEF6D-1B6B-2A68-3496-9F8C15E878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1117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632DF3B-FF32-2FD4-7DEF-DAD5320390D0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55E70D4B-E00F-4E3D-9749-2A3BEC2D17A1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A44B38B-F89A-804F-680A-7C157CEBE01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3" name="Textfeld 6">
            <a:extLst>
              <a:ext uri="{FF2B5EF4-FFF2-40B4-BE49-F238E27FC236}">
                <a16:creationId xmlns:a16="http://schemas.microsoft.com/office/drawing/2014/main" id="{F2F1DA49-FAA1-9A8B-757E-FA1DCE65CDE9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0295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B843108A-4CEC-450F-9F79-7958F0401B7E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8" name="Textplatzhalter 52">
            <a:extLst>
              <a:ext uri="{FF2B5EF4-FFF2-40B4-BE49-F238E27FC236}">
                <a16:creationId xmlns:a16="http://schemas.microsoft.com/office/drawing/2014/main" id="{F3F8D6D2-0834-19D5-57E4-AEFF09C7D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3D1A143C-ECA9-2E5A-7B7F-5017BAEBBBE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82CECA90-2BF7-8A85-C603-5D505B93B66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4" name="Textplatzhalter 52">
            <a:extLst>
              <a:ext uri="{FF2B5EF4-FFF2-40B4-BE49-F238E27FC236}">
                <a16:creationId xmlns:a16="http://schemas.microsoft.com/office/drawing/2014/main" id="{EED001E8-B423-58CD-5037-02D950D18B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6175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DF3AAB4-A998-053F-511B-9D538D906A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370026F-7DED-2D84-8EA8-5C16F470CA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6" name="Textplatzhalter 52">
            <a:extLst>
              <a:ext uri="{FF2B5EF4-FFF2-40B4-BE49-F238E27FC236}">
                <a16:creationId xmlns:a16="http://schemas.microsoft.com/office/drawing/2014/main" id="{8D222BAA-0ABD-6C65-7ED9-7F0B2E524D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4362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7DBC71C-581E-1931-849E-FFAC51337E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FACBBCF-213E-7C50-9000-454C3E748B5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033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43108A-4CEC-450F-9F79-7958F0401B7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74EC707-E6FC-67A5-B9A0-3CB0530AB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BE5F923-7209-2714-C5A8-0CD182C8B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15F14E8A-B426-7B40-D7D2-6764FCBAE1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7AF82EE-3D48-1966-74B1-D83DECB080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CAE1C3AA-EC47-1DF1-B903-39912C5A0D5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C0F5DBEF-AED4-B25E-81A6-FFC44C29D2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83D9E7DC-2985-6842-DA56-F678B0053E0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709FEFE8-A816-EB8A-8106-3EE3FE448C7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A6A71ED2-128E-8F04-66D3-1470B42E08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94A1FCE3-3F68-04E4-E7CE-D27C9DCB0C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81BFE46D-5AE2-710E-0340-15E7B1DAF1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E0A7A468-5E40-D87C-3B36-C7C8899489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4C9D2C2D-3029-8C60-DBBF-DDC49DDB34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AA3D1E87-1AA4-070B-4704-4F6852DD3F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CBFE9AD8-2B49-E8CC-1511-5C7955F847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E49801C7-3BA7-BEA3-6052-F0F1504F18B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3B431545-57E3-F956-83ED-05058B52C0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06B9B3C2-FD4D-D291-3EDC-4EC97F13DD2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66AAD2DD-E000-75E6-EA5F-E23B29B9DA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A8370DF1-0C78-1A51-D18C-E52B0C77BE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B981BBCE-7DBA-9155-10CE-DCCB0101CD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4C50B18A-38F8-0126-E683-FC7604FFFE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DEB55550-5864-FF87-E699-FB49E620928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8999F6B9-86C3-5CAF-DA3D-AF328201C37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179F2E42-446A-266F-5881-7121CE623A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84E2AD3C-8285-106A-1850-B4421F361B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7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6EF9980A-92BD-3A10-110C-956FA8EDC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5771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F8C5AA99-150C-F910-C80D-617DF468D9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3563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9" name="Bildplatzhalter 9">
            <a:extLst>
              <a:ext uri="{FF2B5EF4-FFF2-40B4-BE49-F238E27FC236}">
                <a16:creationId xmlns:a16="http://schemas.microsoft.com/office/drawing/2014/main" id="{CAEF0431-B939-D32B-2BCE-8E17034F208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12F5BC89-EE53-C4E2-1443-9257D2F7536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6729AFB4-C0EB-2180-9D56-DCF1110177A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D7CDC8E-EB7B-4581-F00B-A87189C3E48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19ACF63-8F01-7714-C238-903353A7209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545AC7-5FC5-58AB-B510-D5898B400FA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042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9" name="Textplatzhalter 52">
            <a:extLst>
              <a:ext uri="{FF2B5EF4-FFF2-40B4-BE49-F238E27FC236}">
                <a16:creationId xmlns:a16="http://schemas.microsoft.com/office/drawing/2014/main" id="{8AF95120-A81F-52DB-76D2-83E371AA3F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21194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E5616DD-E8CA-5A37-D6C1-47DE66E16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21194" y="2335213"/>
            <a:ext cx="1819270" cy="1065212"/>
          </a:xfrm>
        </p:spPr>
        <p:txBody>
          <a:bodyPr wrap="square"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8A423DAC-F37D-0A5A-431E-9740BF548E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21194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82B2C481-4D77-35DE-32DF-B033FCE9D0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1194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0" name="Textplatzhalter 52">
            <a:extLst>
              <a:ext uri="{FF2B5EF4-FFF2-40B4-BE49-F238E27FC236}">
                <a16:creationId xmlns:a16="http://schemas.microsoft.com/office/drawing/2014/main" id="{910B3119-DD41-8385-45D3-A5F424A4F8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3342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8" name="Text Placeholder 32">
            <a:extLst>
              <a:ext uri="{FF2B5EF4-FFF2-40B4-BE49-F238E27FC236}">
                <a16:creationId xmlns:a16="http://schemas.microsoft.com/office/drawing/2014/main" id="{2342786F-4F0A-9819-3EEA-13C41AF4D0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3343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4" name="Text Placeholder 32">
            <a:extLst>
              <a:ext uri="{FF2B5EF4-FFF2-40B4-BE49-F238E27FC236}">
                <a16:creationId xmlns:a16="http://schemas.microsoft.com/office/drawing/2014/main" id="{9A5EE817-73A5-DDD9-FF5C-8961DD27DC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93343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1" name="Text Placeholder 32">
            <a:extLst>
              <a:ext uri="{FF2B5EF4-FFF2-40B4-BE49-F238E27FC236}">
                <a16:creationId xmlns:a16="http://schemas.microsoft.com/office/drawing/2014/main" id="{8920D266-893E-D904-740A-D7F80F75E2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93343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F4E5564A-1BDE-1084-6E5C-76EE9CA79E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65491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807A570B-B857-BDCF-C257-087323B683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5491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C29147A8-C043-065C-2940-2A9D20C7E6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5491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2" name="Text Placeholder 32">
            <a:extLst>
              <a:ext uri="{FF2B5EF4-FFF2-40B4-BE49-F238E27FC236}">
                <a16:creationId xmlns:a16="http://schemas.microsoft.com/office/drawing/2014/main" id="{C22C92A7-5EFE-6DAD-1867-703F8CFF16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65491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35125529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606B146-9972-C424-94F7-E4E3B230C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D1D6DE4-C8BF-1FDB-A815-63AE1753C6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B2E06887-1F52-6D50-EF99-A987A0C497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15CA158E-5136-1378-763E-7E5903D4B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567A0CF0-8627-FC62-C638-2A05434447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0485FAA-A283-BF00-4745-8EB56A1C09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69190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3F04BA93-4DF6-4FCB-A716-F9304A1BF9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744AB99B-B1CD-E8CD-42AF-77572D5E37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5E7B662B-E00E-F13B-2859-596AD16B32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90305AD1-521C-5A2F-7182-E7E8DBD546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F8A3AD0-9B8B-306B-3452-9455F1EFCA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514B5B65-D6F6-78B3-AF29-D0C863BA50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326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E3B4D43-43FE-17A1-1964-B212F5E25508}"/>
              </a:ext>
            </a:extLst>
          </p:cNvPr>
          <p:cNvGrpSpPr/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8C5A8997-C405-0328-3242-5E8ACDEA597A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4902B52E-649D-E62A-E715-6082927D276F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44FC983C-8545-BA5E-024C-C6A00C138627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5538787" cy="2111312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Enabling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shape</a:t>
            </a:r>
            <a:r>
              <a:rPr lang="de-DE"/>
              <a:t> a </a:t>
            </a:r>
            <a:r>
              <a:rPr lang="de-DE" err="1"/>
              <a:t>better</a:t>
            </a:r>
            <a:r>
              <a:rPr lang="de-DE"/>
              <a:t> </a:t>
            </a:r>
            <a:r>
              <a:rPr lang="de-DE" err="1"/>
              <a:t>tomorrow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30806467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3">
            <a:extLst>
              <a:ext uri="{FF2B5EF4-FFF2-40B4-BE49-F238E27FC236}">
                <a16:creationId xmlns:a16="http://schemas.microsoft.com/office/drawing/2014/main" id="{E076C8B9-B697-985C-9F2C-666948479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264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6776583" cy="2082737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create</a:t>
            </a:r>
            <a:r>
              <a:rPr lang="de-DE"/>
              <a:t> digital </a:t>
            </a:r>
            <a:r>
              <a:rPr lang="de-DE" err="1"/>
              <a:t>futures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sustainable</a:t>
            </a:r>
            <a:r>
              <a:rPr lang="de-DE"/>
              <a:t> </a:t>
            </a:r>
            <a:r>
              <a:rPr lang="de-DE" err="1"/>
              <a:t>impact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world</a:t>
            </a:r>
            <a:r>
              <a:rPr lang="de-DE"/>
              <a:t>.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25847141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ckup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8174665-FCC3-C9CA-E15E-4D9FD042A68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37101" y="1484313"/>
            <a:ext cx="5644874" cy="2282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679F76BB-3934-B326-E04A-BD665DF1C72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62073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" name="Textplatzhalter 52">
            <a:extLst>
              <a:ext uri="{FF2B5EF4-FFF2-40B4-BE49-F238E27FC236}">
                <a16:creationId xmlns:a16="http://schemas.microsoft.com/office/drawing/2014/main" id="{C2E65DBB-1B91-D658-C51E-5AEB43184D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37102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2" name="Text Placeholder 60">
            <a:extLst>
              <a:ext uri="{FF2B5EF4-FFF2-40B4-BE49-F238E27FC236}">
                <a16:creationId xmlns:a16="http://schemas.microsoft.com/office/drawing/2014/main" id="{0D0390FA-F3C6-50BF-BA23-A70DDC5CD6B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537101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FA39E7D7-A690-5733-1347-C8D6142D2E9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9254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67E8A32B-DB76-A46F-1D4E-614BDE62398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96088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6" name="Text Placeholder 60">
            <a:extLst>
              <a:ext uri="{FF2B5EF4-FFF2-40B4-BE49-F238E27FC236}">
                <a16:creationId xmlns:a16="http://schemas.microsoft.com/office/drawing/2014/main" id="{3603C341-4C82-045D-3CFB-4E80000771E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96087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64" name="Grafik 58">
            <a:extLst>
              <a:ext uri="{FF2B5EF4-FFF2-40B4-BE49-F238E27FC236}">
                <a16:creationId xmlns:a16="http://schemas.microsoft.com/office/drawing/2014/main" id="{DC60D63F-C251-9360-1F6C-E38A18370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746" t="10016" r="9733" b="12094"/>
          <a:stretch/>
        </p:blipFill>
        <p:spPr>
          <a:xfrm>
            <a:off x="2162175" y="2085974"/>
            <a:ext cx="2749240" cy="3012657"/>
          </a:xfrm>
          <a:prstGeom prst="rect">
            <a:avLst/>
          </a:prstGeom>
        </p:spPr>
      </p:pic>
      <p:pic>
        <p:nvPicPr>
          <p:cNvPr id="73" name="Grafik 58">
            <a:extLst>
              <a:ext uri="{FF2B5EF4-FFF2-40B4-BE49-F238E27FC236}">
                <a16:creationId xmlns:a16="http://schemas.microsoft.com/office/drawing/2014/main" id="{78045078-2D0D-151A-92E2-874FAD24E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499" t="10016" r="12236" b="13019"/>
          <a:stretch/>
        </p:blipFill>
        <p:spPr>
          <a:xfrm>
            <a:off x="5427993" y="2085974"/>
            <a:ext cx="2569778" cy="2976880"/>
          </a:xfrm>
          <a:prstGeom prst="rect">
            <a:avLst/>
          </a:prstGeom>
        </p:spPr>
      </p:pic>
      <p:sp>
        <p:nvSpPr>
          <p:cNvPr id="74" name="Picture Placeholder 68">
            <a:extLst>
              <a:ext uri="{FF2B5EF4-FFF2-40B4-BE49-F238E27FC236}">
                <a16:creationId xmlns:a16="http://schemas.microsoft.com/office/drawing/2014/main" id="{51C12959-3214-035C-E914-CF251D2E74B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38770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D6437E68-9F6F-183B-425B-3612F5C478A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54066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7" name="Text Placeholder 60">
            <a:extLst>
              <a:ext uri="{FF2B5EF4-FFF2-40B4-BE49-F238E27FC236}">
                <a16:creationId xmlns:a16="http://schemas.microsoft.com/office/drawing/2014/main" id="{CB4E9C1A-78FF-7B50-DFF4-19FC8747252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857280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75" name="Grafik 58">
            <a:extLst>
              <a:ext uri="{FF2B5EF4-FFF2-40B4-BE49-F238E27FC236}">
                <a16:creationId xmlns:a16="http://schemas.microsoft.com/office/drawing/2014/main" id="{E35B035C-EFF2-40C3-9828-8C16D944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811" t="9091" r="6231" b="13019"/>
          <a:stretch/>
        </p:blipFill>
        <p:spPr>
          <a:xfrm>
            <a:off x="8584850" y="2050196"/>
            <a:ext cx="2764146" cy="301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1792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FC420329-DCAA-8421-EAF7-164ECDCE6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E24DDCE8-3617-85AC-02B4-FC8C933F1D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8A8E41-8065-9690-F4F1-825DD1C9F8B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39FA78-7298-1B4F-DA4E-A41879174F3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3B13956-CE69-6918-D1F7-80FF5BC1CB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0EF8E941-617C-A1F3-5D74-A02D174081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4F927CA-B7B2-509C-C5D9-3D04D0AC3C4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54A6493F-BB8C-F071-A97A-799E6AD1EE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D84269C-1683-E06F-4CDB-E7800E5129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A1E169F-0228-D5D8-B7B4-F13EB2E1B5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5F5CEB5-F4BC-856C-710D-F2C4F5BFB0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0473723-F962-18D8-73DE-303F8968F6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A0E50E9B-E534-E453-6719-67E2B74C0E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42C1050-F1CF-F10B-3122-BE9CD7BC5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8EE4E2F-D3CF-E3CB-02CB-758085FD5A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B32BAD2-53D2-4994-165E-F136DA71B07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832AB545-6DA6-0333-F51D-ACF03233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B08D574-C6DF-EE3F-F68E-2CD332C08A0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EDF93916-25CF-9543-9337-B35DA30CCE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3DA72D2-1421-53ED-F1E4-E251B165C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DB8BBFBC-1C8A-E1C2-146C-6048D3BEE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C4953B43-C951-5ECB-3B89-09BAF1118E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BC977B98-F816-B34F-A5F7-81BD272629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66858941-620B-1685-889D-54E8A6145B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2087207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480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A1ADCB0D-E987-9BD2-8F72-9A8B8D272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5B95A1CC-62B7-0D05-3EEB-3FDB435C37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A48456-EE59-6314-6769-C4AD2FDF89C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59A7E0-78FB-6A4B-2759-919BDD3E3D7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1B20C79-4B71-48D1-0878-299B267BCA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5A745886-FB26-ECC3-2562-99D7CDF5ED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AAC1023E-7065-67AB-FA77-C84257693C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D4CB867E-6E50-7D54-52A8-13FEF8EA49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70E9E0B7-0960-3CBD-A8A7-2C72F46C35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7172BE78-D9DF-EA4D-6242-01E4681B62D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3CB5D193-4B3B-D3A9-B758-5EAC1E241D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9104682E-FA90-01FB-9DD0-0E8EABDB1F1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23D10B33-D88E-69A9-6F27-EA69156FB1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EEB0B6C7-E3F2-9AE6-701B-44911AA340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904A9D67-5887-7EC2-5C46-3B7BBC1A75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D5A578D-F051-E12E-5CD0-9321100DF0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489B747B-062A-E40D-AD74-915331FED5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75D027F0-B559-A3A4-7FAE-D7FFC7A595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1E4742C6-102F-6E65-DB1D-C4D7954826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CEB3BADB-A3F5-781B-359C-1F6E6292EA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307C1B5C-D160-6035-0D35-144F967D53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92F83589-CC5F-FEC5-5C54-1A256FCA63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4FC24CB5-6F49-E00A-BA66-83680EE9867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92630830-A21E-BFC8-0E78-EF10846863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08400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</a:t>
            </a: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CF0C3A87-E3F5-87AF-2B8D-843F70F3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982324" y="6270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55FB99D7-95D6-3749-7C1E-5CBAE7372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2443F3-43BD-035E-0EDA-06106349976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0D5DEE-4DFB-EB03-9221-7041B4C1AD9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38AA74E-CC77-E11E-721D-D63E1577B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ABA5EB6-6CC8-1D31-BC61-AB014273434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21D6699-F4E7-C506-358D-7F3A2B5090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3AF3BA5-73EE-D50D-BF9C-9C1446B971A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8FD6B84A-6CC3-72DC-1301-979FA3619A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6855035-4BD0-2106-A140-3E65735FFF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1E9CD821-9BDD-6690-4FE2-7BC52EF492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963FB983-8A80-2594-EF22-9878CB5DF4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EA3A062-DA07-E5D7-FF65-CF07B35CA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C6477813-D615-DF19-4A21-DB5FAA81AC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0923692F-3D2C-AF99-DAF4-C86D74742B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1A6DE30-21CD-2938-C970-6519929706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F1731203-7F2A-61B3-8DE9-8D5A3F00E6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8E44528A-F110-57F7-3E90-5AB5E1A5F4F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4A9D8F72-4761-0FFB-395F-76D91A38CA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0D22E4C9-90D0-3B5C-0755-5DAC76CEC5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66E5988B-CA20-84D2-CD68-259CD1C80F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D4282360-8A90-7054-BDBD-5E6836DD1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1B776756-7D46-AA7B-B0EA-911EC99D06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D1EC9A03-8370-7E2F-3CA7-9E4FEC9857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867368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 </a:t>
            </a:r>
          </a:p>
        </p:txBody>
      </p:sp>
    </p:spTree>
    <p:extLst>
      <p:ext uri="{BB962C8B-B14F-4D97-AF65-F5344CB8AC3E}">
        <p14:creationId xmlns:p14="http://schemas.microsoft.com/office/powerpoint/2010/main" val="22388753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867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006779B-92AC-B4F2-9F07-D570A80A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F487BCE-DAEE-F788-7162-7682761E0B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8ADAD1-BFDA-0F95-4F3D-938FD173E0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441F81-48CD-1968-A77A-5621902B75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648405BD-7955-4A2E-0952-8745D5E8F4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68FC722-D8E1-EA84-1F34-5ED0485A9F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CA560CBA-BE1E-51B9-121D-381907EBF6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E5A8107-0567-DD8F-3623-8D90E2674A2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E4F04DA-3DA0-AEA9-4643-CED9EF71ED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BAB50DBE-1833-A8B3-59F8-C85EF80C5A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2B95C408-C5B1-7955-FB78-A676817E7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9FAD9469-0D40-C554-EB6A-E6A682A253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580AB6D-12E7-7A23-85D0-13A136323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3771191-EDBB-585F-4C2E-9157729D67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E55F9022-82AB-0475-3529-B44D602C068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29FE8F57-BEEB-2A6F-108E-D03A490C63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247DAEE-24F5-C9C5-6761-7B60AC32C8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3A6803-99BE-3361-0994-3AA14873408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1ACC6B36-0AD9-B313-32B5-F39DC32FA8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B652A63-4066-7C7B-4D41-84F6C449560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0BF3A9A7-6FD2-B74A-8BB4-BD945E6142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8CFC7F1C-5CEB-5A32-03B2-F2754D0B9F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FF9D754D-48E3-7848-E039-3B07722FAC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F7DA52A5-C1D4-99FB-D5FE-50C36941465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689834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" name="Textplatzhalter 52">
            <a:extLst>
              <a:ext uri="{FF2B5EF4-FFF2-40B4-BE49-F238E27FC236}">
                <a16:creationId xmlns:a16="http://schemas.microsoft.com/office/drawing/2014/main" id="{C96548AD-0F47-BB41-3D99-9A87C76089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A77F6D93-46E8-6437-B10F-8ED7513562E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grpSp>
        <p:nvGrpSpPr>
          <p:cNvPr id="16" name="Gruppieren 14">
            <a:extLst>
              <a:ext uri="{FF2B5EF4-FFF2-40B4-BE49-F238E27FC236}">
                <a16:creationId xmlns:a16="http://schemas.microsoft.com/office/drawing/2014/main" id="{08497CAB-CFF1-EF16-E4FF-1B5390EC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49FFB16D-2E68-816E-361A-ADA054D5C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F0B5CA-613C-C387-8924-1256495668C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5E9809-AC81-DC91-3B5C-87C014B9229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4D03567B-82FA-AF09-FF74-BDE9DD8CD5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5171C8A4-6E4B-D077-00D5-EA66AB1B4C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1B8FAAF6-810A-0854-ED34-CDFA5710D9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7822449-A3F9-7119-4DA1-E834A516BF9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1FDF0F4F-650B-7AE8-E585-BB36001816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5EC0E63A-4D43-703F-A002-5CF560E2C2A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B50D5413-939C-D389-556E-3E959FC35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4CE35BB-FEC2-0AF2-295F-3D621DEB6F8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AC3FCA3-C383-C797-77C1-936461E7DA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8F699E6-41E3-1F26-8C40-4DCCD8BE93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DF752111-4485-D1F9-53AB-01E2ACBECE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D99CC913-6425-4CF0-E77C-74709B91A4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A7E30CFA-7456-6712-91E9-EE3C963E6C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B351B5A9-9DD1-73EC-E41A-049F0C0DF96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7005A2FC-D717-9DFF-AC9B-483BE5F60FE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DC9E8DE7-456A-149C-4B0C-AEC1BA04F0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3B3AD8D2-8939-0889-4B9C-41485556F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23AC4259-8C79-8BBD-E3CD-E663E5C7CF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7E70F20B-88EE-DF40-330A-769F8B10E5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14CF93D7-A5DE-1B84-3AEC-604396570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147683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Textplatzhalter 52">
            <a:extLst>
              <a:ext uri="{FF2B5EF4-FFF2-40B4-BE49-F238E27FC236}">
                <a16:creationId xmlns:a16="http://schemas.microsoft.com/office/drawing/2014/main" id="{95609597-0148-6E4A-4B95-926F30667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7109BBE-71F2-5BA0-0552-9B1E7BFE1E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87116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72D5B7F-AB2E-CD66-8CCC-75CC7F8EB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38688" y="1692275"/>
            <a:ext cx="6643687" cy="4203700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1" name="Textplatzhalter 52">
            <a:extLst>
              <a:ext uri="{FF2B5EF4-FFF2-40B4-BE49-F238E27FC236}">
                <a16:creationId xmlns:a16="http://schemas.microsoft.com/office/drawing/2014/main" id="{A68C9978-4064-0046-A21D-469BF315E3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462A21-EDA7-03E1-07FD-60BFBFA7F8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2103683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pic>
        <p:nvPicPr>
          <p:cNvPr id="9" name="Grafik 10">
            <a:extLst>
              <a:ext uri="{FF2B5EF4-FFF2-40B4-BE49-F238E27FC236}">
                <a16:creationId xmlns:a16="http://schemas.microsoft.com/office/drawing/2014/main" id="{9C3F3E2D-C245-B677-4B04-B166C99B1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7818" y="1034241"/>
            <a:ext cx="9504595" cy="5455638"/>
          </a:xfrm>
          <a:prstGeom prst="rect">
            <a:avLst/>
          </a:prstGeom>
        </p:spPr>
      </p:pic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4BD40048-B801-DC55-8B94-A0531ACE79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342" y="4100785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9A85A1CE-87BA-E305-936B-FE86F6737D2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07987" y="4727851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119519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4283982-2F78-0C94-043C-E12BD4690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7"/>
            </p:custDataLst>
            <p:extLst>
              <p:ext uri="{D42A27DB-BD31-4B8C-83A1-F6EECF244321}">
                <p14:modId xmlns:p14="http://schemas.microsoft.com/office/powerpoint/2010/main" val="1454399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8" imgW="306" imgH="306" progId="TCLayout.ActiveDocument.1">
                  <p:embed/>
                </p:oleObj>
              </mc:Choice>
              <mc:Fallback>
                <p:oleObj name="think-cell Slide" r:id="rId58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283982-2F78-0C94-043C-E12BD4690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2A8E4D-5CF5-39BA-6D36-C8024C75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00508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28772-C5E6-1166-98ED-F51C9A083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484312"/>
            <a:ext cx="11376025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45" name="Gruppieren 14">
            <a:extLst>
              <a:ext uri="{FF2B5EF4-FFF2-40B4-BE49-F238E27FC236}">
                <a16:creationId xmlns:a16="http://schemas.microsoft.com/office/drawing/2014/main" id="{6537363E-9FDE-94D4-C3B8-FD12537A0FDD}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EA842D91-4EA7-6658-9396-A367A9081E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154FE1B9-EE43-803F-2BFC-88BD6A10FAB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2AC6DD34-D2B6-91FA-DE41-9B0EE45240FF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2DB7CF62-B08A-0A71-5098-015EB60938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2BA87D55-9E2C-912D-A1B1-3783CF874B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7D8CAC10-6292-7A0E-EDD3-8A9F297F6F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F73D6BE2-A1FF-9FBF-E416-67E2C1F4FA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2971604B-8073-70CD-BA93-8CDD8445DCC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8715DF93-9FC0-59C4-6E1F-613F098583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71591B3-DF30-C77B-7FEB-C06574091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073EB010-186D-99C2-1165-CBE9F8CD277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4080E9FF-FE81-4B74-DBFE-62A44B80B9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7272836A-28AF-0798-6FA3-C68CAA0B9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527B1126-A067-01CE-6776-FDF84610C8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D0B5665C-DEB6-99FA-65E6-00F2DAAA1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4962BE59-5CC4-53E0-CD88-2AB1EBC599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6AB02721-D836-5563-AD16-34A526BB3FD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69763F0B-8AD8-86B3-F61C-DBDD4C7B4E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2DDEA143-C965-40EC-CD35-11A7F781F2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6">
              <a:extLst>
                <a:ext uri="{FF2B5EF4-FFF2-40B4-BE49-F238E27FC236}">
                  <a16:creationId xmlns:a16="http://schemas.microsoft.com/office/drawing/2014/main" id="{C27F47BD-C295-2B5C-0B9A-086A6A302E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6" name="Freeform 27">
              <a:extLst>
                <a:ext uri="{FF2B5EF4-FFF2-40B4-BE49-F238E27FC236}">
                  <a16:creationId xmlns:a16="http://schemas.microsoft.com/office/drawing/2014/main" id="{714DC8B3-954D-73DD-B1DB-645ADBD562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7" name="Freeform 28">
              <a:extLst>
                <a:ext uri="{FF2B5EF4-FFF2-40B4-BE49-F238E27FC236}">
                  <a16:creationId xmlns:a16="http://schemas.microsoft.com/office/drawing/2014/main" id="{E36A9D6C-0FD4-1365-339D-7757DD1D5EB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0CC577B5-4FED-029F-51CC-734715AFC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3732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00" r:id="rId3"/>
    <p:sldLayoutId id="2147483701" r:id="rId4"/>
    <p:sldLayoutId id="2147483698" r:id="rId5"/>
    <p:sldLayoutId id="2147483699" r:id="rId6"/>
    <p:sldLayoutId id="2147483696" r:id="rId7"/>
    <p:sldLayoutId id="2147483697" r:id="rId8"/>
    <p:sldLayoutId id="2147483694" r:id="rId9"/>
    <p:sldLayoutId id="2147483695" r:id="rId10"/>
    <p:sldLayoutId id="2147483692" r:id="rId11"/>
    <p:sldLayoutId id="2147483693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05" r:id="rId21"/>
    <p:sldLayoutId id="2147483706" r:id="rId22"/>
    <p:sldLayoutId id="2147483709" r:id="rId23"/>
    <p:sldLayoutId id="2147483710" r:id="rId24"/>
    <p:sldLayoutId id="2147483729" r:id="rId25"/>
    <p:sldLayoutId id="2147483713" r:id="rId26"/>
    <p:sldLayoutId id="2147483714" r:id="rId27"/>
    <p:sldLayoutId id="2147483715" r:id="rId28"/>
    <p:sldLayoutId id="2147483716" r:id="rId29"/>
    <p:sldLayoutId id="2147483707" r:id="rId30"/>
    <p:sldLayoutId id="2147483708" r:id="rId31"/>
    <p:sldLayoutId id="2147483711" r:id="rId32"/>
    <p:sldLayoutId id="2147483712" r:id="rId33"/>
    <p:sldLayoutId id="2147483704" r:id="rId34"/>
    <p:sldLayoutId id="2147483703" r:id="rId35"/>
    <p:sldLayoutId id="2147483702" r:id="rId36"/>
    <p:sldLayoutId id="2147483717" r:id="rId37"/>
    <p:sldLayoutId id="2147483718" r:id="rId38"/>
    <p:sldLayoutId id="2147483730" r:id="rId39"/>
    <p:sldLayoutId id="2147483733" r:id="rId40"/>
    <p:sldLayoutId id="2147483736" r:id="rId41"/>
    <p:sldLayoutId id="2147483727" r:id="rId42"/>
    <p:sldLayoutId id="2147483728" r:id="rId43"/>
    <p:sldLayoutId id="2147483734" r:id="rId44"/>
    <p:sldLayoutId id="2147483743" r:id="rId45"/>
    <p:sldLayoutId id="2147483745" r:id="rId46"/>
    <p:sldLayoutId id="2147483740" r:id="rId47"/>
    <p:sldLayoutId id="2147483746" r:id="rId48"/>
    <p:sldLayoutId id="2147483747" r:id="rId49"/>
    <p:sldLayoutId id="2147483742" r:id="rId50"/>
    <p:sldLayoutId id="2147483741" r:id="rId51"/>
    <p:sldLayoutId id="2147483748" r:id="rId52"/>
    <p:sldLayoutId id="2147483749" r:id="rId53"/>
    <p:sldLayoutId id="2147483744" r:id="rId54"/>
    <p:sldLayoutId id="2147483739" r:id="rId5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257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4020">
          <p15:clr>
            <a:srgbClr val="F26B43"/>
          </p15:clr>
        </p15:guide>
        <p15:guide id="14" orient="horz" pos="2387">
          <p15:clr>
            <a:srgbClr val="F26B43"/>
          </p15:clr>
        </p15:guide>
        <p15:guide id="15" orient="horz" pos="2568">
          <p15:clr>
            <a:srgbClr val="F26B43"/>
          </p15:clr>
        </p15:guide>
        <p15:guide id="16" orient="horz" pos="300">
          <p15:clr>
            <a:srgbClr val="F26B43"/>
          </p15:clr>
        </p15:guide>
        <p15:guide id="22" pos="2525">
          <p15:clr>
            <a:srgbClr val="F26B43"/>
          </p15:clr>
        </p15:guide>
        <p15:guide id="26" pos="4974">
          <p15:clr>
            <a:srgbClr val="F26B43"/>
          </p15:clr>
        </p15:guide>
        <p15:guide id="28" pos="2706">
          <p15:clr>
            <a:srgbClr val="F26B43"/>
          </p15:clr>
        </p15:guide>
        <p15:guide id="30" pos="3931">
          <p15:clr>
            <a:srgbClr val="F26B43"/>
          </p15:clr>
        </p15:guide>
        <p15:guide id="32" pos="5154">
          <p15:clr>
            <a:srgbClr val="F26B43"/>
          </p15:clr>
        </p15:guide>
        <p15:guide id="33" pos="37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DC5136F-5E16-6A74-6D84-59F3D40B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6827642-A89C-417B-57D3-43EB4A44EF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4B7A2CC-4012-F7F0-5074-418E043A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M3: EDR/XDR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2DBB5168-9FC6-67E4-FD8C-B2934F2841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Schadsoftware auf Clients/Servern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AA4357-CD49-90AD-D053-6D8644E947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Der Virenschutz für alle Computer im Unternehmen. Erkennt und stoppt Schadsoftware, bevor sie Schaden anrichten kann.</a:t>
            </a:r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15F108C8-D236-5D65-818D-0BE6082113D7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9448FF79-B22D-3EBA-9273-119F61CAD630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AB47957-EE60-4BF6-CA9A-56ED79E2B62C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 </a:t>
            </a:r>
            <a:r>
              <a:rPr lang="de-DE" sz="2400" dirty="0"/>
              <a:t>+7  |  </a:t>
            </a:r>
            <a:r>
              <a:rPr lang="de-DE" sz="2400" b="1" dirty="0"/>
              <a:t>I </a:t>
            </a:r>
            <a:r>
              <a:rPr lang="de-DE" sz="2400" dirty="0"/>
              <a:t>+6  |  </a:t>
            </a:r>
            <a:r>
              <a:rPr lang="de-DE" sz="2400" b="1" dirty="0"/>
              <a:t>A </a:t>
            </a:r>
            <a:r>
              <a:rPr lang="de-DE" sz="2400" dirty="0"/>
              <a:t>+3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871503B5-3460-7E01-5FDC-850EFFFF0341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200F26A-5E38-77AD-2501-1171DE8B1C85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E03FA5B-3CC2-8B80-CDF7-3F2EFEDB8669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Init: </a:t>
            </a:r>
            <a:r>
              <a:rPr lang="de-DE" sz="2400" dirty="0" err="1"/>
              <a:t>90k€  |  </a:t>
            </a:r>
            <a:r>
              <a:rPr lang="de-DE" sz="2400" b="1" dirty="0" err="1"/>
              <a:t>OPEX:</a:t>
            </a:r>
            <a:r>
              <a:rPr lang="de-DE" sz="2400" dirty="0" err="1"/>
              <a:t> 18k€/Welle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41866392-0A61-FCDC-017B-9DDBBB9E9131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4124006-7C9E-AF30-00C4-5842DDC285D5}"/>
              </a:ext>
            </a:extLst>
          </p:cNvPr>
          <p:cNvSpPr txBox="1">
            <a:spLocks/>
          </p:cNvSpPr>
          <p:nvPr/>
        </p:nvSpPr>
        <p:spPr>
          <a:xfrm>
            <a:off x="608006" y="5684352"/>
            <a:ext cx="4682132" cy="4726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dirty="0">
                <a:solidFill>
                  <a:srgbClr val="C00000"/>
                </a:solidFill>
              </a:rPr>
              <a:t>M2 min. L2</a:t>
            </a: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97A69E09-BEA7-BA2B-4859-F27E825F230F}"/>
              </a:ext>
            </a:extLst>
          </p:cNvPr>
          <p:cNvSpPr txBox="1"/>
          <p:nvPr/>
        </p:nvSpPr>
        <p:spPr>
          <a:xfrm>
            <a:off x="522071" y="511496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2DEFA110-B845-0159-9409-CA3A65D3131B}"/>
              </a:ext>
            </a:extLst>
          </p:cNvPr>
          <p:cNvSpPr txBox="1">
            <a:spLocks/>
          </p:cNvSpPr>
          <p:nvPr/>
        </p:nvSpPr>
        <p:spPr>
          <a:xfrm>
            <a:off x="608006" y="3124784"/>
            <a:ext cx="5229827" cy="22000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dirty="0"/>
              <a:t>Die Lebensversicherung für Unternehmensdaten. Regelmäßige Sicherungskopien ermöglichen es, nach einem Angriff oder Ausfall schnell wieder arbeitsfähig zu sein.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854017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HP">
  <a:themeElements>
    <a:clrScheme name="MHP colors">
      <a:dk1>
        <a:srgbClr val="262626"/>
      </a:dk1>
      <a:lt1>
        <a:srgbClr val="FFFFFF"/>
      </a:lt1>
      <a:dk2>
        <a:srgbClr val="575757"/>
      </a:dk2>
      <a:lt2>
        <a:srgbClr val="B0B0B0"/>
      </a:lt2>
      <a:accent1>
        <a:srgbClr val="000099"/>
      </a:accent1>
      <a:accent2>
        <a:srgbClr val="1612FF"/>
      </a:accent2>
      <a:accent3>
        <a:srgbClr val="CDD6FF"/>
      </a:accent3>
      <a:accent4>
        <a:srgbClr val="DDEF03"/>
      </a:accent4>
      <a:accent5>
        <a:srgbClr val="00CC67"/>
      </a:accent5>
      <a:accent6>
        <a:srgbClr val="575757"/>
      </a:accent6>
      <a:hlink>
        <a:srgbClr val="262626"/>
      </a:hlink>
      <a:folHlink>
        <a:srgbClr val="262626"/>
      </a:folHlink>
    </a:clrScheme>
    <a:fontScheme name="MHP 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44000" tIns="144000" rIns="144000" bIns="144000" rtlCol="0" anchor="t"/>
      <a:lstStyle>
        <a:defPPr marL="252000" indent="-252000" algn="l">
          <a:spcAft>
            <a:spcPts val="600"/>
          </a:spcAft>
          <a:buClr>
            <a:schemeClr val="bg1"/>
          </a:buClr>
          <a:buFont typeface="Wingdings" panose="05000000000000000000" pitchFamily="2" charset="2"/>
          <a:buChar char="§"/>
          <a:defRPr sz="14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">
          <a:solidFill>
            <a:schemeClr val="tx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52000" indent="-252000" algn="l">
          <a:spcAft>
            <a:spcPts val="600"/>
          </a:spcAft>
          <a:buClr>
            <a:schemeClr val="accent1"/>
          </a:buClr>
          <a:buFont typeface="Arial" panose="020B0604020202020204" pitchFamily="34" charset="0"/>
          <a:buChar char="•"/>
          <a:defRPr sz="140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Props1.xml><?xml version="1.0" encoding="utf-8"?>
<ds:datastoreItem xmlns:ds="http://schemas.openxmlformats.org/officeDocument/2006/customXml" ds:itemID="{C6BB501E-27C9-4499-ACE1-B77D2856412E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15BD6A-166C-4698-BC7C-77F6986BB7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9CEE26-62B3-4470-8830-97A56F89C059}">
  <ds:schemaRefs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49fdd0f7-b5e6-4db2-af4b-ed23e4d5c043"/>
    <ds:schemaRef ds:uri="09f2d918-0e3a-466c-9f38-aa4613b318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91</Words>
  <Application>Microsoft Office PowerPoint</Application>
  <PresentationFormat>Breitbild</PresentationFormat>
  <Paragraphs>12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League Spartan</vt:lpstr>
      <vt:lpstr>Aptos</vt:lpstr>
      <vt:lpstr>Arial</vt:lpstr>
      <vt:lpstr>Segoe UI</vt:lpstr>
      <vt:lpstr>Symbol</vt:lpstr>
      <vt:lpstr>Wingdings</vt:lpstr>
      <vt:lpstr>MHP</vt:lpstr>
      <vt:lpstr>think-cell Slide</vt:lpstr>
      <vt:lpstr>M3: EDR/XDR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Platzhaltertitel</dc:title>
  <dc:creator>Sophia Rybing | i-pointing</dc:creator>
  <cp:lastModifiedBy>Claudio Stanullo</cp:lastModifiedBy>
  <cp:revision>10</cp:revision>
  <dcterms:created xsi:type="dcterms:W3CDTF">2024-05-08T11:14:55Z</dcterms:created>
  <dcterms:modified xsi:type="dcterms:W3CDTF">2026-01-26T19:30:56Z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0x010100BCAD236A75FEEE4D89C8DDCC17F2BFE1</vt:lpwstr>
  </property>
  <property fmtid="{D5CDD505-2E9C-101B-9397-08002B2CF9AE}" pid="3" name="MediaServiceImageTags">
    <vt:lpwstr/>
  </property>
</Properties>
</file>