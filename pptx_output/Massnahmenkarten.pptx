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Maßnahmenkarten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10 Maßnahmen × 3 Level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M1: IAM/PAM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Zugriffskontrolle, privilegierte Accounts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Zentrale AD, MFA für Admins, Passwortrichtlinie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+1  |  A +0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30k€  |  OPEX: 4k€/Welle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PAM (Privileged Access Management), Rollenkonzept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+4  |  I +3  |  A +0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60k€  |  OPEX: 10k€/Welle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JIT-Access, Session-Recording, Access-Reviews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+6  |  I +5  |  A 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100k€  |  OPEX: 20k€/Welle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M2: Logging &amp; SIEM/MDR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Sichtbarkeit schaffen, Angriffe erkennen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Windows Event Logs zentral sammeln, 30 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+1  |  I +3  |  A +0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20k€  |  OPEX: 2k€/Welle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SIEM mit Use Cases (Failed Logins, Priv. Escalation)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+5  |  A 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50k€  |  OPEX: 8k€/Welle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MDR (Managed Detection &amp; Response) mit 24/7-SOC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+7  |  A 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80k€  |  OPEX: 24k€/Welle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M3: EDR/XDR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Schadsoftware auf Clients/Servern erkennen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Aktueller Virenscanner, automatische Updates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+2  |  A 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24k€  |  OPEX: 4k€/Welle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EDR mit Behavioral Analysis, Auto-Isolation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+5  |  I +4  |  A 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56k€  |  OPEX: 10k€/Welle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XDR (Korrelation Endpoints, Netzwerk, Cloud)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+7  |  I +6  |  A 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90k€  |  OPEX: 18k€/Welle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-5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DC3545"/>
                </a:solidFill>
              </a:defRPr>
            </a:pPr>
            <a:r>
              <a:t>Benötigt: M2 min. L2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M4: Backup &amp; Disaster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Daten wiederherstellen, Betrieb aufrechterhalten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Tägliche Backups Office-IT, 14 Tage, kein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+0  |  I +4  |  A +3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16k€  |  OPEX: 6k€/Welle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100" b="1">
                <a:solidFill>
                  <a:srgbClr val="FF9900"/>
                </a:solidFill>
              </a:defRPr>
            </a:pPr>
            <a:r>
              <a:t>• Recovery: 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3-2-1-Regel, monatliche Restore-Tests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+1  |  I +6  |  A +5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40k€  |  OPEX: 12k€/Welle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100" b="1">
                <a:solidFill>
                  <a:srgbClr val="FF9900"/>
                </a:solidFill>
              </a:defRPr>
            </a:pPr>
            <a:r>
              <a:t>• Recovery: 30%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Immutable Backups (Air-Gap), DR-Plan, RTO &lt;4h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+1  |  I +8  |  A +7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80k€  |  OPEX: 20k€/Welle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-5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100" b="1">
                <a:solidFill>
                  <a:srgbClr val="FF9900"/>
                </a:solidFill>
              </a:defRPr>
            </a:pPr>
            <a:r>
              <a:t>• Recovery: 50%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M5: OT/IT-Netz-Segmentierung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Produktionsnetz vom Office-Netz trennen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Logische VLANs, keine Firewall-Regeln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+1  |  A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40k€  |  OPEX: 2k€/Welle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Firewall zwischen OT/IT, Whitelist-Prinzip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+2  |  A +6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70k€  |  OPEX: 6k€/Welle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IDS/IPS in OT, Micro-Segmentierung (Zonen/Linie)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+4  |  I +3  |  A +8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110k€  |  OPEX: 12k€/Welle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M6: Security Awareness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Mitarbeitende sensibilisieren, Phishing abwehren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Jährliche Pflicht-Schulung (E-Learning, 30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+1  |  A 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10k€  |  OPEX: 2k€/Welle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Quartalsweise Schulungen + Phishing-Simulationen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+2  |  A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24k€  |  OPEX: 6k€/Welle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Rollenspez. Training, Incident-Meldeprozess etabliert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+5  |  I +3  |  A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40k€  |  OPEX: 10k€/Welle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M7: Vulnerability &amp; Patch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Schwachstellen schließen, Angriffsfläche reduzieren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Automatische Windows-Updates, sporadisch OT-Patches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+3  |  A 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20k€  |  OPEX: 4k€/Welle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Monatliche Patch-Zyklen, Vulnerability-Scans (quartal)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+4  |  I +5  |  A 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44k€  |  OPEX: 8k€/Welle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-3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Risk-based Patching (CVSS), wöchentliche Scans, 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+6  |  I +7  |  A +4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76k€  |  OPEX: 14k€/Welle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-3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-4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0292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DC3545"/>
                </a:solidFill>
              </a:defRPr>
            </a:pPr>
            <a:r>
              <a:t>Benötigt: M2 min. L1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M8: Supplier Security &amp;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Lieferanten-Risiken managen, Abhängigkeiten absichern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Vertragliche Security-Klauseln, Ad-hoc-Checks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+1  |  I +2  |  A 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16k€  |  OPEX: 4k€/Welle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Supplier-Assessments (jährlich), SLA-Monitoring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+4  |  A +4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36k€  |  OPEX: 8k€/Welle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-1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Continuous Monitoring, Dual-Sourcing, Escrow-Verträge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+6  |  A +6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70k€  |  OPEX: 16k€/Welle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OT-Störung: -2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M9: Cloud Security (CSPM)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Cloud-Konfigurationen überwachen &amp; absichern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Basis-Monitoring Cloud-Backup (Veeam)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18k€  |  OPEX: 3k€/Welle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CSPM-Tool (z.B. Prisma Cloud), Compliance-Checks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40k€  |  OPEX: 7k€/Welle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Multi-Cloud-Security, IaC-Scanning, CNAPP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+4  |  I +4  |  A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70k€  |  OPEX: 14k€/Welle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Exfiltration: -1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M10: Mobile Device Management (MDM)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8F9FA"/>
                </a:solidFill>
              </a:defRPr>
            </a:pPr>
            <a:r>
              <a:t>Fokus: Smartphones/Tablets absichern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9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63040"/>
            <a:ext cx="2834640" cy="457200"/>
          </a:xfrm>
          <a:prstGeom prst="rect">
            <a:avLst/>
          </a:prstGeom>
          <a:solidFill>
            <a:srgbClr val="0099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1 (BASIS)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PIN-Pflicht, Remote-Wipe bei Verlust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+1  |  I +1  |  A +0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12k€  |  OPEX: 2k€/Welle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 i="1">
                <a:solidFill>
                  <a:srgbClr val="343A40"/>
                </a:solidFill>
              </a:defRPr>
            </a:pPr>
            <a:r>
              <a:t>• Keine direkte Wirkung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54680" y="1463040"/>
            <a:ext cx="2834640" cy="4572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2 (STANDARD)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MDM-Plattform (Intune/Jamf), App-Whitelisting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+2  |  I +2  |  A +1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28k€  |  OPEX: 5k€/Welle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463040"/>
            <a:ext cx="2834640" cy="5029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3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63040"/>
            <a:ext cx="2834640" cy="4572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508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LEVEL 3 (ERWEITERT)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965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43A40"/>
                </a:solidFill>
              </a:defRPr>
            </a:pPr>
            <a:r>
              <a:t>UEM (Unified Endpoint Mgmt.), MTD (Mobile Threat Def.)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CIA-Beitrag:</a:t>
            </a:r>
          </a:p>
          <a:p>
            <a:pPr>
              <a:defRPr sz="1200" b="1">
                <a:solidFill>
                  <a:srgbClr val="007AC2"/>
                </a:solidFill>
              </a:defRPr>
            </a:pPr>
            <a:r>
              <a:t>C +3  |  I +3  |  A 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2461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Kosten:</a:t>
            </a:r>
          </a:p>
          <a:p>
            <a:pPr>
              <a:defRPr sz="1100">
                <a:solidFill>
                  <a:srgbClr val="343A40"/>
                </a:solidFill>
              </a:defRPr>
            </a:pPr>
            <a:r>
              <a:t>Init: 50k€  |  OPEX: 10k€/Welle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794760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3A40"/>
                </a:solidFill>
              </a:defRPr>
            </a:pPr>
            <a:r>
              <a:t>Mitigation:</a:t>
            </a:r>
          </a:p>
          <a:p>
            <a:pPr>
              <a:defRPr sz="1100">
                <a:solidFill>
                  <a:srgbClr val="00994C"/>
                </a:solidFill>
              </a:defRPr>
            </a:pPr>
            <a:r>
              <a:t>• Ransomware: 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