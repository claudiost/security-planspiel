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Event-Karten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8F9FA"/>
                </a:solidFill>
              </a:defRPr>
            </a:pPr>
            <a:r>
              <a:t>Security-Planspiel MechTech</a:t>
            </a:r>
            <a:br/>
            <a:r>
              <a:t>Dynamische Spielereignisse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🎣 Phishing-Kampagne entdeckt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Eine gezielte Phishing-Kampagne gegen Ihre Mitarbeiter wurde entdeckt.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M6 mindestens Level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+2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Geschulte Mitarbeiter melden verdächtige E-Mails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-3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Mehrere Mitarbeiter klicken auf schädliche Links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📋 Cyber-Versicherung Prüfung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Ihre Cyber-Versicherung prüft Ihre Sicherheitsmaßnahmen für die Prämienkalkulation.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E-Wert mindestens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Budget +10k€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Niedrigere Prämie spart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Budget -15k€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Höhere Prämie belastet Budget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🔓 Kritische Schwachstelle veröffentlicht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Eine kritische Zero-Day-Schwachstelle wird öffentlich bekannt.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M7 mindestens Level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Keine Auswirkung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Patch-Prozess greift, Schwachstelle wird geschlossen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-2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Verzögerung beim Patchen erzeugt Unsicherheit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🏭 OEM-Sicherheitsaudit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Ein wichtiger Automobilkunde führt ein Sicherheitsaudit durch.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E-Wert mindestens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+5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Audit bestanden - Kundenvertrauen gestärkt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-5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Audit-Mängel gefährden Kundenbeziehung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⚙️ Produktionsdruck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Lieferengpässe erfordern Überstunden und schnelle Lösungen.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M5 mindestens Level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Keine Auswirkung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Segmentierte Netze erlauben flexible Produktion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OPEX +8k€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Notfall-Maßnahmen zur Absicherung der Produktion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👤 Security-Experte kündigt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Ein wichtiger IT-Security-Mitarbeiter verlässt das Unternehmen.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M2 mindestens Level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Keine Auswirkung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Dokumentierte Prozesse ermöglichen Übergabe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-3, OPEX +5k€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Wissensverlust erfordert teure Berater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⚖️ NIS2/KRITIS-Prüfung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Die Behörde prüft Ihre Compliance mit NIS2-Anforderungen.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Mindestens 4 Maßnahmen auf Level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+5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Compliance nachgewiesen - positive Bewertung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-5, Budget -15k€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Bußgeld und Nachbesserungspflicht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🔗 Lieferanten-Datenpanne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Ein wichtiger Lieferant meldet einen Sicherheitsvorfall.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M8 mindestens Level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+3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Vertraglich gesicherte Meldepflicht begrenzt Schaden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-3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Unklare Auswirkungen verunsichern Management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📊 Vorstandspräsentation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Welle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A40"/>
                </a:solidFill>
              </a:defRPr>
            </a:pPr>
            <a:r>
              <a:t>Der Vorstand fordert einen Bericht zum Sicherheitsstatus.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9144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600">
                <a:solidFill>
                  <a:srgbClr val="005293"/>
                </a:solidFill>
              </a:defRPr>
            </a:pPr>
            <a:r>
              <a:t>E-Wert mindestens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3931920" cy="146304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+3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Überzeugende Präsentation stärkt Position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657600"/>
            <a:ext cx="3931920" cy="1463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7490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Nicht erfüllt: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KZ -2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Kritische Nachfragen zu Investitionsentscheidungen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