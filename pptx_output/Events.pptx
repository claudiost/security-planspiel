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Event-Karten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8F9FA"/>
                </a:solidFill>
              </a:defRPr>
            </a:pPr>
            <a:r>
              <a:t>Security-Planspiel MechTech</a:t>
            </a:r>
            <a:br/>
            <a:r>
              <a:t>Dynamische Spielereignisse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📋 OEM-Audit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Trigger: Nach Welle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43A40"/>
                </a:solidFill>
              </a:defRPr>
            </a:pPr>
            <a:r>
              <a:t>Der große Automobilkunde prüft die Sicherheitsstandards. Wer gut vorbereitet ist, gewinnt Vertrauen - wer schlecht abschneidet, riskiert Aufträge.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14600"/>
            <a:ext cx="8229600" cy="11887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3A40"/>
                </a:solidFill>
              </a:defRPr>
            </a:pPr>
            <a:r>
              <a:t>Bedingung:</a:t>
            </a:r>
          </a:p>
          <a:p>
            <a:pPr>
              <a:defRPr sz="1600">
                <a:solidFill>
                  <a:srgbClr val="005293"/>
                </a:solidFill>
              </a:defRPr>
            </a:pPr>
            <a:r>
              <a:t>Wurde der Sicherheits-Zielwert nach Welle 1 erreicht?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3931920" cy="1280160"/>
          </a:xfrm>
          <a:prstGeom prst="round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931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Bei Erfüllung: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KZ +5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840480"/>
            <a:ext cx="3931920" cy="128016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931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Bei Nicht-Erfüllung: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KZ 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343A40"/>
                </a:solidFill>
              </a:defRPr>
            </a:pPr>
            <a:r>
              <a:t>Hintergrund: Bestanden: Kundenvertrauen steigt deutlich. Nicht bestanden: Vertrauen sinkt, Folgeaufträge gefährdet.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👥 Personalwechsel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Trigger: Nach Welle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43A40"/>
                </a:solidFill>
              </a:defRPr>
            </a:pPr>
            <a:r>
              <a:t>Ohne regelmäßige Schulungen und Sensibilisierung werden IT-Sicherheitsaufgaben zur Belastung. Überlastete Mitarbeiter verlassen das Unternehmen.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14600"/>
            <a:ext cx="8229600" cy="11887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3A40"/>
                </a:solidFill>
              </a:defRPr>
            </a:pPr>
            <a:r>
              <a:t>Bedingung:</a:t>
            </a:r>
          </a:p>
          <a:p>
            <a:pPr>
              <a:defRPr sz="1600">
                <a:solidFill>
                  <a:srgbClr val="005293"/>
                </a:solidFill>
              </a:defRPr>
            </a:pPr>
            <a:r>
              <a:t>Wurden die Mitarbeiter nicht ausreichend geschult (Awareness unter Level 2)?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840480"/>
            <a:ext cx="4572000" cy="128016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393192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Bei Nicht-Erfüllung: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KZ -2, OPEX +5k€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343A40"/>
                </a:solidFill>
              </a:defRPr>
            </a:pPr>
            <a:r>
              <a:t>Hintergrund: Fluktuation kostet Geld (Einarbeitung) und Know-how geht verloren.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🏆 DSGVO-Bonus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Trigger: Nach Welle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43A40"/>
                </a:solidFill>
              </a:defRPr>
            </a:pPr>
            <a:r>
              <a:t>Gute Zugriffskontrolle und Logging sind die Basis für Datenschutz-Compliance. Wer hier investiert hat, wird belohnt.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14600"/>
            <a:ext cx="8229600" cy="11887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3A40"/>
                </a:solidFill>
              </a:defRPr>
            </a:pPr>
            <a:r>
              <a:t>Bedingung:</a:t>
            </a:r>
          </a:p>
          <a:p>
            <a:pPr>
              <a:defRPr sz="1600">
                <a:solidFill>
                  <a:srgbClr val="005293"/>
                </a:solidFill>
              </a:defRPr>
            </a:pPr>
            <a:r>
              <a:t>Sind Zugriffskontrolle (M1) UND Logging (M2) mindestens auf Level 2?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840480"/>
            <a:ext cx="4572000" cy="1280160"/>
          </a:xfrm>
          <a:prstGeom prst="round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393192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Bei Erfüllung: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KZ +3, Budget +10k€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343A40"/>
                </a:solidFill>
              </a:defRPr>
            </a:pPr>
            <a:r>
              <a:t>Hintergrund: Compliance-Nachweis erleichtert Kundengewinnung und spart Bußgelder.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💰 Investoren-Vertrauen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Trigger: Nach Welle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43A40"/>
                </a:solidFill>
              </a:defRPr>
            </a:pPr>
            <a:r>
              <a:t>Wer viel in Sicherheit investiert, zeigt Weitsicht. Das überzeugt Investoren und Geldgeber.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14600"/>
            <a:ext cx="8229600" cy="11887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3A40"/>
                </a:solidFill>
              </a:defRPr>
            </a:pPr>
            <a:r>
              <a:t>Bedingung:</a:t>
            </a:r>
          </a:p>
          <a:p>
            <a:pPr>
              <a:defRPr sz="1600">
                <a:solidFill>
                  <a:srgbClr val="005293"/>
                </a:solidFill>
              </a:defRPr>
            </a:pPr>
            <a:r>
              <a:t>Wurde das höchste Budget-Level gewählt?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840480"/>
            <a:ext cx="4572000" cy="1280160"/>
          </a:xfrm>
          <a:prstGeom prst="round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393192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Bei Erfüllung: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KZ +8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343A40"/>
                </a:solidFill>
              </a:defRPr>
            </a:pPr>
            <a:r>
              <a:t>Hintergrund: Hohe Sicherheitsinvestitionen signalisieren professionelles Risikomanagement.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⚠️ Compliance-Lücke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Trigger: Nach Welle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43A40"/>
                </a:solidFill>
              </a:defRPr>
            </a:pPr>
            <a:r>
              <a:t>Zu wenig Budget bedeutet Kompromisse bei der Sicherheit. Das fällt spätestens bei Audits und Kundenanfragen negativ auf.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14600"/>
            <a:ext cx="8229600" cy="11887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3A40"/>
                </a:solidFill>
              </a:defRPr>
            </a:pPr>
            <a:r>
              <a:t>Bedingung:</a:t>
            </a:r>
          </a:p>
          <a:p>
            <a:pPr>
              <a:defRPr sz="1600">
                <a:solidFill>
                  <a:srgbClr val="005293"/>
                </a:solidFill>
              </a:defRPr>
            </a:pPr>
            <a:r>
              <a:t>Wurde das niedrigste Budget-Level gewählt?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840480"/>
            <a:ext cx="4572000" cy="128016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393192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Bei Nicht-Erfüllung: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KZ 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343A40"/>
                </a:solidFill>
              </a:defRPr>
            </a:pPr>
            <a:r>
              <a:t>Hintergrund: Sichtbare Sicherheitslücken schaden dem Ruf bei Kunden und Partnern.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