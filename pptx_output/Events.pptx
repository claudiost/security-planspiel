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5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Event-Karten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8F9FA"/>
                </a:solidFill>
              </a:defRPr>
            </a:pPr>
            <a:r>
              <a:t>Security-Planspiel MechTech</a:t>
            </a:r>
            <a:br/>
            <a:r>
              <a:t>Dynamische Spielereignisse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