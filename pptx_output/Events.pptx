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Event-Karten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8F9FA"/>
                </a:solidFill>
              </a:defRPr>
            </a:pPr>
            <a:r>
              <a:t>Security-Planspiel MechTech</a:t>
            </a:r>
            <a:br/>
            <a:r>
              <a:t>Dynamische Spielereignisse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📋 OEM-Audit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Trigger: Nach Welle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343A40"/>
                </a:solidFill>
              </a:defRPr>
            </a:pPr>
            <a:r>
              <a:t>OEM-Audit prüft Sicherheitsstandards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08960"/>
            <a:ext cx="8229600" cy="109728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800">
                <a:solidFill>
                  <a:srgbClr val="005293"/>
                </a:solidFill>
              </a:defRPr>
            </a:pPr>
            <a:r>
              <a:t>Nach Welle 1: E-Wert ≥ Zielwert?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480560"/>
            <a:ext cx="3931920" cy="109728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Bei Erfüllung: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KZ +5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4480560"/>
            <a:ext cx="3931920" cy="109728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46177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Bei Nicht-Erfüllung: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KZ -3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👥 Personalwechsel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Trigger: Nach Welle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343A40"/>
                </a:solidFill>
              </a:defRPr>
            </a:pPr>
            <a:r>
              <a:t>Personalwechsel erfordert Einarbeitung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08960"/>
            <a:ext cx="8229600" cy="109728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800">
                <a:solidFill>
                  <a:srgbClr val="005293"/>
                </a:solidFill>
              </a:defRPr>
            </a:pPr>
            <a:r>
              <a:t>M6 (Security Awareness) &lt; Level 2?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4480560"/>
            <a:ext cx="3931920" cy="109728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46177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Bei Nicht-Erfüllung: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KZ -2, OPEX +5k€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🏆 DSGVO-Bonus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Trigger: Nach Welle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343A40"/>
                </a:solidFill>
              </a:defRPr>
            </a:pPr>
            <a:r>
              <a:t>DSGVO-Konformität wird belohnt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08960"/>
            <a:ext cx="8229600" cy="109728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800">
                <a:solidFill>
                  <a:srgbClr val="005293"/>
                </a:solidFill>
              </a:defRPr>
            </a:pPr>
            <a:r>
              <a:t>M1 ≥ L2 UND M2 ≥ L2?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480560"/>
            <a:ext cx="3931920" cy="109728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Bei Erfüllung: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KZ +3, Budget +10k€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💰 Investoren-Vertrauen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Trigger: Nach Welle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343A40"/>
                </a:solidFill>
              </a:defRPr>
            </a:pPr>
            <a:r>
              <a:t>Hohe Sicherheitsinvestitionen stärken Investorenvertrauen und Marktposition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08960"/>
            <a:ext cx="8229600" cy="109728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800">
                <a:solidFill>
                  <a:srgbClr val="005293"/>
                </a:solidFill>
              </a:defRPr>
            </a:pPr>
            <a:r>
              <a:t>Budget-Tier = 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480560"/>
            <a:ext cx="3931920" cy="1097280"/>
          </a:xfrm>
          <a:prstGeom prst="round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Bei Erfüllung: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KZ +8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⚠️ Compliance-Lücke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Trigger: Nach Welle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343A40"/>
                </a:solidFill>
              </a:defRPr>
            </a:pPr>
            <a:r>
              <a:t>Begrenztes Budget führt zu Compliance-Lücken bei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08960"/>
            <a:ext cx="8229600" cy="109728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007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3A40"/>
                </a:solidFill>
              </a:defRPr>
            </a:pPr>
            <a:r>
              <a:t>Bedingung:</a:t>
            </a:r>
          </a:p>
          <a:p>
            <a:pPr>
              <a:defRPr sz="1800">
                <a:solidFill>
                  <a:srgbClr val="005293"/>
                </a:solidFill>
              </a:defRPr>
            </a:pPr>
            <a:r>
              <a:t>Budget-Tier = 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4480560"/>
            <a:ext cx="3931920" cy="109728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46177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Bei Nicht-Erfüllung: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KZ -3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