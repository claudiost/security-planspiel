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4"/>
  </p:sldMasterIdLst>
  <p:notesMasterIdLst>
    <p:notesMasterId r:id="rId35"/>
  </p:notesMasterIdLst>
  <p:handoutMasterIdLst>
    <p:handoutMasterId r:id="rId36"/>
  </p:handoutMasterIdLst>
  <p:sldIdLst>
    <p:sldId id="410" r:id="rId5"/>
    <p:sldId id="411" r:id="rId6"/>
    <p:sldId id="412" r:id="rId7"/>
    <p:sldId id="413" r:id="rId8"/>
    <p:sldId id="414" r:id="rId9"/>
    <p:sldId id="415" r:id="rId10"/>
    <p:sldId id="416" r:id="rId11"/>
    <p:sldId id="417" r:id="rId12"/>
    <p:sldId id="418" r:id="rId13"/>
    <p:sldId id="419" r:id="rId14"/>
    <p:sldId id="420" r:id="rId15"/>
    <p:sldId id="421" r:id="rId16"/>
    <p:sldId id="422" r:id="rId17"/>
    <p:sldId id="423" r:id="rId18"/>
    <p:sldId id="424" r:id="rId19"/>
    <p:sldId id="425" r:id="rId20"/>
    <p:sldId id="426" r:id="rId21"/>
    <p:sldId id="427" r:id="rId22"/>
    <p:sldId id="428" r:id="rId23"/>
    <p:sldId id="429" r:id="rId24"/>
    <p:sldId id="430" r:id="rId25"/>
    <p:sldId id="431" r:id="rId26"/>
    <p:sldId id="432" r:id="rId27"/>
    <p:sldId id="433" r:id="rId28"/>
    <p:sldId id="434" r:id="rId29"/>
    <p:sldId id="435" r:id="rId30"/>
    <p:sldId id="436" r:id="rId31"/>
    <p:sldId id="437" r:id="rId32"/>
    <p:sldId id="438" r:id="rId33"/>
    <p:sldId id="439" r:id="rId34"/>
  </p:sldIdLst>
  <p:sldSz cx="12192000" cy="6858000"/>
  <p:notesSz cx="6858000" cy="9144000"/>
  <p:custDataLst>
    <p:tags r:id="rId37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Page" id="{C607ED75-9B02-4393-99C3-F1289E5E11B6}">
          <p14:sldIdLst/>
        </p14:section>
        <p14:section name="Table of Contents" id="{80AA37D9-5FE2-E241-822A-E14F356F3402}">
          <p14:sldIdLst/>
        </p14:section>
        <p14:section name="Guidelines" id="{3004A71A-ECA1-4DF5-BA89-8B29C12D940B}">
          <p14:sldIdLst/>
        </p14:section>
        <p14:section name="Slide Library" id="{2A5B8BE1-3ADD-AF46-B02C-71E8CFD3A444}">
          <p14:sldIdLst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  <p14:sldId id="438"/>
            <p14:sldId id="439"/>
          </p14:sldIdLst>
        </p14:section>
        <p14:section name="Icons Library" id="{7C84FEDE-7B9E-294B-A291-BD48A5F4E8E4}">
          <p14:sldIdLst/>
        </p14:section>
        <p14:section name="Maps Library" id="{615F157A-7853-A141-B32B-F2750D1E857F}">
          <p14:sldIdLst/>
        </p14:section>
        <p14:section name="Flags Library" id="{F35A8482-B146-7C4E-B0E9-FCE4765CBCAB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3E4D02-AB90-9BBF-5EFF-D32E969224AD}" name="Alexandra Caluseri" initials="AC" userId="S::alexandra.caluseri@mhp.com::ad5dd261-3a4e-469e-ac6b-691c7f696dc7" providerId="AD"/>
  <p188:author id="{EEC27003-A16B-478E-6937-3ACCC63195E2}" name="Sophia Rybing | i-pointing" initials="SR" userId="S::sophia.rybing@i-pointing.de::684fd05d-6aec-4bfc-a972-e30661d28a6b" providerId="AD"/>
  <p188:author id="{9CD0D913-EBA1-2697-BF27-42C9045AB20F}" name="Roxana-Aniela Oroian" initials="RO" userId="S::roxana-aniela.oroian@mhp.com::64fc5bb4-7223-4a1a-a9a4-8677cb341afd" providerId="AD"/>
  <p188:author id="{16024027-DE90-B643-A5AB-981C457C49CE}" name="Lennart Brouwer" initials="" userId="S::lennart.brouwer@mhp.com::d27dd6d1-bc5d-47e9-a589-6145e0c37199" providerId="AD"/>
  <p188:author id="{814D794E-E7B5-3AD6-159C-5E5AB476F9CB}" name="Andreea Lapuste" initials="AL" userId="S::andreea.lapuste@mhp.com::0ff6f271-2684-43fc-8ddc-9feb67db32a1" providerId="AD"/>
  <p188:author id="{B5735751-ECA2-FFCF-E825-45EBFA9FF1F1}" name="Nina Bauermann | i-pointing" initials="NB" userId="S::Nina.Bauermann@i-pointing.de::ea9b2913-e845-4eeb-a112-7187b6c4b448" providerId="AD"/>
  <p188:author id="{6BF52E52-6CEE-EDBB-300A-3BF6A29DC9A4}" name="Guest User" initials="GU" userId="S::urn:spo:anon#60fdd5421a9e105bd1d5e418a08a3ff40636ed9aeb9ec006da57b78e5833957a::" providerId="AD"/>
  <p188:author id="{0F6D3E57-D49F-0515-5126-05A1DFFC49B3}" name="roxana-aniela.oroian@mhp.com" initials="ro" userId="S::urn:spo:guest#roxana-aniela.oroian@mhp.com::" providerId="AD"/>
  <p188:author id="{CF956963-B8A1-6385-7137-0782CF06A58B}" name="Patrycja Soltysiak" initials="PS" userId="S::Patrycja.Soltysiak@i-pointing.de::b00dd03d-f5c9-4929-987d-3f948262db60" providerId="AD"/>
  <p188:author id="{DB7DBFBE-A3C2-189F-9C83-7512BF420A61}" name="andreea.lapuste@mhp.com" initials="an" userId="S::urn:spo:guest#andreea.lapuste@mhp.com::" providerId="AD"/>
  <p188:author id="{46BBECEC-2AF5-7AAF-666A-2CF1AA6C60A2}" name="Andreea Lapuste" initials="AL" userId="S::net.andreea.lapuste@mhp.com::0ff6f271-2684-43fc-8ddc-9feb67db32a1" providerId="AD"/>
  <p188:author id="{0F5E8DEE-DC95-EB92-8B53-D347D73635FE}" name="Giulia-Lavinia Jean" initials="GJ" userId="S::giulia-lavinia.jean@mhp.com::5a5624c6-683e-461a-b219-9ada4575c4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DED"/>
    <a:srgbClr val="3A43FF"/>
    <a:srgbClr val="EBEFFF"/>
    <a:srgbClr val="A5B202"/>
    <a:srgbClr val="FF3399"/>
    <a:srgbClr val="FFFFFF"/>
    <a:srgbClr val="00CC67"/>
    <a:srgbClr val="DDEF03"/>
    <a:srgbClr val="CDD6FF"/>
    <a:srgbClr val="F0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E3D4D8-66B4-1843-BBCD-252BCFBB90B5}" v="3" dt="2025-09-09T10:27:37.276"/>
    <p1510:client id="{C6062A33-DC75-E04B-91F5-6B00FBB612A6}" v="1" dt="2025-09-09T10:39:32.980"/>
  </p1510:revLst>
</p1510:revInfo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39"/>
    <p:restoredTop sz="94654"/>
  </p:normalViewPr>
  <p:slideViewPr>
    <p:cSldViewPr snapToGrid="0">
      <p:cViewPr varScale="1">
        <p:scale>
          <a:sx n="150" d="100"/>
          <a:sy n="150" d="100"/>
        </p:scale>
        <p:origin x="121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notesMaster" Target="notesMasters/notesMaster1.xml"/><Relationship Id="rId36" Type="http://schemas.openxmlformats.org/officeDocument/2006/relationships/handoutMaster" Target="handoutMasters/handoutMaster1.xml"/><Relationship Id="rId37" Type="http://schemas.openxmlformats.org/officeDocument/2006/relationships/tags" Target="tags/tag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microsoft.com/office/2015/10/relationships/revisionInfo" Target="revisionInfo.xml"/><Relationship Id="rId43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8F548F-0723-1361-F9F0-550EFB6ACC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624B7C-CC19-A67D-ADCE-B842FEBFB1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C04417-BBC1-4518-9A0D-FF86BA202DD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EC7F2F-DC13-418E-8649-8BF84B4B2D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AEA43-998C-3818-2C0F-F8DE57AADB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A6BC3-664A-45E6-8F44-E085579B22A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6186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AC601-79EC-4230-922D-8A80BCD7E733}" type="datetimeFigureOut">
              <a:rPr lang="en-CA" smtClean="0"/>
              <a:t>2026-01-26</a:t>
            </a:fld>
            <a:endParaRPr lang="en-CA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6FB33-408D-4E42-9983-6C93B3CEFE46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0353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1523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11824-7655-9F01-6902-7DC13BDD4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DA232-B318-850E-D5AF-A53FE3A44E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32C83F-D4A8-4224-624F-0DD26916D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833E7-07A4-955F-1EA3-EF22A5BE0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7271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1CCA7-AFEB-9E94-E6A5-21AFBEC68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DEFCF1-E4EF-4BCC-301A-15BBC7AFC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788F2-F902-81CE-1B2E-A46B9C456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0EA43-94BD-4575-7E0E-EA8ED94D47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399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4BC39-428C-F3A4-07BF-024EBF670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C3415-DD48-9523-AA42-A85E8D17CC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DB6DF-7C96-6940-109F-EB81EA064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380B2-EBB6-C707-C918-4E638E7AA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383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A610B-3A41-340B-C5FE-CA91F4FC6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082F9-CA2B-C302-2B7E-7B5F97204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3E284-CFCE-9F12-50CE-E347F7D8D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BCBF9-09B4-965A-4F42-003CD02EA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6069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7BF22-EC4B-78FE-3FCD-7ED446373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C9E326-9DBC-7C95-B567-E9DC51E4D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13084D-355A-9D1C-E28C-EDB8E576B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36713-199A-640E-9BC4-4C924F886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7853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0CDEF-B43B-9747-4EA7-88136DD18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2ABF32-0907-7058-37C7-4BB671F6E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960712-E415-6318-DC7B-EE61FDF64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51924-FAEF-73F4-DC19-56152A93E8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0227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C7598-D235-8049-BCDD-8DE05F616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910EE2-19B1-0A18-EC9A-5669BE37A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113415-8AC8-4E54-D886-5DF990FFB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2E5EA-9B2A-1E50-5BC6-06E7076FA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519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83239-524C-C558-BB5C-C2E930D80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8D621-D1CB-4432-8541-92538C480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944E8C-9E45-7B29-178A-82CD9828F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75EE1-5217-C0A8-C96E-21D0D38CC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5237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C6DDD-6219-583D-20D8-93310CDD2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E6658C-8FB0-7D10-18BF-61139AEAA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D0EA80-C0BE-0B4B-6AAD-1772153C7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3E0E5-68EF-1B3E-1BC7-6CFAE8BC14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76429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FB80C-2053-CF42-C3EB-94EC96073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022EA0-7433-3C47-D11B-9FFCC82E7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29A497-858B-FAD9-10C9-87B97EE2B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97065-CA13-AECA-7F32-90EFE9281D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10443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CD314-E710-4E71-32B2-94B176B3E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4AB32-9C70-3F47-25DD-16A12DC7E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B86D50-C020-C85D-D9A2-B428759E9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77985-AC81-BA25-ACAC-EA2DF7873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3634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B4970-3FA2-B9E2-0481-41EA8CD05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70CA11-DE42-A377-587F-D54DCBB8F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F1138A-DDE3-2EFD-070B-033F17246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6766D-25D2-46D9-252B-F5051244A7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75094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B0FF7-A135-8B67-CB16-429CF09A3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70482-CBD9-B68B-62A8-220F25338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35BF4-2019-C520-7199-AEB7CAF07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2F848-C89E-0DB0-7F72-8AF495C12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55094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F4964-67F1-EE6A-A801-C525DDAF2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27AA5-544F-ED55-AB8F-FC10CFF50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0678A-81CE-89CE-92BB-7B05548A4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B715B-6CD9-3AF1-07C3-EDCAA4D4F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22467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3DC51-81BE-35C8-EAA1-4D9095EF5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8E160-DF6E-361D-9F3D-F4F11DBEC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D8A608-1EAC-EE6A-4FF6-80D02A203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7FE45-A402-05F4-E350-BD4B5B4C42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60553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1641C-4246-4E24-883B-2387B8C6F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14A73A-2634-6503-C025-21649D2A5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E5F5D7-00CA-4DA1-4DFF-49E6E964D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B2AE5-2CF0-054F-AAC1-6A3EAA4EA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55049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EECDB-E984-33FF-04E6-9B78A8B59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77546B-DBB3-5349-FE3C-F5FC5A123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FE569-7852-4B50-1FE0-99C083E31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AFD23-DDA9-C6C8-6F2A-0E907A25D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41884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B2165-61F3-24C7-630A-2EE481515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E822D-3C89-D5B9-1E97-0FB95AA93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7C6332-E9A3-E863-4382-FAF2E8D08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925C9-080F-84A7-4EF1-19BC1EC4B0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83086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C0142-445D-B20D-AFAD-CC9C6DDD2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1FCB9-E8F8-C54C-A3DD-62771AC5C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6D479-906A-D48B-F728-B0B7E0419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98B1C-5856-54DA-A97A-598E339C0E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49046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E3F07-4D86-AEE5-B1B0-0DE2108A7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E5904-6E03-14BE-9EC9-FEF6C2F7E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AA5D5E-F8BD-24DB-1664-A93839A8C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AD4B1-127D-B924-00D6-DB60688D0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80630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DC424-4CA9-AFD1-2AEC-C8259ACCF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E452C-D59A-7605-1B65-5766A14F4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4E0926-5FD8-CA6B-5FA1-388F6B430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B5956-4A17-A005-D027-C6089D2061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65000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4E195-F82A-4879-2CBB-0BF17F8B1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F8B71B-58B2-CC28-E38A-912ECAE0C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79E9DD-6AFD-64CB-D13A-7FFD15215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89ABB-550A-F380-79F1-B38421684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16681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7A001-E5A8-6C34-4D5E-1254FB17D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8CEBD3-02F3-A48F-0B7D-ADBC45DDD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F1D7B-8666-8AC7-5C2A-8C4DD3C3A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DB50D-AC13-9D51-C9BD-900C3AFF8B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99112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85EE6-5FFB-41A8-6A26-B55D4170E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2C253F-BB3D-01FB-1798-215BE3904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B0235-F980-5AC7-6139-80251EE86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DC8B5-10BB-1E7C-AA60-60361483B0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73514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38DCE-C0BF-A60F-6CDC-D9B8BCB98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05ECB-88B1-36F7-4265-0FDE0E7B6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7CD929-03E9-989D-560A-40D4FECBA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8418F-4450-9615-BBC7-5F17382F24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53245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C9EC5-03B4-8AAE-22CE-A938216C0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BF495-85AC-1342-0C66-4347BA8FD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E309A-5D13-D994-DA0F-A1E45FF1E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967CC-7E6D-AB96-6D18-029BD7208F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23535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5D206-C029-C49F-33A8-80D508543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A6CBF7-F919-0D48-D059-C1BCC6292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7D027-22DA-2F56-2F24-372841EF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2D699-B3FA-3258-301E-B06BB94EB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43173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5283E-9DB3-BA3C-F8D7-FB1F57351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8907B-0A45-D199-BEE3-A661775A2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168CB-A462-4DA6-FCCD-17D5181A1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94B9F-E7FC-09BA-567F-29FFD5A55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51699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9D018-426E-D304-2849-8310C427C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2ADE4-55F7-0D81-9963-CF3C8C9E3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31814-FA5E-B95A-11C2-20E67349B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0926E-8315-4454-112E-8094E9E8A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255612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Simpl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hteck 43">
            <a:extLst>
              <a:ext uri="{FF2B5EF4-FFF2-40B4-BE49-F238E27FC236}">
                <a16:creationId xmlns:a16="http://schemas.microsoft.com/office/drawing/2014/main" id="{29AC1DB3-A364-5A5A-4458-F6D21574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1381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89804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D832960-CDA8-823E-15E4-30E3BD2CA0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350659"/>
            <a:ext cx="9144000" cy="553998"/>
          </a:xfrm>
        </p:spPr>
        <p:txBody>
          <a:bodyPr vert="horz" anchor="t"/>
          <a:lstStyle>
            <a:lvl1pPr algn="ctr"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Add </a:t>
            </a:r>
            <a:r>
              <a:rPr lang="de-DE" err="1"/>
              <a:t>presentation</a:t>
            </a:r>
            <a:r>
              <a:rPr lang="de-DE"/>
              <a:t> </a:t>
            </a:r>
            <a:r>
              <a:rPr lang="de-DE" err="1"/>
              <a:t>titlE</a:t>
            </a:r>
            <a:endParaRPr lang="en-CA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287F373-6A36-D830-BBFF-5BC526A72A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5441245"/>
            <a:ext cx="9144000" cy="276999"/>
          </a:xfrm>
        </p:spPr>
        <p:txBody>
          <a:bodyPr>
            <a:spAutoFit/>
          </a:bodyPr>
          <a:lstStyle>
            <a:lvl1pPr marL="0" indent="0" algn="ctr">
              <a:buNone/>
              <a:defRPr sz="18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MHP Quote-</a:t>
            </a:r>
            <a:r>
              <a:rPr lang="de-DE" err="1"/>
              <a:t>No</a:t>
            </a:r>
            <a:r>
              <a:rPr lang="de-DE"/>
              <a:t>. </a:t>
            </a:r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5A053A31-D315-58B6-B194-6EB692BB6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5051482" y="1484313"/>
            <a:ext cx="2089038" cy="833340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D413C6D-6242-0EAD-D568-DB553BE6770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E4C4E3A-FC09-B574-0BCB-8066B3FB15D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2A0E1A-0EDB-C5B6-51E5-981BE11E54D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DD59E1A-C8BD-5041-74B6-A05F634BC1F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E8D5896-4B70-893D-3B15-5601B41E480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9957FCD-EC82-D997-5FFA-274C5B51778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F2BA7CA-8188-4C52-205A-517F7A0B59C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2071794-20EE-C045-2A71-9F31668CC69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C5A9BDA-F69F-A6BF-304B-946744AA58C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1187800-CC88-6119-E2DC-27262530FA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68F0935-D1E6-73A0-E7E0-CDA4E203A35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AB34E3A-6F8B-6B73-A9F4-B709329E7A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37720B8-12CD-7A0E-256D-AB460801A63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BD0AA43-F83D-2F87-DF93-66F9CA13A5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DE2DD95-01C4-A0F1-43F1-109DD73126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4E9D878-2B64-25B1-B41D-F66E2F63DF0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8ABB3D9-464F-F735-DEA5-ABC0120F00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A573133-EF96-8589-2BF1-088B1044065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38CEEF2-882B-E3EE-8FD3-7DE0BC8430E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0DC81826-9A4C-FD0D-FDAE-A8C0602A00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B48FB929-8D8E-76C5-A881-E20BD54A39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48A6352-713F-0A02-F433-13D25B61D1B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9493CB0-4949-B334-F0C6-753F98F2C3F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43" name="Textplatzhalter 42">
            <a:extLst>
              <a:ext uri="{FF2B5EF4-FFF2-40B4-BE49-F238E27FC236}">
                <a16:creationId xmlns:a16="http://schemas.microsoft.com/office/drawing/2014/main" id="{57DD1241-2A1B-F420-A921-54F65AB261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8009" y="6019840"/>
            <a:ext cx="1103602" cy="36191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ctr">
              <a:buNone/>
              <a:defRPr sz="1200" cap="all" baseline="0">
                <a:solidFill>
                  <a:schemeClr val="bg1"/>
                </a:solidFill>
              </a:defRPr>
            </a:lvl1pPr>
            <a:lvl2pPr marL="252000" indent="0" algn="ctr">
              <a:buNone/>
              <a:defRPr>
                <a:solidFill>
                  <a:schemeClr val="bg1"/>
                </a:solidFill>
              </a:defRPr>
            </a:lvl2pPr>
            <a:lvl3pPr marL="504000" indent="0" algn="ctr">
              <a:buNone/>
              <a:defRPr>
                <a:solidFill>
                  <a:schemeClr val="bg1"/>
                </a:solidFill>
              </a:defRPr>
            </a:lvl3pPr>
            <a:lvl4pPr marL="756000" indent="0" algn="ctr">
              <a:buNone/>
              <a:defRPr>
                <a:solidFill>
                  <a:schemeClr val="bg1"/>
                </a:solidFill>
              </a:defRPr>
            </a:lvl4pPr>
            <a:lvl5pPr marL="10080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Place, Date</a:t>
            </a:r>
          </a:p>
        </p:txBody>
      </p:sp>
    </p:spTree>
    <p:extLst>
      <p:ext uri="{BB962C8B-B14F-4D97-AF65-F5344CB8AC3E}">
        <p14:creationId xmlns:p14="http://schemas.microsoft.com/office/powerpoint/2010/main" val="183448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Client Logo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hteck 43">
            <a:extLst>
              <a:ext uri="{FF2B5EF4-FFF2-40B4-BE49-F238E27FC236}">
                <a16:creationId xmlns:a16="http://schemas.microsoft.com/office/drawing/2014/main" id="{29AC1DB3-A364-5A5A-4458-F6D21574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0791681C-A270-31D1-136C-A834B9040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 bwMode="black">
          <a:xfrm>
            <a:off x="6678254" y="1489175"/>
            <a:ext cx="1750997" cy="698495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0C7EB7FE-9E26-6D38-4EF4-8D05F0B161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1B1149-6FFC-3C39-741A-D65A146D012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3B5A6BB-4A9C-4F0C-B52E-2CBFA5ECD26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A1EB3F81-091B-00E3-1856-B1BA2DCEA45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BD666F36-23AE-A6A5-CAB9-342D2630DB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96F0A04-E2E3-B3EC-B00A-F36880FEB7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4C81523-CD38-AEA9-43CE-DE09A4ED5A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4218DF69-828F-3E45-7EE4-2A9CC2B4C2D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093CED59-BA48-4657-D2B5-E016DB8229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A6A57279-FA69-ABA2-F8DF-B603C3090A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2CDF7285-422F-47FB-3220-AB280340929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B4836D42-D0EF-B8EE-579A-26416908E5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2A93973F-41B4-C487-0EF4-61721F56AB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C10F19E0-AA4C-C957-0739-BD4BF16438E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0082C831-8EC3-6575-2CC2-C2F0BEBEC15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1E0F5E51-A2F6-4344-ADDD-6095C04994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B5E05BD9-24C2-2339-2B1B-1BC8E072EE5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FCFBD939-A61B-B1BE-B4C5-EFEBF0EB4C1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65C71E6A-03AD-58B4-9B90-E303BA8F1F8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67D425F8-DBC1-EFD2-E35C-F3FBC8AE65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DC58C6BA-5788-C418-9536-95411D30FC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947CF438-BACC-8F13-E01F-7FEA975452A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8C2FCA06-BB7D-74FD-8CB0-6EA1B01BBE3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3AB0A9DC-4EF4-A5A7-DA22-B7FA91C15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0471" y="1484313"/>
            <a:ext cx="1943100" cy="698400"/>
          </a:xfr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Dedicated placeholder for client logo</a:t>
            </a:r>
          </a:p>
        </p:txBody>
      </p:sp>
      <p:sp>
        <p:nvSpPr>
          <p:cNvPr id="46" name="Titel 1">
            <a:extLst>
              <a:ext uri="{FF2B5EF4-FFF2-40B4-BE49-F238E27FC236}">
                <a16:creationId xmlns:a16="http://schemas.microsoft.com/office/drawing/2014/main" id="{97037FA9-A734-926E-B263-6D5001908A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350659"/>
            <a:ext cx="9144000" cy="553998"/>
          </a:xfrm>
        </p:spPr>
        <p:txBody>
          <a:bodyPr vert="horz" anchor="t"/>
          <a:lstStyle>
            <a:lvl1pPr algn="ctr"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Add </a:t>
            </a:r>
            <a:r>
              <a:rPr lang="de-DE" err="1"/>
              <a:t>presentation</a:t>
            </a:r>
            <a:r>
              <a:rPr lang="de-DE"/>
              <a:t> </a:t>
            </a:r>
            <a:r>
              <a:rPr lang="de-DE" err="1"/>
              <a:t>titlE</a:t>
            </a:r>
            <a:endParaRPr lang="en-CA"/>
          </a:p>
        </p:txBody>
      </p:sp>
      <p:sp>
        <p:nvSpPr>
          <p:cNvPr id="47" name="Untertitel 2">
            <a:extLst>
              <a:ext uri="{FF2B5EF4-FFF2-40B4-BE49-F238E27FC236}">
                <a16:creationId xmlns:a16="http://schemas.microsoft.com/office/drawing/2014/main" id="{A212A3AF-326B-C975-D514-7789D0AA06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5441245"/>
            <a:ext cx="9144000" cy="276999"/>
          </a:xfrm>
        </p:spPr>
        <p:txBody>
          <a:bodyPr>
            <a:spAutoFit/>
          </a:bodyPr>
          <a:lstStyle>
            <a:lvl1pPr marL="0" indent="0" algn="ctr">
              <a:buNone/>
              <a:defRPr sz="18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MHP Quote-</a:t>
            </a:r>
            <a:r>
              <a:rPr lang="de-DE" err="1"/>
              <a:t>No</a:t>
            </a:r>
            <a:r>
              <a:rPr lang="de-DE"/>
              <a:t>. </a:t>
            </a:r>
            <a:endParaRPr lang="en-CA"/>
          </a:p>
        </p:txBody>
      </p:sp>
      <p:sp>
        <p:nvSpPr>
          <p:cNvPr id="4" name="Textplatzhalter 42">
            <a:extLst>
              <a:ext uri="{FF2B5EF4-FFF2-40B4-BE49-F238E27FC236}">
                <a16:creationId xmlns:a16="http://schemas.microsoft.com/office/drawing/2014/main" id="{B7BFD85D-A783-6A68-4945-DE451438C1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8009" y="6019840"/>
            <a:ext cx="1103602" cy="36191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ctr">
              <a:buNone/>
              <a:defRPr sz="1200" cap="all" baseline="0">
                <a:solidFill>
                  <a:schemeClr val="bg1"/>
                </a:solidFill>
              </a:defRPr>
            </a:lvl1pPr>
            <a:lvl2pPr marL="252000" indent="0" algn="ctr">
              <a:buNone/>
              <a:defRPr>
                <a:solidFill>
                  <a:schemeClr val="bg1"/>
                </a:solidFill>
              </a:defRPr>
            </a:lvl2pPr>
            <a:lvl3pPr marL="504000" indent="0" algn="ctr">
              <a:buNone/>
              <a:defRPr>
                <a:solidFill>
                  <a:schemeClr val="bg1"/>
                </a:solidFill>
              </a:defRPr>
            </a:lvl3pPr>
            <a:lvl4pPr marL="756000" indent="0" algn="ctr">
              <a:buNone/>
              <a:defRPr>
                <a:solidFill>
                  <a:schemeClr val="bg1"/>
                </a:solidFill>
              </a:defRPr>
            </a:lvl4pPr>
            <a:lvl5pPr marL="10080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Place, Date</a:t>
            </a:r>
          </a:p>
        </p:txBody>
      </p:sp>
    </p:spTree>
    <p:extLst>
      <p:ext uri="{BB962C8B-B14F-4D97-AF65-F5344CB8AC3E}">
        <p14:creationId xmlns:p14="http://schemas.microsoft.com/office/powerpoint/2010/main" val="4074881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white_2 lines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43">
            <a:extLst>
              <a:ext uri="{FF2B5EF4-FFF2-40B4-BE49-F238E27FC236}">
                <a16:creationId xmlns:a16="http://schemas.microsoft.com/office/drawing/2014/main" id="{935F2909-85BE-5E77-269D-0FF47A794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44B8E79-04A7-CD98-8EF6-E212565A1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3207657" y="0"/>
            <a:ext cx="89843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9931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7B7157D-CC1E-049E-3121-300A4FAD9EE3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713B47-FDFD-44F6-B33D-CFB4326DB920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84D281E3-2D83-A5AC-F035-AB31EF1F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0" y="9625"/>
            <a:ext cx="320765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grpSp>
        <p:nvGrpSpPr>
          <p:cNvPr id="46" name="Gruppieren 14">
            <a:extLst>
              <a:ext uri="{FF2B5EF4-FFF2-40B4-BE49-F238E27FC236}">
                <a16:creationId xmlns:a16="http://schemas.microsoft.com/office/drawing/2014/main" id="{7A5B37BE-600D-3858-D0E2-A4203BCF9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7DB3670A-33D2-894A-4B00-D950267C9F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8">
              <a:extLst>
                <a:ext uri="{FF2B5EF4-FFF2-40B4-BE49-F238E27FC236}">
                  <a16:creationId xmlns:a16="http://schemas.microsoft.com/office/drawing/2014/main" id="{7865F3BA-0941-D8BC-2A7B-21214ACF110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Rectangle 9">
              <a:extLst>
                <a:ext uri="{FF2B5EF4-FFF2-40B4-BE49-F238E27FC236}">
                  <a16:creationId xmlns:a16="http://schemas.microsoft.com/office/drawing/2014/main" id="{F523ACFC-8CFC-25B5-37FF-2A969606C24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BE0B506B-4FF4-7B54-DBD7-53CDE15739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48EAF0F2-E5D5-AADA-E277-CD4C508492C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734144E7-7CCD-4721-ABA3-6BD158F3A9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E4F8A630-AF88-BA09-E472-D1B1A642DF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4BD79CE0-7F1C-1049-8CF0-C93FF255D45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4F256713-518F-1111-4567-1EBEB3F671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80A26254-8B70-96E9-4EDE-A123C852B6B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DC0BE9A8-330E-11E2-7A03-2EE9D76883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3A619DF-556C-E520-9EBC-BEA5CD9C10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04A6238B-53EF-20F4-6F92-A4AD1C1F478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0AE07604-C9A3-8D85-5510-310FF2B60B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00CAAC1A-E736-44C3-159D-7028B1293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A0412C8B-DCD2-9615-D934-1C209C3776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5" name="Freeform 23">
              <a:extLst>
                <a:ext uri="{FF2B5EF4-FFF2-40B4-BE49-F238E27FC236}">
                  <a16:creationId xmlns:a16="http://schemas.microsoft.com/office/drawing/2014/main" id="{27077822-9118-0B56-348F-69C4FD9258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6" name="Freeform 24">
              <a:extLst>
                <a:ext uri="{FF2B5EF4-FFF2-40B4-BE49-F238E27FC236}">
                  <a16:creationId xmlns:a16="http://schemas.microsoft.com/office/drawing/2014/main" id="{B3B46281-6925-9B09-7ADC-29BB65CE32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7" name="Freeform 25">
              <a:extLst>
                <a:ext uri="{FF2B5EF4-FFF2-40B4-BE49-F238E27FC236}">
                  <a16:creationId xmlns:a16="http://schemas.microsoft.com/office/drawing/2014/main" id="{402FB823-A8B7-CFC4-A2B5-DF9D0DD0B5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8" name="Freeform 26">
              <a:extLst>
                <a:ext uri="{FF2B5EF4-FFF2-40B4-BE49-F238E27FC236}">
                  <a16:creationId xmlns:a16="http://schemas.microsoft.com/office/drawing/2014/main" id="{E9C9D7F8-1DD6-BCA4-F839-DB3CCABF39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9" name="Freeform 27">
              <a:extLst>
                <a:ext uri="{FF2B5EF4-FFF2-40B4-BE49-F238E27FC236}">
                  <a16:creationId xmlns:a16="http://schemas.microsoft.com/office/drawing/2014/main" id="{DF5D362F-28BC-D5AD-3803-2582A001A0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0" name="Freeform 28">
              <a:extLst>
                <a:ext uri="{FF2B5EF4-FFF2-40B4-BE49-F238E27FC236}">
                  <a16:creationId xmlns:a16="http://schemas.microsoft.com/office/drawing/2014/main" id="{B0196EBB-AF4D-3A2B-C92D-D305FFC2DD4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1" name="Freeform 29">
              <a:extLst>
                <a:ext uri="{FF2B5EF4-FFF2-40B4-BE49-F238E27FC236}">
                  <a16:creationId xmlns:a16="http://schemas.microsoft.com/office/drawing/2014/main" id="{69CD51E5-7846-0702-F251-E73A1662C2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8" name="Textplatzhalter 82">
            <a:extLst>
              <a:ext uri="{FF2B5EF4-FFF2-40B4-BE49-F238E27FC236}">
                <a16:creationId xmlns:a16="http://schemas.microsoft.com/office/drawing/2014/main" id="{22028DD5-9808-39F2-70BD-D34E582352E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589931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20" name="Textplatzhalter 82">
            <a:extLst>
              <a:ext uri="{FF2B5EF4-FFF2-40B4-BE49-F238E27FC236}">
                <a16:creationId xmlns:a16="http://schemas.microsoft.com/office/drawing/2014/main" id="{F8B14F74-6C57-346D-F472-D8E5D600FFC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21451" y="2591136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21" name="Textplatzhalter 82">
            <a:extLst>
              <a:ext uri="{FF2B5EF4-FFF2-40B4-BE49-F238E27FC236}">
                <a16:creationId xmlns:a16="http://schemas.microsoft.com/office/drawing/2014/main" id="{78836DFB-B4D6-B9C1-CEAA-37605EEA5FD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21451" y="2938873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29" name="Textplatzhalter 82">
            <a:extLst>
              <a:ext uri="{FF2B5EF4-FFF2-40B4-BE49-F238E27FC236}">
                <a16:creationId xmlns:a16="http://schemas.microsoft.com/office/drawing/2014/main" id="{298406EA-020A-99C9-2F7B-A69145A9724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589931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22" name="Textplatzhalter 82">
            <a:extLst>
              <a:ext uri="{FF2B5EF4-FFF2-40B4-BE49-F238E27FC236}">
                <a16:creationId xmlns:a16="http://schemas.microsoft.com/office/drawing/2014/main" id="{CCBF9747-F5AB-F3FB-C71B-129A2F3A94B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21451" y="3572059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23" name="Textplatzhalter 82">
            <a:extLst>
              <a:ext uri="{FF2B5EF4-FFF2-40B4-BE49-F238E27FC236}">
                <a16:creationId xmlns:a16="http://schemas.microsoft.com/office/drawing/2014/main" id="{158942FA-3055-FB58-988A-B53D9D33A7F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21451" y="3919796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0" name="Textplatzhalter 82">
            <a:extLst>
              <a:ext uri="{FF2B5EF4-FFF2-40B4-BE49-F238E27FC236}">
                <a16:creationId xmlns:a16="http://schemas.microsoft.com/office/drawing/2014/main" id="{EE110A93-39A1-1EDC-7A3B-586BA6FFCB9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589931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24" name="Textplatzhalter 82">
            <a:extLst>
              <a:ext uri="{FF2B5EF4-FFF2-40B4-BE49-F238E27FC236}">
                <a16:creationId xmlns:a16="http://schemas.microsoft.com/office/drawing/2014/main" id="{A3CF7C4C-2D06-834B-0097-E50437FBA13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1451" y="4552982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25" name="Textplatzhalter 82">
            <a:extLst>
              <a:ext uri="{FF2B5EF4-FFF2-40B4-BE49-F238E27FC236}">
                <a16:creationId xmlns:a16="http://schemas.microsoft.com/office/drawing/2014/main" id="{278693DD-F787-733E-5D35-7AABA7DCA7C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21451" y="4900719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1" name="Textplatzhalter 82">
            <a:extLst>
              <a:ext uri="{FF2B5EF4-FFF2-40B4-BE49-F238E27FC236}">
                <a16:creationId xmlns:a16="http://schemas.microsoft.com/office/drawing/2014/main" id="{BC10C928-3B0D-BE5F-BC7B-3A798FEE7FC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589931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26" name="Textplatzhalter 82">
            <a:extLst>
              <a:ext uri="{FF2B5EF4-FFF2-40B4-BE49-F238E27FC236}">
                <a16:creationId xmlns:a16="http://schemas.microsoft.com/office/drawing/2014/main" id="{7A8A61C0-834B-A46E-EFDB-B74DF2249FC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21451" y="5533905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27" name="Textplatzhalter 82">
            <a:extLst>
              <a:ext uri="{FF2B5EF4-FFF2-40B4-BE49-F238E27FC236}">
                <a16:creationId xmlns:a16="http://schemas.microsoft.com/office/drawing/2014/main" id="{8BE5AC7C-2B17-31FD-5B69-480959E9592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21451" y="5881642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7" name="Textplatzhalter 82">
            <a:extLst>
              <a:ext uri="{FF2B5EF4-FFF2-40B4-BE49-F238E27FC236}">
                <a16:creationId xmlns:a16="http://schemas.microsoft.com/office/drawing/2014/main" id="{11923B8F-1A6C-A061-D257-A30202B3892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812495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05</a:t>
            </a:r>
            <a:endParaRPr lang="en-CA"/>
          </a:p>
        </p:txBody>
      </p:sp>
      <p:sp>
        <p:nvSpPr>
          <p:cNvPr id="9" name="Textplatzhalter 82">
            <a:extLst>
              <a:ext uri="{FF2B5EF4-FFF2-40B4-BE49-F238E27FC236}">
                <a16:creationId xmlns:a16="http://schemas.microsoft.com/office/drawing/2014/main" id="{8F61DB63-4293-941D-9868-E8DB0957586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544015" y="2591136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5</a:t>
            </a:r>
            <a:endParaRPr lang="en-CA"/>
          </a:p>
        </p:txBody>
      </p:sp>
      <p:sp>
        <p:nvSpPr>
          <p:cNvPr id="10" name="Textplatzhalter 82">
            <a:extLst>
              <a:ext uri="{FF2B5EF4-FFF2-40B4-BE49-F238E27FC236}">
                <a16:creationId xmlns:a16="http://schemas.microsoft.com/office/drawing/2014/main" id="{D21BFD28-0246-1174-12E7-0462C5E26BA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544015" y="2938873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8" name="Textplatzhalter 82">
            <a:extLst>
              <a:ext uri="{FF2B5EF4-FFF2-40B4-BE49-F238E27FC236}">
                <a16:creationId xmlns:a16="http://schemas.microsoft.com/office/drawing/2014/main" id="{53B4E863-0A53-060A-9D5D-C351DCC8C70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812495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06</a:t>
            </a:r>
            <a:endParaRPr lang="en-CA"/>
          </a:p>
        </p:txBody>
      </p:sp>
      <p:sp>
        <p:nvSpPr>
          <p:cNvPr id="11" name="Textplatzhalter 82">
            <a:extLst>
              <a:ext uri="{FF2B5EF4-FFF2-40B4-BE49-F238E27FC236}">
                <a16:creationId xmlns:a16="http://schemas.microsoft.com/office/drawing/2014/main" id="{032842A2-E475-A241-1893-1BE40833D54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544015" y="3572059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6</a:t>
            </a:r>
            <a:endParaRPr lang="en-CA"/>
          </a:p>
        </p:txBody>
      </p:sp>
      <p:sp>
        <p:nvSpPr>
          <p:cNvPr id="12" name="Textplatzhalter 82">
            <a:extLst>
              <a:ext uri="{FF2B5EF4-FFF2-40B4-BE49-F238E27FC236}">
                <a16:creationId xmlns:a16="http://schemas.microsoft.com/office/drawing/2014/main" id="{04B2A651-E850-C9F2-383C-0CAE242A0C2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544015" y="3919796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9" name="Textplatzhalter 82">
            <a:extLst>
              <a:ext uri="{FF2B5EF4-FFF2-40B4-BE49-F238E27FC236}">
                <a16:creationId xmlns:a16="http://schemas.microsoft.com/office/drawing/2014/main" id="{BA5F0E68-8370-DD0F-1DB9-FF6FD38C0E5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812495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07</a:t>
            </a:r>
            <a:endParaRPr lang="en-CA"/>
          </a:p>
        </p:txBody>
      </p:sp>
      <p:sp>
        <p:nvSpPr>
          <p:cNvPr id="13" name="Textplatzhalter 82">
            <a:extLst>
              <a:ext uri="{FF2B5EF4-FFF2-40B4-BE49-F238E27FC236}">
                <a16:creationId xmlns:a16="http://schemas.microsoft.com/office/drawing/2014/main" id="{901A478B-77C0-167C-92D6-3DD9E29D76F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544015" y="4552982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7</a:t>
            </a:r>
            <a:endParaRPr lang="en-CA"/>
          </a:p>
        </p:txBody>
      </p:sp>
      <p:sp>
        <p:nvSpPr>
          <p:cNvPr id="14" name="Textplatzhalter 82">
            <a:extLst>
              <a:ext uri="{FF2B5EF4-FFF2-40B4-BE49-F238E27FC236}">
                <a16:creationId xmlns:a16="http://schemas.microsoft.com/office/drawing/2014/main" id="{1D179949-4979-7CC1-C510-BE1B49D7D40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544015" y="4900719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3" name="Textplatzhalter 82">
            <a:extLst>
              <a:ext uri="{FF2B5EF4-FFF2-40B4-BE49-F238E27FC236}">
                <a16:creationId xmlns:a16="http://schemas.microsoft.com/office/drawing/2014/main" id="{E6375F3F-F1FE-A9CA-7486-86802442796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12495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08</a:t>
            </a:r>
            <a:endParaRPr lang="en-CA"/>
          </a:p>
        </p:txBody>
      </p:sp>
      <p:sp>
        <p:nvSpPr>
          <p:cNvPr id="15" name="Textplatzhalter 82">
            <a:extLst>
              <a:ext uri="{FF2B5EF4-FFF2-40B4-BE49-F238E27FC236}">
                <a16:creationId xmlns:a16="http://schemas.microsoft.com/office/drawing/2014/main" id="{48BD02CA-B8AE-7A96-6D52-CFFF41E5FB3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544015" y="5533905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8</a:t>
            </a:r>
            <a:endParaRPr lang="en-CA"/>
          </a:p>
        </p:txBody>
      </p:sp>
      <p:sp>
        <p:nvSpPr>
          <p:cNvPr id="16" name="Textplatzhalter 82">
            <a:extLst>
              <a:ext uri="{FF2B5EF4-FFF2-40B4-BE49-F238E27FC236}">
                <a16:creationId xmlns:a16="http://schemas.microsoft.com/office/drawing/2014/main" id="{8DB559E8-6705-CBF4-55C0-6A6486028ED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8544015" y="5881642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2625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white_single lin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43">
            <a:extLst>
              <a:ext uri="{FF2B5EF4-FFF2-40B4-BE49-F238E27FC236}">
                <a16:creationId xmlns:a16="http://schemas.microsoft.com/office/drawing/2014/main" id="{B7BB48FE-BBB3-7678-665E-CB658723E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44B8E79-04A7-CD98-8EF6-E212565A1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207657" y="0"/>
            <a:ext cx="89843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9931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713B47-FDFD-44F6-B33D-CFB4326DB920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8" name="Textplatzhalter 82">
            <a:extLst>
              <a:ext uri="{FF2B5EF4-FFF2-40B4-BE49-F238E27FC236}">
                <a16:creationId xmlns:a16="http://schemas.microsoft.com/office/drawing/2014/main" id="{6C169C98-562C-BE4A-D914-3DBD651F62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589931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33" name="Textplatzhalter 82">
            <a:extLst>
              <a:ext uri="{FF2B5EF4-FFF2-40B4-BE49-F238E27FC236}">
                <a16:creationId xmlns:a16="http://schemas.microsoft.com/office/drawing/2014/main" id="{A97F140C-BFE8-963B-D19E-1EFD85B099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1451" y="266790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9" name="Textplatzhalter 82">
            <a:extLst>
              <a:ext uri="{FF2B5EF4-FFF2-40B4-BE49-F238E27FC236}">
                <a16:creationId xmlns:a16="http://schemas.microsoft.com/office/drawing/2014/main" id="{3AF97E2C-0C21-B3E3-CBCF-8BCB7DCBCF0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589931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39" name="Textplatzhalter 82">
            <a:extLst>
              <a:ext uri="{FF2B5EF4-FFF2-40B4-BE49-F238E27FC236}">
                <a16:creationId xmlns:a16="http://schemas.microsoft.com/office/drawing/2014/main" id="{205C866F-DD78-4586-9BC6-8FFF566CFA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1451" y="364002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10" name="Textplatzhalter 82">
            <a:extLst>
              <a:ext uri="{FF2B5EF4-FFF2-40B4-BE49-F238E27FC236}">
                <a16:creationId xmlns:a16="http://schemas.microsoft.com/office/drawing/2014/main" id="{C3991D1F-6706-8532-4483-4C4E11B48C9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589931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41" name="Textplatzhalter 82">
            <a:extLst>
              <a:ext uri="{FF2B5EF4-FFF2-40B4-BE49-F238E27FC236}">
                <a16:creationId xmlns:a16="http://schemas.microsoft.com/office/drawing/2014/main" id="{C4A254AA-CF8F-1BE8-1407-8542795AD69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21451" y="461214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12" name="Textplatzhalter 82">
            <a:extLst>
              <a:ext uri="{FF2B5EF4-FFF2-40B4-BE49-F238E27FC236}">
                <a16:creationId xmlns:a16="http://schemas.microsoft.com/office/drawing/2014/main" id="{76AFC6C0-5369-D2B2-49E0-BCCFE580441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589931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43" name="Textplatzhalter 82">
            <a:extLst>
              <a:ext uri="{FF2B5EF4-FFF2-40B4-BE49-F238E27FC236}">
                <a16:creationId xmlns:a16="http://schemas.microsoft.com/office/drawing/2014/main" id="{8BAD9667-9CFE-1A27-BEC6-CECC733A4B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21451" y="5584262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13" name="Textplatzhalter 82">
            <a:extLst>
              <a:ext uri="{FF2B5EF4-FFF2-40B4-BE49-F238E27FC236}">
                <a16:creationId xmlns:a16="http://schemas.microsoft.com/office/drawing/2014/main" id="{53264C9A-91D5-95C9-318C-CBFFB4D2996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812495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05</a:t>
            </a:r>
            <a:endParaRPr lang="en-CA"/>
          </a:p>
        </p:txBody>
      </p:sp>
      <p:sp>
        <p:nvSpPr>
          <p:cNvPr id="59" name="Textplatzhalter 82">
            <a:extLst>
              <a:ext uri="{FF2B5EF4-FFF2-40B4-BE49-F238E27FC236}">
                <a16:creationId xmlns:a16="http://schemas.microsoft.com/office/drawing/2014/main" id="{2DF00482-BFD1-5AA4-69CE-F92494809A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44013" y="266790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4" name="Textplatzhalter 82">
            <a:extLst>
              <a:ext uri="{FF2B5EF4-FFF2-40B4-BE49-F238E27FC236}">
                <a16:creationId xmlns:a16="http://schemas.microsoft.com/office/drawing/2014/main" id="{6E29A329-596D-CFC1-6E9D-F4157DBD627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812495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06</a:t>
            </a:r>
            <a:endParaRPr lang="en-CA"/>
          </a:p>
        </p:txBody>
      </p:sp>
      <p:sp>
        <p:nvSpPr>
          <p:cNvPr id="65" name="Textplatzhalter 82">
            <a:extLst>
              <a:ext uri="{FF2B5EF4-FFF2-40B4-BE49-F238E27FC236}">
                <a16:creationId xmlns:a16="http://schemas.microsoft.com/office/drawing/2014/main" id="{FB2B30A6-A551-2225-6488-47598A8226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544013" y="364002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5" name="Textplatzhalter 82">
            <a:extLst>
              <a:ext uri="{FF2B5EF4-FFF2-40B4-BE49-F238E27FC236}">
                <a16:creationId xmlns:a16="http://schemas.microsoft.com/office/drawing/2014/main" id="{34D4295A-2E02-F26A-B8E5-F5C8A74A985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812495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07</a:t>
            </a:r>
            <a:endParaRPr lang="en-CA"/>
          </a:p>
        </p:txBody>
      </p:sp>
      <p:sp>
        <p:nvSpPr>
          <p:cNvPr id="67" name="Textplatzhalter 82">
            <a:extLst>
              <a:ext uri="{FF2B5EF4-FFF2-40B4-BE49-F238E27FC236}">
                <a16:creationId xmlns:a16="http://schemas.microsoft.com/office/drawing/2014/main" id="{70CF5577-6A0E-ACB5-FA18-BBB0D692827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544013" y="461214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6" name="Textplatzhalter 82">
            <a:extLst>
              <a:ext uri="{FF2B5EF4-FFF2-40B4-BE49-F238E27FC236}">
                <a16:creationId xmlns:a16="http://schemas.microsoft.com/office/drawing/2014/main" id="{38AC0C47-F256-BAA5-0CF3-CF7601F68F8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12495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08</a:t>
            </a:r>
            <a:endParaRPr lang="en-CA"/>
          </a:p>
        </p:txBody>
      </p:sp>
      <p:sp>
        <p:nvSpPr>
          <p:cNvPr id="69" name="Textplatzhalter 82">
            <a:extLst>
              <a:ext uri="{FF2B5EF4-FFF2-40B4-BE49-F238E27FC236}">
                <a16:creationId xmlns:a16="http://schemas.microsoft.com/office/drawing/2014/main" id="{BCFC2250-FCD1-4E95-AFA5-42B1E071F7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44013" y="5584262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7B7157D-CC1E-049E-3121-300A4FAD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84D281E3-2D83-A5AC-F035-AB31EF1F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0" y="0"/>
            <a:ext cx="320765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grpSp>
        <p:nvGrpSpPr>
          <p:cNvPr id="46" name="Gruppieren 14">
            <a:extLst>
              <a:ext uri="{FF2B5EF4-FFF2-40B4-BE49-F238E27FC236}">
                <a16:creationId xmlns:a16="http://schemas.microsoft.com/office/drawing/2014/main" id="{7A5B37BE-600D-3858-D0E2-A4203BCF9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7DB3670A-33D2-894A-4B00-D950267C9F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8">
              <a:extLst>
                <a:ext uri="{FF2B5EF4-FFF2-40B4-BE49-F238E27FC236}">
                  <a16:creationId xmlns:a16="http://schemas.microsoft.com/office/drawing/2014/main" id="{7865F3BA-0941-D8BC-2A7B-21214ACF110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Rectangle 9">
              <a:extLst>
                <a:ext uri="{FF2B5EF4-FFF2-40B4-BE49-F238E27FC236}">
                  <a16:creationId xmlns:a16="http://schemas.microsoft.com/office/drawing/2014/main" id="{F523ACFC-8CFC-25B5-37FF-2A969606C24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BE0B506B-4FF4-7B54-DBD7-53CDE15739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48EAF0F2-E5D5-AADA-E277-CD4C508492C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734144E7-7CCD-4721-ABA3-6BD158F3A9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E4F8A630-AF88-BA09-E472-D1B1A642DF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4BD79CE0-7F1C-1049-8CF0-C93FF255D45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4F256713-518F-1111-4567-1EBEB3F671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80A26254-8B70-96E9-4EDE-A123C852B6B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DC0BE9A8-330E-11E2-7A03-2EE9D76883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3A619DF-556C-E520-9EBC-BEA5CD9C10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04A6238B-53EF-20F4-6F92-A4AD1C1F478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0AE07604-C9A3-8D85-5510-310FF2B60B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00CAAC1A-E736-44C3-159D-7028B1293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A0412C8B-DCD2-9615-D934-1C209C3776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5" name="Freeform 23">
              <a:extLst>
                <a:ext uri="{FF2B5EF4-FFF2-40B4-BE49-F238E27FC236}">
                  <a16:creationId xmlns:a16="http://schemas.microsoft.com/office/drawing/2014/main" id="{27077822-9118-0B56-348F-69C4FD9258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6" name="Freeform 24">
              <a:extLst>
                <a:ext uri="{FF2B5EF4-FFF2-40B4-BE49-F238E27FC236}">
                  <a16:creationId xmlns:a16="http://schemas.microsoft.com/office/drawing/2014/main" id="{B3B46281-6925-9B09-7ADC-29BB65CE32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7" name="Freeform 25">
              <a:extLst>
                <a:ext uri="{FF2B5EF4-FFF2-40B4-BE49-F238E27FC236}">
                  <a16:creationId xmlns:a16="http://schemas.microsoft.com/office/drawing/2014/main" id="{402FB823-A8B7-CFC4-A2B5-DF9D0DD0B5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8" name="Freeform 26">
              <a:extLst>
                <a:ext uri="{FF2B5EF4-FFF2-40B4-BE49-F238E27FC236}">
                  <a16:creationId xmlns:a16="http://schemas.microsoft.com/office/drawing/2014/main" id="{E9C9D7F8-1DD6-BCA4-F839-DB3CCABF39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9" name="Freeform 27">
              <a:extLst>
                <a:ext uri="{FF2B5EF4-FFF2-40B4-BE49-F238E27FC236}">
                  <a16:creationId xmlns:a16="http://schemas.microsoft.com/office/drawing/2014/main" id="{DF5D362F-28BC-D5AD-3803-2582A001A0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0" name="Freeform 28">
              <a:extLst>
                <a:ext uri="{FF2B5EF4-FFF2-40B4-BE49-F238E27FC236}">
                  <a16:creationId xmlns:a16="http://schemas.microsoft.com/office/drawing/2014/main" id="{B0196EBB-AF4D-3A2B-C92D-D305FFC2DD4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1" name="Freeform 29">
              <a:extLst>
                <a:ext uri="{FF2B5EF4-FFF2-40B4-BE49-F238E27FC236}">
                  <a16:creationId xmlns:a16="http://schemas.microsoft.com/office/drawing/2014/main" id="{69CD51E5-7846-0702-F251-E73A1662C2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375198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_2 lines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hteck 56">
            <a:extLst>
              <a:ext uri="{FF2B5EF4-FFF2-40B4-BE49-F238E27FC236}">
                <a16:creationId xmlns:a16="http://schemas.microsoft.com/office/drawing/2014/main" id="{9DAC3153-1126-FD5E-A137-BD36F495A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226954-6933-4634-9F99-3CCD2EC48874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51" name="Textplatzhalter 82">
            <a:extLst>
              <a:ext uri="{FF2B5EF4-FFF2-40B4-BE49-F238E27FC236}">
                <a16:creationId xmlns:a16="http://schemas.microsoft.com/office/drawing/2014/main" id="{BE53B255-9784-6976-A89D-292B3101F4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55820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83" name="Textplatzhalter 82">
            <a:extLst>
              <a:ext uri="{FF2B5EF4-FFF2-40B4-BE49-F238E27FC236}">
                <a16:creationId xmlns:a16="http://schemas.microsoft.com/office/drawing/2014/main" id="{C9B30888-BB4F-08DD-5BD9-E0F0321083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340" y="2591136"/>
            <a:ext cx="6401434" cy="276999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6" name="Textplatzhalter 82">
            <a:extLst>
              <a:ext uri="{FF2B5EF4-FFF2-40B4-BE49-F238E27FC236}">
                <a16:creationId xmlns:a16="http://schemas.microsoft.com/office/drawing/2014/main" id="{EF8223E1-9936-304C-4CB9-D510DBC0C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87340" y="2938873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52" name="Textplatzhalter 82">
            <a:extLst>
              <a:ext uri="{FF2B5EF4-FFF2-40B4-BE49-F238E27FC236}">
                <a16:creationId xmlns:a16="http://schemas.microsoft.com/office/drawing/2014/main" id="{8877AF34-7067-7170-8749-70201B6973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5820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39" name="Textplatzhalter 82">
            <a:extLst>
              <a:ext uri="{FF2B5EF4-FFF2-40B4-BE49-F238E27FC236}">
                <a16:creationId xmlns:a16="http://schemas.microsoft.com/office/drawing/2014/main" id="{50D8EC94-3F63-4CD2-C31D-45A30FC7CC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87340" y="3572059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41" name="Textplatzhalter 82">
            <a:extLst>
              <a:ext uri="{FF2B5EF4-FFF2-40B4-BE49-F238E27FC236}">
                <a16:creationId xmlns:a16="http://schemas.microsoft.com/office/drawing/2014/main" id="{E45A2D58-EC62-9FE5-9CB3-3577802B84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7340" y="3919796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25DCB38-902E-EE78-B52B-9EEC1591F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85F7EC6-761E-9091-5226-75E891B9A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8C40418-470C-695E-CE28-8EAA1AFD1D3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BD8EE377-874F-40FB-50FC-3A3C6BE1CDE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8E699557-D411-E4F4-82DB-99B13F9C59E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5A714ACC-7294-0D6B-83CE-DF8472C6C3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E817C57-FEF3-A4FF-DA61-1C75606ECE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6D5471A-00FD-CF0A-D257-EE6B53ACDCE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FB02AB8C-3C4C-777A-9769-5C0E0446D6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1B81C870-15D4-3DB4-D2BE-E20BE69533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F244D6F1-908D-D906-BB01-6BCF9F297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0A683624-B8F9-E5CB-93ED-AE8586C660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D549863-3DC0-D4EE-419C-53106CDFD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6DBD3012-A05F-0B4F-EAF4-83054B080F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9E16190B-7A20-A31E-1459-565E612533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046C572D-2763-176C-92C4-9E9D4D9AE2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E9FCA2DE-1CA7-ECC2-6728-1B2B39BEEE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58F38A2F-CA94-C6E4-6FFD-7548335D1CC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825808C-7ADC-9B84-FC30-C072FCF923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0CB8E670-F1FB-F481-EDF5-A10B2F9A3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037692C-43F0-595A-E122-E15E280D58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2DF48E09-42C3-3658-28A3-EE53029E38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E36F4521-8D3C-B0EB-7797-B1B0E713DC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1CB68D60-3CBD-E200-0D62-B62A6F9F2D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D3317844-324A-126B-15DD-68289FC98B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3" name="Textplatzhalter 82">
            <a:extLst>
              <a:ext uri="{FF2B5EF4-FFF2-40B4-BE49-F238E27FC236}">
                <a16:creationId xmlns:a16="http://schemas.microsoft.com/office/drawing/2014/main" id="{2CCEEAD5-2398-3A79-4A0C-A6C51604E8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5820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43" name="Textplatzhalter 82">
            <a:extLst>
              <a:ext uri="{FF2B5EF4-FFF2-40B4-BE49-F238E27FC236}">
                <a16:creationId xmlns:a16="http://schemas.microsoft.com/office/drawing/2014/main" id="{862E9F33-1FD5-E8E9-D9D2-89A8480FEF7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87340" y="4552982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45" name="Textplatzhalter 82">
            <a:extLst>
              <a:ext uri="{FF2B5EF4-FFF2-40B4-BE49-F238E27FC236}">
                <a16:creationId xmlns:a16="http://schemas.microsoft.com/office/drawing/2014/main" id="{47206873-1CB3-D5C6-C11D-EFD6FFE1607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87340" y="4900719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54" name="Textplatzhalter 82">
            <a:extLst>
              <a:ext uri="{FF2B5EF4-FFF2-40B4-BE49-F238E27FC236}">
                <a16:creationId xmlns:a16="http://schemas.microsoft.com/office/drawing/2014/main" id="{36E3DDE5-5444-9D85-7089-BE4CF0E6ED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5820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47" name="Textplatzhalter 82">
            <a:extLst>
              <a:ext uri="{FF2B5EF4-FFF2-40B4-BE49-F238E27FC236}">
                <a16:creationId xmlns:a16="http://schemas.microsoft.com/office/drawing/2014/main" id="{7BB4B8B0-3E4E-5B80-90D0-7555BC6C8E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87340" y="5533905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49" name="Textplatzhalter 82">
            <a:extLst>
              <a:ext uri="{FF2B5EF4-FFF2-40B4-BE49-F238E27FC236}">
                <a16:creationId xmlns:a16="http://schemas.microsoft.com/office/drawing/2014/main" id="{DD04D40F-8CFD-8FED-C714-CBBCEB94D8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87340" y="5881642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976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_single lin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hteck 56">
            <a:extLst>
              <a:ext uri="{FF2B5EF4-FFF2-40B4-BE49-F238E27FC236}">
                <a16:creationId xmlns:a16="http://schemas.microsoft.com/office/drawing/2014/main" id="{9DAC3153-1126-FD5E-A137-BD36F495A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86" name="Textplatzhalter 82">
            <a:extLst>
              <a:ext uri="{FF2B5EF4-FFF2-40B4-BE49-F238E27FC236}">
                <a16:creationId xmlns:a16="http://schemas.microsoft.com/office/drawing/2014/main" id="{787E3241-82A8-6151-6002-00B9C4A3F6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55820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83" name="Textplatzhalter 82">
            <a:extLst>
              <a:ext uri="{FF2B5EF4-FFF2-40B4-BE49-F238E27FC236}">
                <a16:creationId xmlns:a16="http://schemas.microsoft.com/office/drawing/2014/main" id="{C9B30888-BB4F-08DD-5BD9-E0F0321083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340" y="2661076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226954-6933-4634-9F99-3CCD2EC48874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94" name="Textplatzhalter 82">
            <a:extLst>
              <a:ext uri="{FF2B5EF4-FFF2-40B4-BE49-F238E27FC236}">
                <a16:creationId xmlns:a16="http://schemas.microsoft.com/office/drawing/2014/main" id="{ECA94DBB-538B-92B7-7A4D-C9C002F7CC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5820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17" name="Textplatzhalter 82">
            <a:extLst>
              <a:ext uri="{FF2B5EF4-FFF2-40B4-BE49-F238E27FC236}">
                <a16:creationId xmlns:a16="http://schemas.microsoft.com/office/drawing/2014/main" id="{B73FC471-5010-6E94-CBD7-6FCCFC202C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87340" y="3633805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96" name="Textplatzhalter 82">
            <a:extLst>
              <a:ext uri="{FF2B5EF4-FFF2-40B4-BE49-F238E27FC236}">
                <a16:creationId xmlns:a16="http://schemas.microsoft.com/office/drawing/2014/main" id="{42176A46-DB68-B860-E47A-6E4818597B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5820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19" name="Textplatzhalter 82">
            <a:extLst>
              <a:ext uri="{FF2B5EF4-FFF2-40B4-BE49-F238E27FC236}">
                <a16:creationId xmlns:a16="http://schemas.microsoft.com/office/drawing/2014/main" id="{8516744C-7034-D554-D31D-33427B6FF1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7340" y="4606534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98" name="Textplatzhalter 82">
            <a:extLst>
              <a:ext uri="{FF2B5EF4-FFF2-40B4-BE49-F238E27FC236}">
                <a16:creationId xmlns:a16="http://schemas.microsoft.com/office/drawing/2014/main" id="{3B1610DE-D48A-69B9-B63E-783B685A78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5820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21" name="Textplatzhalter 82">
            <a:extLst>
              <a:ext uri="{FF2B5EF4-FFF2-40B4-BE49-F238E27FC236}">
                <a16:creationId xmlns:a16="http://schemas.microsoft.com/office/drawing/2014/main" id="{C8AE1010-44C7-DC2B-A0A8-92C461FAC6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87340" y="5579263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25DCB38-902E-EE78-B52B-9EEC1591F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85F7EC6-761E-9091-5226-75E891B9A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8C40418-470C-695E-CE28-8EAA1AFD1D3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BD8EE377-874F-40FB-50FC-3A3C6BE1CDE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8E699557-D411-E4F4-82DB-99B13F9C59E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5A714ACC-7294-0D6B-83CE-DF8472C6C3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E817C57-FEF3-A4FF-DA61-1C75606ECE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6D5471A-00FD-CF0A-D257-EE6B53ACDCE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FB02AB8C-3C4C-777A-9769-5C0E0446D6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1B81C870-15D4-3DB4-D2BE-E20BE69533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F244D6F1-908D-D906-BB01-6BCF9F297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0A683624-B8F9-E5CB-93ED-AE8586C660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D549863-3DC0-D4EE-419C-53106CDFD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6DBD3012-A05F-0B4F-EAF4-83054B080F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9E16190B-7A20-A31E-1459-565E612533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046C572D-2763-176C-92C4-9E9D4D9AE2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E9FCA2DE-1CA7-ECC2-6728-1B2B39BEEE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58F38A2F-CA94-C6E4-6FFD-7548335D1CC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825808C-7ADC-9B84-FC30-C072FCF923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0CB8E670-F1FB-F481-EDF5-A10B2F9A3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037692C-43F0-595A-E122-E15E280D58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2DF48E09-42C3-3658-28A3-EE53029E38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E36F4521-8D3C-B0EB-7797-B1B0E713DC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1CB68D60-3CBD-E200-0D62-B62A6F9F2D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D3317844-324A-126B-15DD-68289FC98B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116374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&amp; imag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ildplatzhalter 39">
            <a:extLst>
              <a:ext uri="{FF2B5EF4-FFF2-40B4-BE49-F238E27FC236}">
                <a16:creationId xmlns:a16="http://schemas.microsoft.com/office/drawing/2014/main" id="{9BDF8D81-914C-696F-172A-8DF5F0EB26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267200" cy="6858000"/>
          </a:xfr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5820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5819" y="3004537"/>
            <a:ext cx="7128193" cy="738664"/>
          </a:xfrm>
        </p:spPr>
        <p:txBody>
          <a:bodyPr vert="horz" anchor="ctr"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681C405-DE08-DE98-A6D6-0EBBDF4F9C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6138" y="4218995"/>
            <a:ext cx="7127875" cy="276999"/>
          </a:xfr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35CBF7A-EE0B-4631-A87E-2CBB37A3E08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A948BC8-97AB-CC70-6689-96432FD79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6597650"/>
            <a:ext cx="3306762" cy="15388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© </a:t>
            </a:r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MHP Management- und IT-Beratung GmbH</a:t>
            </a:r>
            <a:r>
              <a:rPr lang="de-DE"/>
              <a:t> 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7068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&amp; imag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ildplatzhalter 39">
            <a:extLst>
              <a:ext uri="{FF2B5EF4-FFF2-40B4-BE49-F238E27FC236}">
                <a16:creationId xmlns:a16="http://schemas.microsoft.com/office/drawing/2014/main" id="{9BDF8D81-914C-696F-172A-8DF5F0EB26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267200" cy="6858000"/>
          </a:xfr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5820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5819" y="3004537"/>
            <a:ext cx="7128193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33" name="Textplatzhalter 7">
            <a:extLst>
              <a:ext uri="{FF2B5EF4-FFF2-40B4-BE49-F238E27FC236}">
                <a16:creationId xmlns:a16="http://schemas.microsoft.com/office/drawing/2014/main" id="{64398793-9CCF-65BC-B647-7335467C8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6138" y="4218995"/>
            <a:ext cx="7127875" cy="276999"/>
          </a:xfr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CBF7A-EE0B-4631-A87E-2CBB37A3E08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A948BC8-97AB-CC70-6689-96432FD79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6597650"/>
            <a:ext cx="3306762" cy="15388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© </a:t>
            </a:r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MHP Management- und IT-Beratung GmbH</a:t>
            </a:r>
            <a:r>
              <a:rPr lang="de-DE"/>
              <a:t> </a:t>
            </a:r>
            <a:endParaRPr lang="en-CA"/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E2A26C6C-2BE8-B8B7-0271-3C89E7129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66BA37E6-2596-F15F-3BB1-1DDBDD8E10C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649C6C5C-4558-B7A1-EA08-D3B77F14F1B8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A53579CB-02DB-406E-098D-7FAFFD6265E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2552C423-CA58-8260-D3DA-3CDCA798A2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06563947-0226-8A0D-FEAB-53A1F6FA12B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B88821C5-14AA-6E34-3676-E11DEE3EB5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867619AC-8F5F-D82B-AFBC-14150E95AD3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001FB593-0F6F-F3F5-06D3-63DED8DEC8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CAE545EF-5664-2085-AC8E-B3C2014DBB5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115F5F1-6AC6-DB28-A6B0-94FFEFEEFE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232D2354-B8FB-D56C-EFD1-B5B6B8C6E1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1EBD56AD-850C-862C-F3B2-2B234AD115A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F85F3CC6-0427-D3B4-5080-81474122E79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9FC3DA80-13EA-5294-1DFD-656096D9612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EB5586A6-FE3F-340F-8D97-34808CBEB0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74E24BA-802A-C75A-E05B-5F8DF21FE97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C1873FAC-D6C3-E03D-B6D7-FA2256DEFE1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593F78A4-C7B9-3AF9-F9B4-C64FF40F86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73CA9998-E622-2888-D878-7E7E12A87C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F1687C6F-D24D-D5EF-AF1B-AADD7B707E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CF8C353F-8045-3DA0-34E1-ED91689B44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8452796D-492E-A581-B284-75D40C9259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BD6B8539-489D-A866-CC83-0C59B63A53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899062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arrow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824A1AC-1D2D-B704-8766-CAFAC24AFE72}"/>
              </a:ext>
            </a:extLst>
          </p:cNvPr>
          <p:cNvGrpSpPr>
            <a:grpSpLocks/>
          </p:cNvGrpSpPr>
          <p:nvPr userDrawn="1"/>
        </p:nvGrpSpPr>
        <p:grpSpPr>
          <a:xfrm>
            <a:off x="302079" y="0"/>
            <a:ext cx="11587842" cy="6854780"/>
            <a:chOff x="2376487" y="1228725"/>
            <a:chExt cx="7439025" cy="4400550"/>
          </a:xfrm>
        </p:grpSpPr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1A6D7CF4-E51F-14F3-72A7-79FB2B863B35}"/>
                </a:ext>
              </a:extLst>
            </p:cNvPr>
            <p:cNvSpPr/>
            <p:nvPr/>
          </p:nvSpPr>
          <p:spPr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A063EB6B-D50A-23BA-AAA3-6061AEF15940}"/>
                </a:ext>
              </a:extLst>
            </p:cNvPr>
            <p:cNvSpPr/>
            <p:nvPr/>
          </p:nvSpPr>
          <p:spPr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0450DAD6-2626-0227-E840-EC186EFE644B}"/>
                </a:ext>
              </a:extLst>
            </p:cNvPr>
            <p:cNvSpPr/>
            <p:nvPr/>
          </p:nvSpPr>
          <p:spPr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004537"/>
            <a:ext cx="7740650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57" name="Textplatzhalter 7">
            <a:extLst>
              <a:ext uri="{FF2B5EF4-FFF2-40B4-BE49-F238E27FC236}">
                <a16:creationId xmlns:a16="http://schemas.microsoft.com/office/drawing/2014/main" id="{3B2E38A7-4B3C-A9D5-5118-B774492640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218995"/>
            <a:ext cx="77406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DB484A-FFE6-4ECB-9792-B0EDF5BB6553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340403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image">
    <p:bg>
      <p:bgPr>
        <a:gradFill>
          <a:gsLst>
            <a:gs pos="0">
              <a:schemeClr val="accent1"/>
            </a:gs>
            <a:gs pos="100000">
              <a:srgbClr val="3264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C8D19AB6-4E30-E846-4ADA-73417F541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004537"/>
            <a:ext cx="7740650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2F2C78A-F17F-D69F-DE65-3AAA5B985B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218995"/>
            <a:ext cx="77406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DB484A-FFE6-4ECB-9792-B0EDF5BB6553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87595425-72BB-6467-CBAA-0E4D5B4F9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FF41A7C1-B4E6-E293-F6E1-B7039722361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390EC050-BC38-98A8-F380-7DA1762F56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47571E74-E8F0-142E-79C0-B3894C3D86F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49526A01-918F-C967-AE05-063633B3F3E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249F4816-53B1-9D3E-5B54-DD8AFF1F5E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5C94EA22-F7CA-03B2-78C5-C1D0E395EB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3">
              <a:extLst>
                <a:ext uri="{FF2B5EF4-FFF2-40B4-BE49-F238E27FC236}">
                  <a16:creationId xmlns:a16="http://schemas.microsoft.com/office/drawing/2014/main" id="{4945CF0D-0E6B-FD99-79A2-E5F9E764C8A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4">
              <a:extLst>
                <a:ext uri="{FF2B5EF4-FFF2-40B4-BE49-F238E27FC236}">
                  <a16:creationId xmlns:a16="http://schemas.microsoft.com/office/drawing/2014/main" id="{EA40B853-111B-016E-D2BC-2D74504603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5">
              <a:extLst>
                <a:ext uri="{FF2B5EF4-FFF2-40B4-BE49-F238E27FC236}">
                  <a16:creationId xmlns:a16="http://schemas.microsoft.com/office/drawing/2014/main" id="{50F8BC85-9386-4C98-F25D-0C81B96E186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1C72DFA5-34E2-04C4-8A68-008663B1B2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7">
              <a:extLst>
                <a:ext uri="{FF2B5EF4-FFF2-40B4-BE49-F238E27FC236}">
                  <a16:creationId xmlns:a16="http://schemas.microsoft.com/office/drawing/2014/main" id="{6F640F1E-02AE-CA05-7A59-D1BD5CA204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8">
              <a:extLst>
                <a:ext uri="{FF2B5EF4-FFF2-40B4-BE49-F238E27FC236}">
                  <a16:creationId xmlns:a16="http://schemas.microsoft.com/office/drawing/2014/main" id="{27E57EE8-C21D-8233-3717-E313B2BBE3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9">
              <a:extLst>
                <a:ext uri="{FF2B5EF4-FFF2-40B4-BE49-F238E27FC236}">
                  <a16:creationId xmlns:a16="http://schemas.microsoft.com/office/drawing/2014/main" id="{C3248C9F-E3F5-4749-12E6-1D3980B98C3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0">
              <a:extLst>
                <a:ext uri="{FF2B5EF4-FFF2-40B4-BE49-F238E27FC236}">
                  <a16:creationId xmlns:a16="http://schemas.microsoft.com/office/drawing/2014/main" id="{5B3B8D41-491A-4742-43E8-127761AF0A9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4671FA6B-FCEA-917D-E1F8-657E61BAC6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2">
              <a:extLst>
                <a:ext uri="{FF2B5EF4-FFF2-40B4-BE49-F238E27FC236}">
                  <a16:creationId xmlns:a16="http://schemas.microsoft.com/office/drawing/2014/main" id="{9B1A39B2-893D-8EA2-B210-924E8F9F719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9EC34EC2-AC10-279B-5B2A-540F78C3F75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4">
              <a:extLst>
                <a:ext uri="{FF2B5EF4-FFF2-40B4-BE49-F238E27FC236}">
                  <a16:creationId xmlns:a16="http://schemas.microsoft.com/office/drawing/2014/main" id="{E6773A52-56F3-308C-DB75-2117F33358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5">
              <a:extLst>
                <a:ext uri="{FF2B5EF4-FFF2-40B4-BE49-F238E27FC236}">
                  <a16:creationId xmlns:a16="http://schemas.microsoft.com/office/drawing/2014/main" id="{9B20E507-D2CD-4B85-5373-51304547A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6">
              <a:extLst>
                <a:ext uri="{FF2B5EF4-FFF2-40B4-BE49-F238E27FC236}">
                  <a16:creationId xmlns:a16="http://schemas.microsoft.com/office/drawing/2014/main" id="{6592A82F-A22F-1610-BDB9-FBB435A721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7">
              <a:extLst>
                <a:ext uri="{FF2B5EF4-FFF2-40B4-BE49-F238E27FC236}">
                  <a16:creationId xmlns:a16="http://schemas.microsoft.com/office/drawing/2014/main" id="{E162A311-62A8-F041-C959-48C3298CE1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8">
              <a:extLst>
                <a:ext uri="{FF2B5EF4-FFF2-40B4-BE49-F238E27FC236}">
                  <a16:creationId xmlns:a16="http://schemas.microsoft.com/office/drawing/2014/main" id="{12F1658C-9E86-1872-CE7E-0C729E7D02C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9">
              <a:extLst>
                <a:ext uri="{FF2B5EF4-FFF2-40B4-BE49-F238E27FC236}">
                  <a16:creationId xmlns:a16="http://schemas.microsoft.com/office/drawing/2014/main" id="{413830A0-E8F4-0717-089F-8AF0490329F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74651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5507F064-BD39-4FE4-B9A2-7344DA85858F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2450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Content blue">
    <p:bg bwMode="auto"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07F064-BD39-4FE4-B9A2-7344DA85858F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33D7364D-EF57-DDDB-03C6-B961279C7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0" name="Gruppieren 14">
            <a:extLst>
              <a:ext uri="{FF2B5EF4-FFF2-40B4-BE49-F238E27FC236}">
                <a16:creationId xmlns:a16="http://schemas.microsoft.com/office/drawing/2014/main" id="{C09E1D46-46A5-3D54-C019-1C63E6C66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2FA0E3D7-083C-5A86-E1D4-A3CC49886A4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8">
              <a:extLst>
                <a:ext uri="{FF2B5EF4-FFF2-40B4-BE49-F238E27FC236}">
                  <a16:creationId xmlns:a16="http://schemas.microsoft.com/office/drawing/2014/main" id="{88421A0A-3E02-6EE0-0E74-C55C717D0F8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Rectangle 9">
              <a:extLst>
                <a:ext uri="{FF2B5EF4-FFF2-40B4-BE49-F238E27FC236}">
                  <a16:creationId xmlns:a16="http://schemas.microsoft.com/office/drawing/2014/main" id="{5D8BFC8E-2D61-ADAE-B788-75B469936DF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726D2CDF-E5F1-ACDA-EBD5-D00B741B98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2B0E86E7-CA94-596F-01BF-9D769FB33EF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59A5C195-1D50-165E-5C4D-F0B7018BDA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E3DA5DCA-40B0-0578-A7C0-F3F58106F68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B5CDFBB6-0167-AA88-8BE3-13CED893409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0C4A6E9B-74DB-E305-2605-D6E95DA617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CBF6EBE3-5056-A4E4-5E03-527D3498C9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DBB6060D-2010-CEB7-F15B-3AB2A6079DE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96BB1169-D283-9375-2569-63CC93DFE7B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4D80081A-4145-B59C-BA42-D24924FDBD5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0254C092-9AFD-83AB-CE41-0F53E02F5A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434E1F29-1E11-6A88-CEC5-4C5E914EA50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051E2526-4EF8-1999-B7F1-FBE64E412C9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931F73B9-BB0B-08FC-1071-86DBE89528D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BA9E7FAE-F16C-28CE-2F24-AEAC209DAF5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F6A27B1-C7CF-9384-C6E9-C4C639E11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C2F1F720-F4B8-46F4-7C53-01BC9D5C77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2063B4AC-7FEB-1C83-9823-A8B310194E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89CE564A-9B5F-9D40-6E23-7AF9A722AD1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01D54C5F-7A46-C805-282D-DFE07D8A3E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672909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9479C4F-FDCA-30FF-709F-81A00CD7238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83563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1484312"/>
            <a:ext cx="7488238" cy="4897438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390E1999-4726-4600-8B88-4A7F5C00CB35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0794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image righ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1484312"/>
            <a:ext cx="7488238" cy="4897438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83563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D844E581-8234-D94E-9F93-04E4CDDF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1E9B220-D7B8-FBBA-02F6-FDB0D7BBC4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95AB0A1C-9628-7E43-A11A-89D7DDE07585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1F278A97-E83F-B840-CB43-5BDE07285B1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F2779BD5-2117-6D4E-94D2-EFCA970C362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79F8543C-7777-9CE2-3CCA-9CE476E4F7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13ACF91D-0022-393C-9E23-D4AE78AE39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4334FDFC-4F3D-8BFB-284F-7C0A4585734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83D8E13A-1372-B620-6DC9-D345BF1395A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581DBF55-3F76-0F5D-8069-ADDB8F9F7BF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DE9FAA88-967B-3AD6-D32D-B9308E9AF9D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0A32DBEB-6048-F95C-7B47-54213791FB4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AEB26AC3-78E7-DF40-4B34-58409D24F2D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177172D7-60F9-5D62-4771-5D606FF7A19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5A0B2F9-52DE-3655-96B6-9D7B22E559D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C027D7F8-708C-9A9A-1DEC-8EB36C0522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C4A7AE66-891D-7CCB-2E8C-AC0DA3682F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E86A748D-A07F-9320-0559-09C2252BDC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93062AD5-1708-C2A9-1B18-45E877EECF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57D71934-A725-1ECC-F245-AE423CC23F9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F6B0E021-D000-1236-A575-A760B9B32C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0E690994-13B0-3077-B0D1-C90640DC2C3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C7FCDEE5-C799-86E6-2F4C-DCE74526AA4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F5F09C05-A3B1-4C26-E95D-15AC7D783B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570187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lef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9479C4F-FDCA-30FF-709F-81A00CD7238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91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5771" y="1484312"/>
            <a:ext cx="7488238" cy="4897438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390E1999-4726-4600-8B88-4A7F5C00CB35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4285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image left blue">
    <p:bg>
      <p:bgPr>
        <a:gradFill>
          <a:gsLst>
            <a:gs pos="0">
              <a:schemeClr val="accent1"/>
            </a:gs>
            <a:gs pos="100000">
              <a:srgbClr val="3264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2758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5775" y="1484312"/>
            <a:ext cx="7488238" cy="4897438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755762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07987" y="1484314"/>
            <a:ext cx="5543547" cy="4897436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BE8AC1E-D077-8096-E2FE-BF266A43AF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0463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2898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image righ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07987" y="1484314"/>
            <a:ext cx="5543551" cy="4897436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02F5428E-2F1A-8EB2-DA5B-8AFEAE2D96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0463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9C993E6-920F-E52C-98EC-CB30E5FDD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3A99825E-7B6A-E0FD-2901-88FF3E638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95E7989-B8C9-8878-4FAA-ED720035DA4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FD298B1C-A085-7174-B5E3-9D42111FD3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B87B0C27-82AA-5941-9BE5-0B771C65D3F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BBD12B44-732C-73DA-2BFD-644B5D8D9D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8DED87BF-964E-352D-8C8A-B8B04B1396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6CEA28DC-EC43-BB8A-1C9F-D1A1A2DCD4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DD9C1921-D721-920C-6F61-8774A285A2A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C38FEF6D-8648-5A42-ECD9-CED574B6B8E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C45DE98A-55DE-8680-C428-971A58F739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C761EBE5-3D53-FBE3-F57B-58342E93D21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FEEFA2AB-6AD6-4B7E-8886-8A029B2862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C92ABC53-E825-EC78-AD45-91A339AE37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A83C0B1D-C043-014C-E3E6-DEA1A4F938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C0D170F1-417D-4BCE-EDBD-EA90DCEE094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CDBC70D8-700C-EA9F-BC57-948F06A3F95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11E1FE9D-9352-7299-E61E-67061F0CC1A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59EDD030-9510-39DB-2CA0-FF2121BBFE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CD22982E-9E8A-F39F-D743-2236EE9A53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F05673D-CF4F-CDFE-4BB4-294DA2ECB16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2233C9E5-6CC8-63D4-B576-81CCFC0498F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8FD80DE1-6CC0-665C-3677-2AD96C61B18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5B8A2B13-D1E7-A8F7-3173-2A2872C9A4F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C3AA5AC8-C3DB-6F7A-21A2-44E2F15CC22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4444881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lef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BE8AC1E-D077-8096-E2FE-BF266A43AF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91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40466" y="1484314"/>
            <a:ext cx="5543547" cy="4897436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0455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02F5428E-2F1A-8EB2-DA5B-8AFEAE2D96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87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40463" y="1484314"/>
            <a:ext cx="5543551" cy="4897436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9C993E6-920F-E52C-98EC-CB30E5FDD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795C6BFF-722A-74D6-7B84-2BEF68C3C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5BF5E3A5-DCE5-6650-5224-7EA0F14E26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461ECB9E-3043-248A-4C5E-2C626538CDB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46103400-4824-4DF6-465A-21DC6D35235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3052C0C6-D6FE-6AC5-79E7-4595EFDB38A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A9AAB9A6-BA17-3494-3DEF-01A16AC9F0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D8DE8513-B9FF-A49C-CE83-E59F609ADCF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4A806682-AD4A-F985-B90A-D80C2B0CA36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F8E02874-DA87-220A-94FF-4E93A021D3B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5BD77A8E-325F-7B59-86CC-0E480C8A358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36AEC08-6965-57A9-B875-5625CA602A3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3668CB48-4122-7A08-F8F9-B39770FBE9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46665557-048E-C33C-02E8-5E99392E70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1677B803-DF15-849B-589D-91C7936D7D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9D0030B6-EAB8-96F6-CA54-0FC2F61200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FB4AD1F2-3A6C-F71D-0319-453B50EF3A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8995A21D-BF56-0037-2D56-248FFD1BF36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2D8C8D7-0B5C-1DA5-6942-7E0CEB7F205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AB83D7F9-CE40-A980-9881-6AF1D9E2B45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9BBF1F35-7D2E-D854-5452-B513B9B9CA6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4A339E82-3B4A-445E-5520-B989141D032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8D32922B-394E-7E8B-537C-77BCD90438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26BC213-6A06-E393-8B65-F5C90500DA7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3FF3EB89-D2A9-FFE5-6DDE-0F0A2245671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7679210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9196C7-E992-43AB-8F76-578993D9CEAE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72854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F4836234-3D1D-3182-9BB0-5BBD9B6A42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CBC7D96-82C2-1A0A-F46E-E381D1FE7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28FCC8D-7929-4B59-8390-04C6C197848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FFBA01F-4E9D-52E6-DAED-6F52770EA47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558CD2-52FA-4D7C-A86C-723F48EB75AD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593F718-02FC-50D6-2400-9821D489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F0187871-FC33-2F6E-B121-23C036450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524C6AA-7F91-22E2-AD88-83204D97D80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94B59A-FCB5-FA4C-8869-9497ECC03D4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EC3A73C-E553-D421-F245-087E0ED8A86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C5591742-09C3-1D5A-E5BD-F2F6802496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B11E7538-36F3-3999-A5F3-B8018DF093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09D5614F-7EA7-CB89-DCEF-F18FE98A608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D14B0289-5021-35FB-FC47-56DD511945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74C76FA-4195-990F-18E3-9775F5299C0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B72BA532-08B4-3070-8811-3713D323AD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5BE85C07-5696-C90C-90EA-495C664263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08A46122-5969-5217-24B7-CCDE04315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8412F5AF-EE66-8457-7C2D-BEE8202535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F1118D8C-84EA-E459-99AC-CC0315A984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FA9AD4CF-03CA-7191-142C-E865FCDE9A5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EE5B62F2-3903-37E9-2658-20B5761DCB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CD938BCE-BCAE-4E5D-8331-AA226685E17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C333672F-D4D8-E2A5-87CD-6D556049DC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BF3BF6D9-578F-4DFA-3B49-5FBAA23130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09EB08AD-9074-B5E0-99F2-A5B93CC762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A20544A3-5F14-7CAD-E53F-D8A4E6B182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20761339-87FE-7A54-9CA4-37DA63E498F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8190A420-6CA0-16E0-5D45-8F120C2C9A6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08AA097B-3A20-6FED-ECFC-B6D228AB01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6494361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4" name="Textplatzhalter 52">
            <a:extLst>
              <a:ext uri="{FF2B5EF4-FFF2-40B4-BE49-F238E27FC236}">
                <a16:creationId xmlns:a16="http://schemas.microsoft.com/office/drawing/2014/main" id="{D09A9ACB-20C1-8ADC-6CE5-9A102D9160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6307"/>
            <a:ext cx="5538788" cy="44554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5" name="Textplatzhalter 52">
            <a:extLst>
              <a:ext uri="{FF2B5EF4-FFF2-40B4-BE49-F238E27FC236}">
                <a16:creationId xmlns:a16="http://schemas.microsoft.com/office/drawing/2014/main" id="{169E8F25-A699-ECFC-4807-B28AACA215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5226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926306"/>
            <a:ext cx="5538788" cy="44554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3555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orient="horz" pos="106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with subheadlin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3" name="Textplatzhalter 52">
            <a:extLst>
              <a:ext uri="{FF2B5EF4-FFF2-40B4-BE49-F238E27FC236}">
                <a16:creationId xmlns:a16="http://schemas.microsoft.com/office/drawing/2014/main" id="{715122E0-A9D9-0BC6-443E-21ADD401CF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B21F7B3-A9F4-5A4B-0A04-CB915A4A726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6307"/>
            <a:ext cx="5538788" cy="44554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16457A01-0A6D-2AAC-AA75-C86F26A046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0463" y="1485415"/>
            <a:ext cx="5543549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0CF17633-EDA9-9B94-E0CD-422DCA0657B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0464" y="1926306"/>
            <a:ext cx="5543550" cy="44554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1ED029C-FBA2-7F25-4159-04687CD57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742EC5A9-E8AE-E9B9-AE98-B56E2078D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7D736AF-581A-ACD7-1540-1660EB27AA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8">
              <a:extLst>
                <a:ext uri="{FF2B5EF4-FFF2-40B4-BE49-F238E27FC236}">
                  <a16:creationId xmlns:a16="http://schemas.microsoft.com/office/drawing/2014/main" id="{34872B78-4DC7-3C82-CC80-8617065935A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Rectangle 9">
              <a:extLst>
                <a:ext uri="{FF2B5EF4-FFF2-40B4-BE49-F238E27FC236}">
                  <a16:creationId xmlns:a16="http://schemas.microsoft.com/office/drawing/2014/main" id="{61FDB7F7-F854-9144-DDE6-C637CDE2DAA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CEA6CAF6-84A7-62A1-EC63-7CDB2D3BB0F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A0121064-4BA1-A0D5-F98B-4C9C65B15E1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AE627AAF-C69B-CDD8-CD2D-68562445716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0E7F2C9D-9BBF-7BBA-0761-FACB842A37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E092EE9-4F3B-FA6C-C063-772671594A9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2F3B1EF8-8E45-4B2B-DF3C-FF4808FEDF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39A3E306-C368-0276-5CC8-3585326059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D00233EA-51CB-7CD0-7B2F-39D0AEF2F5B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55ED8B77-CA49-4CC0-E2F1-F3A58D83A9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54B082B0-C060-D012-8873-4142D06C1D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61C8E3A-46A5-5B6F-4BF3-3EF69EA56D8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4E87872-A95B-FA41-368A-4A7892473E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BA7B12D6-FCE5-CEED-3CCF-1D8BAFEBA16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1A24FA47-114E-B1D4-29F3-CE5824495F9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A3D35E6A-9D19-0680-DBF1-E425356405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63352FAC-8A8F-CFF3-4339-685E1425426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26394E4-0E43-D26C-A794-785497CDE0F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A2C50C21-AD30-37B7-ADF1-F4C410125B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00D7173-B94D-5B9D-E106-55F0A774E41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532AF3E2-18E0-DA7D-2853-F1DF0FD9529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08315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 contents + picture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43">
            <a:extLst>
              <a:ext uri="{FF2B5EF4-FFF2-40B4-BE49-F238E27FC236}">
                <a16:creationId xmlns:a16="http://schemas.microsoft.com/office/drawing/2014/main" id="{BE2945CA-0C03-6ACD-8F41-8C62E88F5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36576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3657600"/>
            <a:ext cx="1219200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10050812" cy="553998"/>
          </a:xfrm>
        </p:spPr>
        <p:txBody>
          <a:bodyPr vert="horz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3849561"/>
            <a:ext cx="36004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From</a:t>
            </a:r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5" y="3849561"/>
            <a:ext cx="3600043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err="1"/>
              <a:t>To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3849561"/>
            <a:ext cx="3600044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Details</a:t>
            </a:r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9942189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white/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C58FF99E-B033-1E9A-D9A0-7173F20D6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399999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399999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7" y="1484312"/>
            <a:ext cx="540000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84013" y="1484312"/>
            <a:ext cx="5400000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E64BB44E-8903-4313-BBED-09991CD8D6D8}" type="datetime1">
              <a:rPr lang="de-DE" smtClean="0"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9BA5284-5EA8-1D2F-70DA-D49FAD913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CA0558D-F7C6-BE8A-D229-4B51AF7209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D1716B33-B073-4B6B-64CC-A73C6015B65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B438069A-7F7B-4DAC-CD15-CCC27C332B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AC41980B-0A57-2FC8-8EC4-AEB64DAE38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708168E3-1E88-F88A-4B03-8F03A71F9A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296800DF-3A29-6377-40AE-0628B62527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A43D4361-FD86-C134-84F5-E4943F064B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C4832E7-4291-3207-717C-F56CE7197C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B6B12DBF-E0C7-EC98-F9A1-C1E47C168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64F1DDAD-7F17-BC6E-EFB4-24B6397370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077D64B3-0BF3-38A6-32DD-4223F87B00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E477F0F8-EAA9-A9D1-57CD-4987C6D52C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28A8FB3-B67C-A486-BD79-E5405D264D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2406392-8F8A-915F-FEF3-0BAFA50EDC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665D786-DD80-BAC3-C9A6-DC0A4FF12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17BBBCAB-68A5-3435-A7E5-30FA23B2069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FD4DF712-8836-4E7A-158E-F8EE4D6C971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171B297D-B6FA-8328-F24B-14EB3B689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6F20CE0-BCCB-240F-E857-C83AE13ACA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4DCCC4B-A621-7D35-1092-D1F6D4E9ED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5F74DD2C-5F9C-965C-DFF5-AA191DC16B7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F5438F7-469A-9728-8B2F-754932E0DFB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74593DD3-BF43-1349-435D-BF65BBBE690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7471903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blue/whit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400010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400010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6" y="1484312"/>
            <a:ext cx="5400012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84000" y="1484312"/>
            <a:ext cx="5400014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608B994-E8E7-CC4B-F3DA-E7C9AC62C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CA" sz="1400">
              <a:solidFill>
                <a:schemeClr val="bg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D49654F4-E410-A64A-B03E-E4CB55C7F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72BA295B-8D5E-F078-487D-D5784D0615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453B17FB-8D37-9226-46B1-BB48A47D352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8557A2B3-7D11-DF2C-97DB-BDA0A088E9D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0A2B06EB-BD7F-DBEF-9CED-0860E08B97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E2B3E1B0-05B3-B3EE-6BCA-F5911ECC023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1F8BFBC1-09A1-8CD2-185F-21AFB667D78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10D10360-DB83-D8B8-3CE8-D5A29185005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56D4095D-3CCD-7CFB-644B-4DED959574D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51545F2D-4124-DFF3-9D53-FE9D06513F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B44B0B63-D547-1390-533D-E75642BD9B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B54E0C9A-732A-2438-F2D3-04940F6E9F4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1442E0FA-1320-6E0E-616E-9D3D72ED56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360FB0B-CBBC-CF0F-7300-92D7A1699B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7B6E57CD-5802-A363-7377-EC1FFE5666B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69AA4E1A-9AD8-4E43-110A-165F7921AB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A136447D-827D-90C2-B237-1FDD6CDC31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9B558324-1A77-AFDF-727C-9281A8F2122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FB336EE1-85CA-E789-D297-F55947A7F26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F68207EB-0DA7-8C72-5071-819912D5E2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C1DC6564-7E1B-D87E-854E-87081FCC771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0F1776EF-9B3F-41AB-EED1-13DE0013C1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3C71A23D-AE97-97F2-AA38-F9A608F7EA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157B814F-CFC2-A39B-1110-351DD9C4EB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2044207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 box vertical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B8F842D-9083-B1BD-7D8C-C56B343C4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ltGray">
          <a:xfrm>
            <a:off x="1309630" y="0"/>
            <a:ext cx="108823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99538" y="219691"/>
            <a:ext cx="8859262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538" y="404813"/>
            <a:ext cx="8859262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0235054D-83A6-1FBB-DACA-A0211D645C8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599538" y="1484312"/>
            <a:ext cx="494823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35776" y="1484312"/>
            <a:ext cx="494823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599538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DCE383B-B4CB-D8AA-5C55-D327BB575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1708CD1-5A76-E2DB-806E-0BAD37B53A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04009-0C96-7E23-3EFA-A798C3A242F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BAAD31-2C49-D204-0DE2-6934CEE5E09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62F645B-E904-D21B-327C-985D7AED36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561A794-66AC-EFDE-4A7F-17CFB93B065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5CC678F-27F6-7AE0-8847-BA3D6BD54A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CF7ECAA-200A-A95E-EB52-147B9E4877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489C938-8BA4-3B07-5367-EE0552D6C30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212BFEA-B83D-CE02-8141-41BBCB3C7FE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A5D9973-799E-3144-7CA9-06D643FF64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A2E963B-62F9-A78F-756B-9DE1DCEC3D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A0A86D6-9908-EAB3-BF97-BDF51BCC44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2A1CAB6-4449-1418-7391-A03737305A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0417F03-5C24-A23E-2465-4FA6299C57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E636C30-2752-3571-DA71-B0674682A85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2F58AFD-B196-E7E8-1CAD-56732E7CE0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AB30FB4-4AD5-2923-0E51-ECCE53A2F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3C54911-B0A4-0978-65D9-BCF7927CCE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DAD8C20-1D2C-46EA-E924-E176B21E5D6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3C09416-1474-540C-D335-18198A1B7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9D8461-872B-97D8-1926-05C916E208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0036A20-41CF-1407-D4BE-A954ED74E51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09F7526-61EF-7A8C-5F7D-23E3A866CE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8349028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 box horizontal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783439-F52C-AE18-FE39-E1543F8B9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196975"/>
            <a:ext cx="12192000" cy="5661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de-DE" sz="1400">
              <a:solidFill>
                <a:schemeClr val="bg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9196C7-E992-43AB-8F76-578993D9CEAE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15FADC2A-0248-BC04-C899-8C8D2B2FD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77B321C3-9BD6-DFE7-1CF9-1B40C58CB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701A74C-0BC0-A9C3-CAB1-7757415B9C3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79B88625-616B-52F8-0788-1697C72D19A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BEC4A765-B41D-4677-65B0-9CC4AEF68D1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9A627078-E318-D566-E882-7676B67D887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14E39FC5-9364-4851-4440-84A1A2A7F4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2">
              <a:extLst>
                <a:ext uri="{FF2B5EF4-FFF2-40B4-BE49-F238E27FC236}">
                  <a16:creationId xmlns:a16="http://schemas.microsoft.com/office/drawing/2014/main" id="{FF37A86C-5679-D69F-3DE4-DFD29DA40C6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3">
              <a:extLst>
                <a:ext uri="{FF2B5EF4-FFF2-40B4-BE49-F238E27FC236}">
                  <a16:creationId xmlns:a16="http://schemas.microsoft.com/office/drawing/2014/main" id="{8C00B8A9-128D-57B7-787A-D3E2DBCF0F0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4">
              <a:extLst>
                <a:ext uri="{FF2B5EF4-FFF2-40B4-BE49-F238E27FC236}">
                  <a16:creationId xmlns:a16="http://schemas.microsoft.com/office/drawing/2014/main" id="{EA9E68ED-6D10-7DDC-131C-56BE099817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5">
              <a:extLst>
                <a:ext uri="{FF2B5EF4-FFF2-40B4-BE49-F238E27FC236}">
                  <a16:creationId xmlns:a16="http://schemas.microsoft.com/office/drawing/2014/main" id="{3761A6B5-94E8-8DCF-26B5-3EEA85DD44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C5BD8C65-CC2A-B31B-EB65-C36C9704A8D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ABA33F1F-67C7-3053-F65E-802FF80401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64291D3E-DB43-5F66-9E25-9F5E09FB5EA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6CD66ACA-0EE3-802A-91CC-51FDCCA108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83C8DABB-E795-7CFB-656C-63021F346BE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1">
              <a:extLst>
                <a:ext uri="{FF2B5EF4-FFF2-40B4-BE49-F238E27FC236}">
                  <a16:creationId xmlns:a16="http://schemas.microsoft.com/office/drawing/2014/main" id="{4F92A343-7B58-F07F-4899-47FA54EC0FE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2">
              <a:extLst>
                <a:ext uri="{FF2B5EF4-FFF2-40B4-BE49-F238E27FC236}">
                  <a16:creationId xmlns:a16="http://schemas.microsoft.com/office/drawing/2014/main" id="{8525A0CC-AE00-93D9-CBFE-8613965485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2455F48E-CB54-B038-E8B7-6FD611A3C23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82E26569-2724-4E28-4A34-F90ABADEE5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5">
              <a:extLst>
                <a:ext uri="{FF2B5EF4-FFF2-40B4-BE49-F238E27FC236}">
                  <a16:creationId xmlns:a16="http://schemas.microsoft.com/office/drawing/2014/main" id="{C59C723D-2F3C-2BD9-9CEB-5DB197F041A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9B6135F3-11EB-417D-4A67-1329143E191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29C875C6-BAC2-F2EF-9167-B8A227DB7CB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F0E24565-5F70-75B6-1EA3-E5CF0990A7A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3DA0BF09-69B9-AAA5-EE6C-B845D8C2C3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85BF7B10-9805-6E3A-2774-88ACC12450B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9AA1EA01-6BF9-A3F2-3C73-FA4A2297264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96157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3600451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484312"/>
            <a:ext cx="360045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t>‹Nr.›</a:t>
            </a:fld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639196C7-E992-43AB-8F76-578993D9CEAE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00FA3DA0-5170-5E85-18A4-A320A5432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184362" y="1484312"/>
            <a:ext cx="360045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99524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F4836234-3D1D-3182-9BB0-5BBD9B6A42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CBC7D96-82C2-1A0A-F46E-E381D1FE7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FFBA01F-4E9D-52E6-DAED-6F52770EA47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296175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28FCC8D-7929-4B59-8390-04C6C197848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D044B1B-0DBE-7215-5F15-794DC75F38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84362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558CD2-52FA-4D7C-A86C-723F48EB75AD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593F718-02FC-50D6-2400-9821D489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3241A203-F8B6-A071-8FAF-FED6AC7EF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9D7AF90-0BF3-F25D-6355-E5E9FD934C8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059D6E6A-8F93-6745-3D30-2450C2C1C92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FB24098F-945D-038C-8A5D-DBB9332A492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F873B85-700B-CDFF-48C5-5396AC3A5DA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97A0A947-C36A-6771-B3EC-EA98F3C4FB4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46E0E8C4-13CA-51BB-B4CA-5CC5DD4442D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2EAA93E4-6855-41DC-E56A-86B0A140C4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3335B7FA-9CDF-3AA8-AA41-9E9E1A9744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39D99385-87DF-874A-F0CC-4850ABA12F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A1BF721F-D8E6-7F2E-9E96-5CD5427562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112EAB18-A203-BB2F-7BC7-00DFB7292FC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42626489-0C8C-3BB6-B26F-37A9ECCB21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FB39C404-6CB3-C7F3-BE99-1A46CAF3D7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D3D19B17-28AF-4EE8-1A39-B787BE301A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2E9F2C8B-B248-66F4-9F75-4314B0825E9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9E954A22-B70B-6726-7EEF-7BB200BCB40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30E23B53-6948-974D-0838-6A541764A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C1220D96-9651-CDDA-7162-0B370E660A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CB599C0F-B910-8F62-6CDB-D36F76272A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26F2B42C-2EE5-FFC9-C47F-D950B78E1C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A56C4280-66FD-C405-604C-5BBB6D8E79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9D6E23D5-DFB2-1A6C-812E-11EAB777A1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2D818BA4-1D4D-8BF8-4CBD-98E591156F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1460987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FA0E36AF-4FE3-C8C5-F3B9-E584738B5E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7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9407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8" name="Textplatzhalter 52">
            <a:extLst>
              <a:ext uri="{FF2B5EF4-FFF2-40B4-BE49-F238E27FC236}">
                <a16:creationId xmlns:a16="http://schemas.microsoft.com/office/drawing/2014/main" id="{302E9586-5BDD-CE1C-6BFE-01752EFEC1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5776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929406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91703F42-CB19-EBDD-102A-0B57DA448E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5855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E050860B-2365-0AD8-FF5C-360F00F16FC3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1929406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52433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with subheadlin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20" name="Textplatzhalter 52">
            <a:extLst>
              <a:ext uri="{FF2B5EF4-FFF2-40B4-BE49-F238E27FC236}">
                <a16:creationId xmlns:a16="http://schemas.microsoft.com/office/drawing/2014/main" id="{7EACA34B-27A8-E7EE-BA52-0EF8629EB5A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7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26127C24-2878-FC2B-6458-4329AF6EE7D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9407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1" name="Textplatzhalter 52">
            <a:extLst>
              <a:ext uri="{FF2B5EF4-FFF2-40B4-BE49-F238E27FC236}">
                <a16:creationId xmlns:a16="http://schemas.microsoft.com/office/drawing/2014/main" id="{605C2477-D8DD-BDFB-9B6E-0CE7BEA7CC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5776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6" name="Inhaltsplatzhalter 3">
            <a:extLst>
              <a:ext uri="{FF2B5EF4-FFF2-40B4-BE49-F238E27FC236}">
                <a16:creationId xmlns:a16="http://schemas.microsoft.com/office/drawing/2014/main" id="{7B0B68E2-0306-AAD3-A551-FCD33C24D24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929406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2" name="Textplatzhalter 52">
            <a:extLst>
              <a:ext uri="{FF2B5EF4-FFF2-40B4-BE49-F238E27FC236}">
                <a16:creationId xmlns:a16="http://schemas.microsoft.com/office/drawing/2014/main" id="{B11EA38F-CC73-4B9F-1E84-5EDEC6B757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5855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9" name="Inhaltsplatzhalter 3">
            <a:extLst>
              <a:ext uri="{FF2B5EF4-FFF2-40B4-BE49-F238E27FC236}">
                <a16:creationId xmlns:a16="http://schemas.microsoft.com/office/drawing/2014/main" id="{571688CB-87B8-0ACA-B66B-E9829225935D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1929406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1ED029C-FBA2-7F25-4159-04687CD57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8" name="Gruppieren 14">
            <a:extLst>
              <a:ext uri="{FF2B5EF4-FFF2-40B4-BE49-F238E27FC236}">
                <a16:creationId xmlns:a16="http://schemas.microsoft.com/office/drawing/2014/main" id="{8F0CA4CF-3E14-7B5F-B13B-A855C275A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3641281C-6B4B-655B-138C-8EA8627277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Rectangle 8">
              <a:extLst>
                <a:ext uri="{FF2B5EF4-FFF2-40B4-BE49-F238E27FC236}">
                  <a16:creationId xmlns:a16="http://schemas.microsoft.com/office/drawing/2014/main" id="{40493CE6-9DAF-2E6C-993A-6FFE115BF52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Rectangle 9">
              <a:extLst>
                <a:ext uri="{FF2B5EF4-FFF2-40B4-BE49-F238E27FC236}">
                  <a16:creationId xmlns:a16="http://schemas.microsoft.com/office/drawing/2014/main" id="{AAA54B1A-F5E8-7D63-23B2-574A8D92635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9D724106-E5E8-4BB5-0106-9FEFDAB8A5E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62960151-D61C-63B5-FC3B-FA73948D449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85574F71-D595-1F8C-209D-43CEAC1BAEC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4662524B-BD1A-A76A-8CAB-4720E4A236A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91E89827-D635-E330-2423-9D59BBAC7E9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D4D51FB7-2507-6A29-54BC-78DE24E9C1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5AF447D4-379E-76D6-9BC4-BC96D675E9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8C2B831C-079C-679F-08FC-A4CB3CE08E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C1D15072-5EAE-8516-A8BB-B1A386E736A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51F569E0-CE8C-9B01-FC4C-5FD14827EC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30369072-3425-CC0C-8291-B3C0E7BA8F8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6F9886B5-63E1-62E7-8EDB-97E05ED1A0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724C68BE-EEE2-3C15-ECB3-6CD2D23ADB3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3">
              <a:extLst>
                <a:ext uri="{FF2B5EF4-FFF2-40B4-BE49-F238E27FC236}">
                  <a16:creationId xmlns:a16="http://schemas.microsoft.com/office/drawing/2014/main" id="{58F674D2-A04F-60CC-4D12-48BD9BF8EFF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F000F07D-66E5-68C4-94AF-1D44436597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6C49C3C2-F0C6-4EE9-8EBD-069E69D299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2CF6FC69-94C7-16FE-C1E7-D85FB3DB5EC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72972B26-84F9-E3B6-09F0-EABD624D26A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6F1B9ADF-DBA3-79A8-41D4-5A3266B6080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33C86D5C-E89A-ED3C-A3B3-1A741ED9CD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1834020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 contents_partially blue_icons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9B0BB0C3-8B14-D7A0-22C8-9E1360E9013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5818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B0BB0C3-8B14-D7A0-22C8-9E1360E901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2705100"/>
            <a:ext cx="12192000" cy="415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6" name="Textplatzhalter 52">
            <a:extLst>
              <a:ext uri="{FF2B5EF4-FFF2-40B4-BE49-F238E27FC236}">
                <a16:creationId xmlns:a16="http://schemas.microsoft.com/office/drawing/2014/main" id="{1F73B022-5CA7-2F60-B118-DD9DDDE9D1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81B0F78-288A-1D3F-EB23-2284535B406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87EFD4B6-004A-D04B-5D26-2E20B51344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5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0F28BA33-3194-E68F-6877-7BA7B190E92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8" name="Textplatzhalter 52">
            <a:extLst>
              <a:ext uri="{FF2B5EF4-FFF2-40B4-BE49-F238E27FC236}">
                <a16:creationId xmlns:a16="http://schemas.microsoft.com/office/drawing/2014/main" id="{66F59C08-1EC8-173B-ABAB-6F9A850C54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4362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FC1F66D6-EE5F-AFA8-FB77-459578498BA8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7C3858E-79E9-BC76-2ADC-439FDC02A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42012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22297CB-0F10-F289-CFB9-75B631EA7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29800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D9ABE77-A864-5333-5FAB-2DB96F059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17588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62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_partially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2F5CEF6D-1B6B-2A68-3496-9F8C15E878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35536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5CEF6D-1B6B-2A68-3496-9F8C15E878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2705100"/>
            <a:ext cx="12192000" cy="415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4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1117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+ picture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3657600"/>
            <a:ext cx="1219200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4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632DF3B-FF32-2FD4-7DEF-DAD5320390D0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55E70D4B-E00F-4E3D-9749-2A3BEC2D17A1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A44B38B-F89A-804F-680A-7C157CEBE01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3" name="Textfeld 6">
            <a:extLst>
              <a:ext uri="{FF2B5EF4-FFF2-40B4-BE49-F238E27FC236}">
                <a16:creationId xmlns:a16="http://schemas.microsoft.com/office/drawing/2014/main" id="{F2F1DA49-FAA1-9A8B-757E-FA1DCE65CDE9}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0295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34023C7A-8E4B-FCFC-5284-21D503F90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D6F78B-BEEC-1FB7-2E69-FE49143D2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40536B-1835-EBC4-9FE6-D7BE052AA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B843108A-4CEC-450F-9F79-7958F0401B7E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1CF425-A9D3-7D88-070F-44D48BB89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8" name="Textplatzhalter 52">
            <a:extLst>
              <a:ext uri="{FF2B5EF4-FFF2-40B4-BE49-F238E27FC236}">
                <a16:creationId xmlns:a16="http://schemas.microsoft.com/office/drawing/2014/main" id="{F3F8D6D2-0834-19D5-57E4-AEFF09C7D8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3D1A143C-ECA9-2E5A-7B7F-5017BAEBBBE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7988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82CECA90-2BF7-8A85-C603-5D505B93B66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4891314"/>
            <a:ext cx="3600451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4" name="Textplatzhalter 52">
            <a:extLst>
              <a:ext uri="{FF2B5EF4-FFF2-40B4-BE49-F238E27FC236}">
                <a16:creationId xmlns:a16="http://schemas.microsoft.com/office/drawing/2014/main" id="{EED001E8-B423-58CD-5037-02D950D18B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6175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BDF3AAB4-A998-053F-511B-9D538D906AA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96175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370026F-7DED-2D84-8EA8-5C16F470CA1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296175" y="4891314"/>
            <a:ext cx="3600449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6" name="Textplatzhalter 52">
            <a:extLst>
              <a:ext uri="{FF2B5EF4-FFF2-40B4-BE49-F238E27FC236}">
                <a16:creationId xmlns:a16="http://schemas.microsoft.com/office/drawing/2014/main" id="{8D222BAA-0ABD-6C65-7ED9-7F0B2E524D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84362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A7DBC71C-581E-1931-849E-FFAC51337EB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84362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7FACBBCF-213E-7C50-9000-454C3E748B57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184362" y="4891314"/>
            <a:ext cx="3600447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3033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image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34023C7A-8E4B-FCFC-5284-21D503F90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D6F78B-BEEC-1FB7-2E69-FE49143D2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40536B-1835-EBC4-9FE6-D7BE052AA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43108A-4CEC-450F-9F79-7958F0401B7E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1CF425-A9D3-7D88-070F-44D48BB89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74EC707-E6FC-67A5-B9A0-3CB0530AB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BE5F923-7209-2714-C5A8-0CD182C8B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15F14E8A-B426-7B40-D7D2-6764FCBAE1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47AF82EE-3D48-1966-74B1-D83DECB0805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CAE1C3AA-EC47-1DF1-B903-39912C5A0D55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C0F5DBEF-AED4-B25E-81A6-FFC44C29D2E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83D9E7DC-2985-6842-DA56-F678B0053E0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709FEFE8-A816-EB8A-8106-3EE3FE448C7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A6A71ED2-128E-8F04-66D3-1470B42E08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94A1FCE3-3F68-04E4-E7CE-D27C9DCB0C3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5">
              <a:extLst>
                <a:ext uri="{FF2B5EF4-FFF2-40B4-BE49-F238E27FC236}">
                  <a16:creationId xmlns:a16="http://schemas.microsoft.com/office/drawing/2014/main" id="{81BFE46D-5AE2-710E-0340-15E7B1DAF1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E0A7A468-5E40-D87C-3B36-C7C88994894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7">
              <a:extLst>
                <a:ext uri="{FF2B5EF4-FFF2-40B4-BE49-F238E27FC236}">
                  <a16:creationId xmlns:a16="http://schemas.microsoft.com/office/drawing/2014/main" id="{4C9D2C2D-3029-8C60-DBBF-DDC49DDB34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8">
              <a:extLst>
                <a:ext uri="{FF2B5EF4-FFF2-40B4-BE49-F238E27FC236}">
                  <a16:creationId xmlns:a16="http://schemas.microsoft.com/office/drawing/2014/main" id="{AA3D1E87-1AA4-070B-4704-4F6852DD3F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9">
              <a:extLst>
                <a:ext uri="{FF2B5EF4-FFF2-40B4-BE49-F238E27FC236}">
                  <a16:creationId xmlns:a16="http://schemas.microsoft.com/office/drawing/2014/main" id="{CBFE9AD8-2B49-E8CC-1511-5C7955F847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0">
              <a:extLst>
                <a:ext uri="{FF2B5EF4-FFF2-40B4-BE49-F238E27FC236}">
                  <a16:creationId xmlns:a16="http://schemas.microsoft.com/office/drawing/2014/main" id="{E49801C7-3BA7-BEA3-6052-F0F1504F18B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1">
              <a:extLst>
                <a:ext uri="{FF2B5EF4-FFF2-40B4-BE49-F238E27FC236}">
                  <a16:creationId xmlns:a16="http://schemas.microsoft.com/office/drawing/2014/main" id="{3B431545-57E3-F956-83ED-05058B52C0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2">
              <a:extLst>
                <a:ext uri="{FF2B5EF4-FFF2-40B4-BE49-F238E27FC236}">
                  <a16:creationId xmlns:a16="http://schemas.microsoft.com/office/drawing/2014/main" id="{06B9B3C2-FD4D-D291-3EDC-4EC97F13DD2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3">
              <a:extLst>
                <a:ext uri="{FF2B5EF4-FFF2-40B4-BE49-F238E27FC236}">
                  <a16:creationId xmlns:a16="http://schemas.microsoft.com/office/drawing/2014/main" id="{66AAD2DD-E000-75E6-EA5F-E23B29B9DA3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4">
              <a:extLst>
                <a:ext uri="{FF2B5EF4-FFF2-40B4-BE49-F238E27FC236}">
                  <a16:creationId xmlns:a16="http://schemas.microsoft.com/office/drawing/2014/main" id="{A8370DF1-0C78-1A51-D18C-E52B0C77BE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5">
              <a:extLst>
                <a:ext uri="{FF2B5EF4-FFF2-40B4-BE49-F238E27FC236}">
                  <a16:creationId xmlns:a16="http://schemas.microsoft.com/office/drawing/2014/main" id="{B981BBCE-7DBA-9155-10CE-DCCB0101CD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4C50B18A-38F8-0126-E683-FC7604FFFE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DEB55550-5864-FF87-E699-FB49E620928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8999F6B9-86C3-5CAF-DA3D-AF328201C37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179F2E42-446A-266F-5881-7121CE623A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3" name="Textplatzhalter 52">
            <a:extLst>
              <a:ext uri="{FF2B5EF4-FFF2-40B4-BE49-F238E27FC236}">
                <a16:creationId xmlns:a16="http://schemas.microsoft.com/office/drawing/2014/main" id="{84E2AD3C-8285-106A-1850-B4421F361B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7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6EF9980A-92BD-3A10-110C-956FA8EDC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5771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20" name="Textplatzhalter 52">
            <a:extLst>
              <a:ext uri="{FF2B5EF4-FFF2-40B4-BE49-F238E27FC236}">
                <a16:creationId xmlns:a16="http://schemas.microsoft.com/office/drawing/2014/main" id="{F8C5AA99-150C-F910-C80D-617DF468D9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83563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9" name="Bildplatzhalter 9">
            <a:extLst>
              <a:ext uri="{FF2B5EF4-FFF2-40B4-BE49-F238E27FC236}">
                <a16:creationId xmlns:a16="http://schemas.microsoft.com/office/drawing/2014/main" id="{CAEF0431-B939-D32B-2BCE-8E17034F208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7988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12F5BC89-EE53-C4E2-1443-9257D2F7536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96175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5" name="Bildplatzhalter 11">
            <a:extLst>
              <a:ext uri="{FF2B5EF4-FFF2-40B4-BE49-F238E27FC236}">
                <a16:creationId xmlns:a16="http://schemas.microsoft.com/office/drawing/2014/main" id="{6729AFB4-C0EB-2180-9D56-DCF1110177A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84362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2D7CDC8E-EB7B-4581-F00B-A87189C3E48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4891314"/>
            <a:ext cx="3600451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519ACF63-8F01-7714-C238-903353A7209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296175" y="4891314"/>
            <a:ext cx="3600449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54545AC7-5FC5-58AB-B510-D5898B400FA2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184362" y="4891314"/>
            <a:ext cx="3600447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042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3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2758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9" name="Textplatzhalter 52">
            <a:extLst>
              <a:ext uri="{FF2B5EF4-FFF2-40B4-BE49-F238E27FC236}">
                <a16:creationId xmlns:a16="http://schemas.microsoft.com/office/drawing/2014/main" id="{8AF95120-A81F-52DB-76D2-83E371AA3F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21194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E5616DD-E8CA-5A37-D6C1-47DE66E16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21194" y="2335213"/>
            <a:ext cx="1819270" cy="1065212"/>
          </a:xfrm>
        </p:spPr>
        <p:txBody>
          <a:bodyPr wrap="square"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3" name="Text Placeholder 32">
            <a:extLst>
              <a:ext uri="{FF2B5EF4-FFF2-40B4-BE49-F238E27FC236}">
                <a16:creationId xmlns:a16="http://schemas.microsoft.com/office/drawing/2014/main" id="{8A423DAC-F37D-0A5A-431E-9740BF548E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21194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0" name="Text Placeholder 32">
            <a:extLst>
              <a:ext uri="{FF2B5EF4-FFF2-40B4-BE49-F238E27FC236}">
                <a16:creationId xmlns:a16="http://schemas.microsoft.com/office/drawing/2014/main" id="{82B2C481-4D77-35DE-32DF-B033FCE9D0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21194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30" name="Textplatzhalter 52">
            <a:extLst>
              <a:ext uri="{FF2B5EF4-FFF2-40B4-BE49-F238E27FC236}">
                <a16:creationId xmlns:a16="http://schemas.microsoft.com/office/drawing/2014/main" id="{910B3119-DD41-8385-45D3-A5F424A4F8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93342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58" name="Text Placeholder 32">
            <a:extLst>
              <a:ext uri="{FF2B5EF4-FFF2-40B4-BE49-F238E27FC236}">
                <a16:creationId xmlns:a16="http://schemas.microsoft.com/office/drawing/2014/main" id="{2342786F-4F0A-9819-3EEA-13C41AF4D0B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93343" y="233521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4" name="Text Placeholder 32">
            <a:extLst>
              <a:ext uri="{FF2B5EF4-FFF2-40B4-BE49-F238E27FC236}">
                <a16:creationId xmlns:a16="http://schemas.microsoft.com/office/drawing/2014/main" id="{9A5EE817-73A5-DDD9-FF5C-8961DD27DCC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93343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1" name="Text Placeholder 32">
            <a:extLst>
              <a:ext uri="{FF2B5EF4-FFF2-40B4-BE49-F238E27FC236}">
                <a16:creationId xmlns:a16="http://schemas.microsoft.com/office/drawing/2014/main" id="{8920D266-893E-D904-740A-D7F80F75E2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93343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31" name="Textplatzhalter 52">
            <a:extLst>
              <a:ext uri="{FF2B5EF4-FFF2-40B4-BE49-F238E27FC236}">
                <a16:creationId xmlns:a16="http://schemas.microsoft.com/office/drawing/2014/main" id="{F4E5564A-1BDE-1084-6E5C-76EE9CA79E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65491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59" name="Text Placeholder 32">
            <a:extLst>
              <a:ext uri="{FF2B5EF4-FFF2-40B4-BE49-F238E27FC236}">
                <a16:creationId xmlns:a16="http://schemas.microsoft.com/office/drawing/2014/main" id="{807A570B-B857-BDCF-C257-087323B683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65491" y="233521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5" name="Text Placeholder 32">
            <a:extLst>
              <a:ext uri="{FF2B5EF4-FFF2-40B4-BE49-F238E27FC236}">
                <a16:creationId xmlns:a16="http://schemas.microsoft.com/office/drawing/2014/main" id="{C29147A8-C043-065C-2940-2A9D20C7E64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65491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2" name="Text Placeholder 32">
            <a:extLst>
              <a:ext uri="{FF2B5EF4-FFF2-40B4-BE49-F238E27FC236}">
                <a16:creationId xmlns:a16="http://schemas.microsoft.com/office/drawing/2014/main" id="{C22C92A7-5EFE-6DAD-1867-703F8CFF16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65491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</p:spTree>
    <p:extLst>
      <p:ext uri="{BB962C8B-B14F-4D97-AF65-F5344CB8AC3E}">
        <p14:creationId xmlns:p14="http://schemas.microsoft.com/office/powerpoint/2010/main" val="35125529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606B146-9972-C424-94F7-E4E3B230C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539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D1D6DE4-C8BF-1FDB-A815-63AE1753C6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963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B2E06887-1F52-6D50-EF99-A987A0C497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99214" y="2138170"/>
            <a:ext cx="2993571" cy="246221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Second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15CA158E-5136-1378-763E-7E5903D4B9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99781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567A0CF0-8627-FC62-C638-2A05434447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8246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Third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0485FAA-A283-BF00-4745-8EB56A1C09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3033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69190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1/3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3F04BA93-4DF6-4FCB-A716-F9304A1BF9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539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744AB99B-B1CD-E8CD-42AF-77572D5E37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963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5E7B662B-E00E-F13B-2859-596AD16B32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99214" y="2138170"/>
            <a:ext cx="2993571" cy="246221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Second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90305AD1-521C-5A2F-7182-E7E8DBD546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99781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F8A3AD0-9B8B-306B-3452-9455F1EFCA2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8246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Third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514B5B65-D6F6-78B3-AF29-D0C863BA50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3033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3269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rrow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2E3B4D43-43FE-17A1-1964-B212F5E25508}"/>
              </a:ext>
            </a:extLst>
          </p:cNvPr>
          <p:cNvGrpSpPr/>
          <p:nvPr userDrawn="1"/>
        </p:nvGrpSpPr>
        <p:grpSpPr>
          <a:xfrm>
            <a:off x="302079" y="0"/>
            <a:ext cx="11587842" cy="6854780"/>
            <a:chOff x="2376487" y="1228725"/>
            <a:chExt cx="7439025" cy="4400550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8C5A8997-C405-0328-3242-5E8ACDEA597A}"/>
                </a:ext>
              </a:extLst>
            </p:cNvPr>
            <p:cNvSpPr/>
            <p:nvPr/>
          </p:nvSpPr>
          <p:spPr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4902B52E-649D-E62A-E715-6082927D276F}"/>
                </a:ext>
              </a:extLst>
            </p:cNvPr>
            <p:cNvSpPr/>
            <p:nvPr/>
          </p:nvSpPr>
          <p:spPr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44FC983C-8545-BA5E-024C-C6A00C138627}"/>
                </a:ext>
              </a:extLst>
            </p:cNvPr>
            <p:cNvSpPr/>
            <p:nvPr/>
          </p:nvSpPr>
          <p:spPr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96975"/>
            <a:ext cx="845390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Closing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070163"/>
            <a:ext cx="5538787" cy="2111312"/>
          </a:xfrm>
        </p:spPr>
        <p:txBody>
          <a:bodyPr vert="horz"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Enabling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shape</a:t>
            </a:r>
            <a:r>
              <a:rPr lang="de-DE"/>
              <a:t> a </a:t>
            </a:r>
            <a:r>
              <a:rPr lang="de-DE" err="1"/>
              <a:t>better</a:t>
            </a:r>
            <a:r>
              <a:rPr lang="de-DE"/>
              <a:t> </a:t>
            </a:r>
            <a:r>
              <a:rPr lang="de-DE" err="1"/>
              <a:t>tomorrow</a:t>
            </a:r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924A48-BBBD-C395-CAC0-DB64DA72C549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06452" y="4545128"/>
            <a:ext cx="11377507" cy="15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t"/>
          <a:lstStyle/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MHP Management- und IT-</a:t>
            </a:r>
            <a:r>
              <a:rPr lang="en-US" sz="1400" b="1" noProof="0" err="1">
                <a:solidFill>
                  <a:schemeClr val="bg1"/>
                </a:solidFill>
                <a:latin typeface="+mn-lt"/>
                <a:cs typeface="Segoe UI"/>
              </a:rPr>
              <a:t>Beratung</a:t>
            </a: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 GmbH</a:t>
            </a:r>
            <a:b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</a:br>
            <a:b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</a:b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Film- und </a:t>
            </a: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</a:rPr>
              <a:t>Medienzentrum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 l Königsallee 49 l D-71638 Ludwigsburg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Telefon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 +49 (0)7141 7856-0 l Fax +49 (0)7141 7856-199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E-Mail info@mhp.com l Internet www.mhp.com</a:t>
            </a:r>
          </a:p>
        </p:txBody>
      </p:sp>
    </p:spTree>
    <p:extLst>
      <p:ext uri="{BB962C8B-B14F-4D97-AF65-F5344CB8AC3E}">
        <p14:creationId xmlns:p14="http://schemas.microsoft.com/office/powerpoint/2010/main" val="308064676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43">
            <a:extLst>
              <a:ext uri="{FF2B5EF4-FFF2-40B4-BE49-F238E27FC236}">
                <a16:creationId xmlns:a16="http://schemas.microsoft.com/office/drawing/2014/main" id="{E076C8B9-B697-985C-9F2C-666948479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264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96975"/>
            <a:ext cx="845390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Closing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070163"/>
            <a:ext cx="6776583" cy="2082737"/>
          </a:xfrm>
        </p:spPr>
        <p:txBody>
          <a:bodyPr vert="horz"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create</a:t>
            </a:r>
            <a:r>
              <a:rPr lang="de-DE"/>
              <a:t> digital </a:t>
            </a:r>
            <a:r>
              <a:rPr lang="de-DE" err="1"/>
              <a:t>futures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sustainable</a:t>
            </a:r>
            <a:r>
              <a:rPr lang="de-DE"/>
              <a:t> </a:t>
            </a:r>
            <a:r>
              <a:rPr lang="de-DE" err="1"/>
              <a:t>impact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world</a:t>
            </a:r>
            <a:r>
              <a:rPr lang="de-DE"/>
              <a:t>.</a:t>
            </a:r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924A48-BBBD-C395-CAC0-DB64DA72C5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06452" y="4545128"/>
            <a:ext cx="11377507" cy="15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t"/>
          <a:lstStyle/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MHP Management- und IT-</a:t>
            </a:r>
            <a:r>
              <a:rPr lang="en-US" sz="1400" b="1" noProof="0" err="1">
                <a:solidFill>
                  <a:schemeClr val="bg1"/>
                </a:solidFill>
                <a:latin typeface="+mn-lt"/>
                <a:cs typeface="Segoe UI"/>
              </a:rPr>
              <a:t>Beratung</a:t>
            </a: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 GmbH</a:t>
            </a:r>
            <a:b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</a:br>
            <a:b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</a:b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Film- und </a:t>
            </a: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</a:rPr>
              <a:t>Medienzentrum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 l Königsallee 49 l D-71638 Ludwigsburg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Telefon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 +49 (0)7141 7856-0 l Fax +49 (0)7141 7856-199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E-Mail info@mhp.com l Internet www.mhp.com</a:t>
            </a:r>
          </a:p>
        </p:txBody>
      </p:sp>
    </p:spTree>
    <p:extLst>
      <p:ext uri="{BB962C8B-B14F-4D97-AF65-F5344CB8AC3E}">
        <p14:creationId xmlns:p14="http://schemas.microsoft.com/office/powerpoint/2010/main" val="25847141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ckup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B8F842D-9083-B1BD-7D8C-C56B343C4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ltGray">
          <a:xfrm>
            <a:off x="1309630" y="0"/>
            <a:ext cx="108823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99538" y="219691"/>
            <a:ext cx="8859262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538" y="404813"/>
            <a:ext cx="8859262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599538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DCE383B-B4CB-D8AA-5C55-D327BB575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1708CD1-5A76-E2DB-806E-0BAD37B53A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04009-0C96-7E23-3EFA-A798C3A242F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BAAD31-2C49-D204-0DE2-6934CEE5E09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62F645B-E904-D21B-327C-985D7AED36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561A794-66AC-EFDE-4A7F-17CFB93B065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5CC678F-27F6-7AE0-8847-BA3D6BD54A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CF7ECAA-200A-A95E-EB52-147B9E4877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489C938-8BA4-3B07-5367-EE0552D6C30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212BFEA-B83D-CE02-8141-41BBCB3C7FE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A5D9973-799E-3144-7CA9-06D643FF64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A2E963B-62F9-A78F-756B-9DE1DCEC3D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A0A86D6-9908-EAB3-BF97-BDF51BCC44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2A1CAB6-4449-1418-7391-A03737305A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0417F03-5C24-A23E-2465-4FA6299C57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E636C30-2752-3571-DA71-B0674682A85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2F58AFD-B196-E7E8-1CAD-56732E7CE0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AB30FB4-4AD5-2923-0E51-ECCE53A2F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3C54911-B0A4-0978-65D9-BCF7927CCE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DAD8C20-1D2C-46EA-E924-E176B21E5D6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3C09416-1474-540C-D335-18198A1B7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9D8461-872B-97D8-1926-05C916E208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0036A20-41CF-1407-D4BE-A954ED74E51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09F7526-61EF-7A8C-5F7D-23E3A866CE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98174665-FCC3-C9CA-E15E-4D9FD042A68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37101" y="1484313"/>
            <a:ext cx="5644874" cy="228295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Picture Placeholder 68">
            <a:extLst>
              <a:ext uri="{FF2B5EF4-FFF2-40B4-BE49-F238E27FC236}">
                <a16:creationId xmlns:a16="http://schemas.microsoft.com/office/drawing/2014/main" id="{679F76BB-3934-B326-E04A-BD665DF1C72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2620736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3" name="Textplatzhalter 52">
            <a:extLst>
              <a:ext uri="{FF2B5EF4-FFF2-40B4-BE49-F238E27FC236}">
                <a16:creationId xmlns:a16="http://schemas.microsoft.com/office/drawing/2014/main" id="{C2E65DBB-1B91-D658-C51E-5AEB43184D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37102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2" name="Text Placeholder 60">
            <a:extLst>
              <a:ext uri="{FF2B5EF4-FFF2-40B4-BE49-F238E27FC236}">
                <a16:creationId xmlns:a16="http://schemas.microsoft.com/office/drawing/2014/main" id="{0D0390FA-F3C6-50BF-BA23-A70DDC5CD6B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2537101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2" name="Picture Placeholder 68">
            <a:extLst>
              <a:ext uri="{FF2B5EF4-FFF2-40B4-BE49-F238E27FC236}">
                <a16:creationId xmlns:a16="http://schemas.microsoft.com/office/drawing/2014/main" id="{FA39E7D7-A690-5733-1347-C8D6142D2E9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792546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67E8A32B-DB76-A46F-1D4E-614BDE62398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96088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6" name="Text Placeholder 60">
            <a:extLst>
              <a:ext uri="{FF2B5EF4-FFF2-40B4-BE49-F238E27FC236}">
                <a16:creationId xmlns:a16="http://schemas.microsoft.com/office/drawing/2014/main" id="{3603C341-4C82-045D-3CFB-4E80000771E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96087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pic>
        <p:nvPicPr>
          <p:cNvPr id="64" name="Grafik 58">
            <a:extLst>
              <a:ext uri="{FF2B5EF4-FFF2-40B4-BE49-F238E27FC236}">
                <a16:creationId xmlns:a16="http://schemas.microsoft.com/office/drawing/2014/main" id="{DC60D63F-C251-9360-1F6C-E38A18370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746" t="10016" r="9733" b="12094"/>
          <a:stretch/>
        </p:blipFill>
        <p:spPr>
          <a:xfrm>
            <a:off x="2162175" y="2085974"/>
            <a:ext cx="2749240" cy="3012657"/>
          </a:xfrm>
          <a:prstGeom prst="rect">
            <a:avLst/>
          </a:prstGeom>
        </p:spPr>
      </p:pic>
      <p:pic>
        <p:nvPicPr>
          <p:cNvPr id="73" name="Grafik 58">
            <a:extLst>
              <a:ext uri="{FF2B5EF4-FFF2-40B4-BE49-F238E27FC236}">
                <a16:creationId xmlns:a16="http://schemas.microsoft.com/office/drawing/2014/main" id="{78045078-2D0D-151A-92E2-874FAD24E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499" t="10016" r="12236" b="13019"/>
          <a:stretch/>
        </p:blipFill>
        <p:spPr>
          <a:xfrm>
            <a:off x="5427993" y="2085974"/>
            <a:ext cx="2569778" cy="2976880"/>
          </a:xfrm>
          <a:prstGeom prst="rect">
            <a:avLst/>
          </a:prstGeom>
        </p:spPr>
      </p:pic>
      <p:sp>
        <p:nvSpPr>
          <p:cNvPr id="74" name="Picture Placeholder 68">
            <a:extLst>
              <a:ext uri="{FF2B5EF4-FFF2-40B4-BE49-F238E27FC236}">
                <a16:creationId xmlns:a16="http://schemas.microsoft.com/office/drawing/2014/main" id="{51C12959-3214-035C-E914-CF251D2E74B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38770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31" name="Textplatzhalter 52">
            <a:extLst>
              <a:ext uri="{FF2B5EF4-FFF2-40B4-BE49-F238E27FC236}">
                <a16:creationId xmlns:a16="http://schemas.microsoft.com/office/drawing/2014/main" id="{D6437E68-9F6F-183B-425B-3612F5C478A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54066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7" name="Text Placeholder 60">
            <a:extLst>
              <a:ext uri="{FF2B5EF4-FFF2-40B4-BE49-F238E27FC236}">
                <a16:creationId xmlns:a16="http://schemas.microsoft.com/office/drawing/2014/main" id="{CB4E9C1A-78FF-7B50-DFF4-19FC8747252D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857280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pic>
        <p:nvPicPr>
          <p:cNvPr id="75" name="Grafik 58">
            <a:extLst>
              <a:ext uri="{FF2B5EF4-FFF2-40B4-BE49-F238E27FC236}">
                <a16:creationId xmlns:a16="http://schemas.microsoft.com/office/drawing/2014/main" id="{E35B035C-EFF2-40C3-9828-8C16D944B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811" t="9091" r="6231" b="13019"/>
          <a:stretch/>
        </p:blipFill>
        <p:spPr>
          <a:xfrm>
            <a:off x="8584850" y="2050196"/>
            <a:ext cx="2764146" cy="301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73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05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5832476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7E0BF23C-788A-C0F6-0F5F-FAE1BEAA72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69300" y="1587245"/>
            <a:ext cx="2162283" cy="4684974"/>
          </a:xfrm>
          <a:prstGeom prst="roundRect">
            <a:avLst>
              <a:gd name="adj" fmla="val 9527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1F9E3-B2D8-0F8D-B256-0ADEBB03E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935" y="1425008"/>
            <a:ext cx="3574615" cy="5625797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51792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5832476" cy="4897437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7E0BF23C-788A-C0F6-0F5F-FAE1BEAA72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69300" y="1587245"/>
            <a:ext cx="2162283" cy="4684974"/>
          </a:xfrm>
          <a:prstGeom prst="roundRect">
            <a:avLst>
              <a:gd name="adj" fmla="val 9527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1F9E3-B2D8-0F8D-B256-0ADEBB03E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935" y="1425008"/>
            <a:ext cx="3574615" cy="5625797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FC420329-DCAA-8421-EAF7-164ECDCE6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E24DDCE8-3617-85AC-02B4-FC8C933F1D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8A8E41-8065-9690-F4F1-825DD1C9F8B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39FA78-7298-1B4F-DA4E-A41879174F3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23B13956-CE69-6918-D1F7-80FF5BC1CB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0EF8E941-617C-A1F3-5D74-A02D1740816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B4F927CA-B7B2-509C-C5D9-3D04D0AC3C4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54A6493F-BB8C-F071-A97A-799E6AD1EE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2D84269C-1683-E06F-4CDB-E7800E5129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DA1E169F-0228-D5D8-B7B4-F13EB2E1B5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75F5CEB5-F4BC-856C-710D-F2C4F5BFB0B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0473723-F962-18D8-73DE-303F8968F6D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A0E50E9B-E534-E453-6719-67E2B74C0EE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B42C1050-F1CF-F10B-3122-BE9CD7BC54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88EE4E2F-D3CF-E3CB-02CB-758085FD5AC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DB32BAD2-53D2-4994-165E-F136DA71B07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832AB545-6DA6-0333-F51D-ACF0323374D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B08D574-C6DF-EE3F-F68E-2CD332C08A0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EDF93916-25CF-9543-9337-B35DA30CCE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83DA72D2-1421-53ED-F1E4-E251B165C6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DB8BBFBC-1C8A-E1C2-146C-6048D3BEE7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C4953B43-C951-5ECB-3B89-09BAF1118E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BC977B98-F816-B34F-A5F7-81BD272629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66858941-620B-1685-889D-54E8A6145B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42087207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5B6EF35A-BC8C-36EF-8113-93A21C7469B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53B892B6-98A2-8F8F-1564-9C8BB90052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325434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55C9223E-32BF-3983-5E9C-2FFF298D49C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07987" y="502437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1A00CD3-3A79-0975-BD7A-6E6BAA310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677" y="1365373"/>
            <a:ext cx="7259979" cy="5463134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80389" y="1660574"/>
            <a:ext cx="6005761" cy="4517976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A26A7C-E6C1-332A-FCA4-D7706F34E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2878283"/>
            <a:ext cx="3903080" cy="0"/>
          </a:xfrm>
          <a:prstGeom prst="line">
            <a:avLst/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5F5FC8-3452-AD47-7777-10A5179C9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4648313"/>
            <a:ext cx="3903080" cy="0"/>
          </a:xfrm>
          <a:prstGeom prst="line">
            <a:avLst/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0480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A00CD3-3A79-0975-BD7A-6E6BAA310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677" y="1365373"/>
            <a:ext cx="7259979" cy="5463134"/>
          </a:xfrm>
          <a:prstGeom prst="rect">
            <a:avLst/>
          </a:prstGeom>
        </p:spPr>
      </p:pic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5B6EF35A-BC8C-36EF-8113-93A21C7469B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53B892B6-98A2-8F8F-1564-9C8BB90052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325434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55C9223E-32BF-3983-5E9C-2FFF298D49C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07987" y="502437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80389" y="1660574"/>
            <a:ext cx="6005761" cy="4517976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A26A7C-E6C1-332A-FCA4-D7706F34E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2878283"/>
            <a:ext cx="3903080" cy="0"/>
          </a:xfrm>
          <a:prstGeom prst="line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5F5FC8-3452-AD47-7777-10A5179C9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4648313"/>
            <a:ext cx="3903080" cy="0"/>
          </a:xfrm>
          <a:prstGeom prst="line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A1ADCB0D-E987-9BD2-8F72-9A8B8D272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5B95A1CC-62B7-0D05-3EEB-3FDB435C37E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BA48456-EE59-6314-6769-C4AD2FDF89C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559A7E0-78FB-6A4B-2759-919BDD3E3D7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F1B20C79-4B71-48D1-0878-299B267BCAF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5A745886-FB26-ECC3-2562-99D7CDF5ED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AAC1023E-7065-67AB-FA77-C84257693C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D4CB867E-6E50-7D54-52A8-13FEF8EA49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70E9E0B7-0960-3CBD-A8A7-2C72F46C35D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5">
              <a:extLst>
                <a:ext uri="{FF2B5EF4-FFF2-40B4-BE49-F238E27FC236}">
                  <a16:creationId xmlns:a16="http://schemas.microsoft.com/office/drawing/2014/main" id="{7172BE78-D9DF-EA4D-6242-01E4681B62D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3CB5D193-4B3B-D3A9-B758-5EAC1E241D9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id="{9104682E-FA90-01FB-9DD0-0E8EABDB1F1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23D10B33-D88E-69A9-6F27-EA69156FB1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EEB0B6C7-E3F2-9AE6-701B-44911AA340D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0">
              <a:extLst>
                <a:ext uri="{FF2B5EF4-FFF2-40B4-BE49-F238E27FC236}">
                  <a16:creationId xmlns:a16="http://schemas.microsoft.com/office/drawing/2014/main" id="{904A9D67-5887-7EC2-5C46-3B7BBC1A750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D5A578D-F051-E12E-5CD0-9321100DF05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489B747B-062A-E40D-AD74-915331FED5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75D027F0-B559-A3A4-7FAE-D7FFC7A595C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4">
              <a:extLst>
                <a:ext uri="{FF2B5EF4-FFF2-40B4-BE49-F238E27FC236}">
                  <a16:creationId xmlns:a16="http://schemas.microsoft.com/office/drawing/2014/main" id="{1E4742C6-102F-6E65-DB1D-C4D7954826B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5">
              <a:extLst>
                <a:ext uri="{FF2B5EF4-FFF2-40B4-BE49-F238E27FC236}">
                  <a16:creationId xmlns:a16="http://schemas.microsoft.com/office/drawing/2014/main" id="{CEB3BADB-A3F5-781B-359C-1F6E6292EAE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307C1B5C-D160-6035-0D35-144F967D53F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92F83589-CC5F-FEC5-5C54-1A256FCA63A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4FC24CB5-6F49-E00A-BA66-83680EE9867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92630830-A21E-BFC8-0E78-EF10846863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0084009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3600451" cy="4897437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23" name="Picture Placeholder 24">
            <a:extLst>
              <a:ext uri="{FF2B5EF4-FFF2-40B4-BE49-F238E27FC236}">
                <a16:creationId xmlns:a16="http://schemas.microsoft.com/office/drawing/2014/main" id="{A09BCFC0-0F84-34A0-AD8B-6321349C9D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27869" y="1569050"/>
            <a:ext cx="5389694" cy="3031703"/>
          </a:xfrm>
          <a:custGeom>
            <a:avLst/>
            <a:gdLst>
              <a:gd name="connsiteX0" fmla="*/ 0 w 5389694"/>
              <a:gd name="connsiteY0" fmla="*/ 0 h 3031703"/>
              <a:gd name="connsiteX1" fmla="*/ 5389694 w 5389694"/>
              <a:gd name="connsiteY1" fmla="*/ 0 h 3031703"/>
              <a:gd name="connsiteX2" fmla="*/ 5389694 w 5389694"/>
              <a:gd name="connsiteY2" fmla="*/ 3031703 h 3031703"/>
              <a:gd name="connsiteX3" fmla="*/ 1352550 w 5389694"/>
              <a:gd name="connsiteY3" fmla="*/ 3031703 h 3031703"/>
              <a:gd name="connsiteX4" fmla="*/ 303411 w 5389694"/>
              <a:gd name="connsiteY4" fmla="*/ 3031703 h 3031703"/>
              <a:gd name="connsiteX5" fmla="*/ 303411 w 5389694"/>
              <a:gd name="connsiteY5" fmla="*/ 2452577 h 3031703"/>
              <a:gd name="connsiteX6" fmla="*/ 305990 w 5389694"/>
              <a:gd name="connsiteY6" fmla="*/ 2452577 h 3031703"/>
              <a:gd name="connsiteX7" fmla="*/ 313728 w 5389694"/>
              <a:gd name="connsiteY7" fmla="*/ 2447419 h 3031703"/>
              <a:gd name="connsiteX8" fmla="*/ 313728 w 5389694"/>
              <a:gd name="connsiteY8" fmla="*/ 2073418 h 3031703"/>
              <a:gd name="connsiteX9" fmla="*/ 305990 w 5389694"/>
              <a:gd name="connsiteY9" fmla="*/ 2068259 h 3031703"/>
              <a:gd name="connsiteX10" fmla="*/ 303411 w 5389694"/>
              <a:gd name="connsiteY10" fmla="*/ 2068259 h 3031703"/>
              <a:gd name="connsiteX11" fmla="*/ 303411 w 5389694"/>
              <a:gd name="connsiteY11" fmla="*/ 1511128 h 3031703"/>
              <a:gd name="connsiteX12" fmla="*/ 226032 w 5389694"/>
              <a:gd name="connsiteY12" fmla="*/ 1315100 h 3031703"/>
              <a:gd name="connsiteX13" fmla="*/ 37742 w 5389694"/>
              <a:gd name="connsiteY13" fmla="*/ 1245458 h 3031703"/>
              <a:gd name="connsiteX14" fmla="*/ 0 w 5389694"/>
              <a:gd name="connsiteY14" fmla="*/ 1245458 h 3031703"/>
              <a:gd name="connsiteX15" fmla="*/ 0 w 5389694"/>
              <a:gd name="connsiteY15" fmla="*/ 1056853 h 303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89694" h="3031703">
                <a:moveTo>
                  <a:pt x="0" y="0"/>
                </a:moveTo>
                <a:lnTo>
                  <a:pt x="5389694" y="0"/>
                </a:lnTo>
                <a:lnTo>
                  <a:pt x="5389694" y="3031703"/>
                </a:lnTo>
                <a:lnTo>
                  <a:pt x="1352550" y="3031703"/>
                </a:lnTo>
                <a:lnTo>
                  <a:pt x="303411" y="3031703"/>
                </a:lnTo>
                <a:lnTo>
                  <a:pt x="303411" y="2452577"/>
                </a:lnTo>
                <a:lnTo>
                  <a:pt x="305990" y="2452577"/>
                </a:lnTo>
                <a:lnTo>
                  <a:pt x="313728" y="2447419"/>
                </a:lnTo>
                <a:lnTo>
                  <a:pt x="313728" y="2073418"/>
                </a:lnTo>
                <a:lnTo>
                  <a:pt x="305990" y="2068259"/>
                </a:lnTo>
                <a:lnTo>
                  <a:pt x="303411" y="2068259"/>
                </a:lnTo>
                <a:lnTo>
                  <a:pt x="303411" y="1511128"/>
                </a:lnTo>
                <a:cubicBezTo>
                  <a:pt x="303411" y="1511128"/>
                  <a:pt x="302336" y="1385924"/>
                  <a:pt x="226032" y="1315100"/>
                </a:cubicBezTo>
                <a:cubicBezTo>
                  <a:pt x="150909" y="1245351"/>
                  <a:pt x="37742" y="1245458"/>
                  <a:pt x="37742" y="1245458"/>
                </a:cubicBezTo>
                <a:lnTo>
                  <a:pt x="0" y="1245458"/>
                </a:lnTo>
                <a:lnTo>
                  <a:pt x="0" y="105685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pic>
        <p:nvPicPr>
          <p:cNvPr id="22" name="Grafik 15">
            <a:extLst>
              <a:ext uri="{FF2B5EF4-FFF2-40B4-BE49-F238E27FC236}">
                <a16:creationId xmlns:a16="http://schemas.microsoft.com/office/drawing/2014/main" id="{B6468952-CF4F-798C-A2F4-C7F5AA9E7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692" y="1371870"/>
            <a:ext cx="5776048" cy="520482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C9BD4D2-4E2A-A0AF-6AAC-022038E51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59" y="2754636"/>
            <a:ext cx="2620583" cy="4124324"/>
          </a:xfrm>
          <a:prstGeom prst="rect">
            <a:avLst/>
          </a:prstGeom>
        </p:spPr>
      </p:pic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840AC07D-7406-F2AA-3F03-C74E178895E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60119" y="2900918"/>
            <a:ext cx="1578769" cy="3404161"/>
          </a:xfrm>
          <a:custGeom>
            <a:avLst/>
            <a:gdLst>
              <a:gd name="connsiteX0" fmla="*/ 219387 w 2231231"/>
              <a:gd name="connsiteY0" fmla="*/ 40 h 4833612"/>
              <a:gd name="connsiteX1" fmla="*/ 223489 w 2231231"/>
              <a:gd name="connsiteY1" fmla="*/ 207 h 4833612"/>
              <a:gd name="connsiteX2" fmla="*/ 520254 w 2231231"/>
              <a:gd name="connsiteY2" fmla="*/ 207 h 4833612"/>
              <a:gd name="connsiteX3" fmla="*/ 545900 w 2231231"/>
              <a:gd name="connsiteY3" fmla="*/ 11198 h 4833612"/>
              <a:gd name="connsiteX4" fmla="*/ 553228 w 2231231"/>
              <a:gd name="connsiteY4" fmla="*/ 29517 h 4833612"/>
              <a:gd name="connsiteX5" fmla="*/ 553228 w 2231231"/>
              <a:gd name="connsiteY5" fmla="*/ 58827 h 4833612"/>
              <a:gd name="connsiteX6" fmla="*/ 589866 w 2231231"/>
              <a:gd name="connsiteY6" fmla="*/ 128439 h 4833612"/>
              <a:gd name="connsiteX7" fmla="*/ 659477 w 2231231"/>
              <a:gd name="connsiteY7" fmla="*/ 161412 h 4833612"/>
              <a:gd name="connsiteX8" fmla="*/ 1571754 w 2231231"/>
              <a:gd name="connsiteY8" fmla="*/ 161412 h 4833612"/>
              <a:gd name="connsiteX9" fmla="*/ 1637702 w 2231231"/>
              <a:gd name="connsiteY9" fmla="*/ 121111 h 4833612"/>
              <a:gd name="connsiteX10" fmla="*/ 1667012 w 2231231"/>
              <a:gd name="connsiteY10" fmla="*/ 25853 h 4833612"/>
              <a:gd name="connsiteX11" fmla="*/ 1678003 w 2231231"/>
              <a:gd name="connsiteY11" fmla="*/ 7534 h 4833612"/>
              <a:gd name="connsiteX12" fmla="*/ 1699986 w 2231231"/>
              <a:gd name="connsiteY12" fmla="*/ 207 h 4833612"/>
              <a:gd name="connsiteX13" fmla="*/ 1985759 w 2231231"/>
              <a:gd name="connsiteY13" fmla="*/ 207 h 4833612"/>
              <a:gd name="connsiteX14" fmla="*/ 2168947 w 2231231"/>
              <a:gd name="connsiteY14" fmla="*/ 69818 h 4833612"/>
              <a:gd name="connsiteX15" fmla="*/ 2231231 w 2231231"/>
              <a:gd name="connsiteY15" fmla="*/ 227360 h 4833612"/>
              <a:gd name="connsiteX16" fmla="*/ 2231231 w 2231231"/>
              <a:gd name="connsiteY16" fmla="*/ 4612883 h 4833612"/>
              <a:gd name="connsiteX17" fmla="*/ 2183602 w 2231231"/>
              <a:gd name="connsiteY17" fmla="*/ 4759434 h 4833612"/>
              <a:gd name="connsiteX18" fmla="*/ 2044379 w 2231231"/>
              <a:gd name="connsiteY18" fmla="*/ 4832709 h 4833612"/>
              <a:gd name="connsiteX19" fmla="*/ 1674339 w 2231231"/>
              <a:gd name="connsiteY19" fmla="*/ 4832709 h 4833612"/>
              <a:gd name="connsiteX20" fmla="*/ 227153 w 2231231"/>
              <a:gd name="connsiteY20" fmla="*/ 4832709 h 4833612"/>
              <a:gd name="connsiteX21" fmla="*/ 51293 w 2231231"/>
              <a:gd name="connsiteY21" fmla="*/ 4766761 h 4833612"/>
              <a:gd name="connsiteX22" fmla="*/ 0 w 2231231"/>
              <a:gd name="connsiteY22" fmla="*/ 4612883 h 4833612"/>
              <a:gd name="connsiteX23" fmla="*/ 0 w 2231231"/>
              <a:gd name="connsiteY23" fmla="*/ 209041 h 4833612"/>
              <a:gd name="connsiteX24" fmla="*/ 65948 w 2231231"/>
              <a:gd name="connsiteY24" fmla="*/ 58827 h 4833612"/>
              <a:gd name="connsiteX25" fmla="*/ 219387 w 2231231"/>
              <a:gd name="connsiteY25" fmla="*/ 40 h 483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31231" h="4833612">
                <a:moveTo>
                  <a:pt x="219387" y="40"/>
                </a:moveTo>
                <a:cubicBezTo>
                  <a:pt x="222044" y="100"/>
                  <a:pt x="223489" y="207"/>
                  <a:pt x="223489" y="207"/>
                </a:cubicBezTo>
                <a:lnTo>
                  <a:pt x="520254" y="207"/>
                </a:lnTo>
                <a:cubicBezTo>
                  <a:pt x="520254" y="207"/>
                  <a:pt x="532925" y="-1777"/>
                  <a:pt x="545900" y="11198"/>
                </a:cubicBezTo>
                <a:cubicBezTo>
                  <a:pt x="553228" y="18526"/>
                  <a:pt x="553228" y="29517"/>
                  <a:pt x="553228" y="29517"/>
                </a:cubicBezTo>
                <a:lnTo>
                  <a:pt x="553228" y="58827"/>
                </a:lnTo>
                <a:cubicBezTo>
                  <a:pt x="553228" y="58827"/>
                  <a:pt x="559487" y="102029"/>
                  <a:pt x="589866" y="128439"/>
                </a:cubicBezTo>
                <a:cubicBezTo>
                  <a:pt x="625893" y="159733"/>
                  <a:pt x="659477" y="161412"/>
                  <a:pt x="659477" y="161412"/>
                </a:cubicBezTo>
                <a:lnTo>
                  <a:pt x="1571754" y="161412"/>
                </a:lnTo>
                <a:cubicBezTo>
                  <a:pt x="1571754" y="161412"/>
                  <a:pt x="1610071" y="156069"/>
                  <a:pt x="1637702" y="121111"/>
                </a:cubicBezTo>
                <a:cubicBezTo>
                  <a:pt x="1668691" y="82031"/>
                  <a:pt x="1667012" y="25853"/>
                  <a:pt x="1667012" y="25853"/>
                </a:cubicBezTo>
                <a:cubicBezTo>
                  <a:pt x="1667012" y="25853"/>
                  <a:pt x="1670523" y="14251"/>
                  <a:pt x="1678003" y="7534"/>
                </a:cubicBezTo>
                <a:cubicBezTo>
                  <a:pt x="1687315" y="-710"/>
                  <a:pt x="1699986" y="207"/>
                  <a:pt x="1699986" y="207"/>
                </a:cubicBezTo>
                <a:lnTo>
                  <a:pt x="1985759" y="207"/>
                </a:lnTo>
                <a:cubicBezTo>
                  <a:pt x="1985759" y="207"/>
                  <a:pt x="2103458" y="-1014"/>
                  <a:pt x="2168947" y="69818"/>
                </a:cubicBezTo>
                <a:cubicBezTo>
                  <a:pt x="2231231" y="137292"/>
                  <a:pt x="2231231" y="227360"/>
                  <a:pt x="2231231" y="227360"/>
                </a:cubicBezTo>
                <a:lnTo>
                  <a:pt x="2231231" y="4612883"/>
                </a:lnTo>
                <a:cubicBezTo>
                  <a:pt x="2231231" y="4612883"/>
                  <a:pt x="2228484" y="4699286"/>
                  <a:pt x="2183602" y="4759434"/>
                </a:cubicBezTo>
                <a:cubicBezTo>
                  <a:pt x="2128341" y="4833472"/>
                  <a:pt x="2044379" y="4832709"/>
                  <a:pt x="2044379" y="4832709"/>
                </a:cubicBezTo>
                <a:lnTo>
                  <a:pt x="1674339" y="4832709"/>
                </a:lnTo>
                <a:lnTo>
                  <a:pt x="227153" y="4832709"/>
                </a:lnTo>
                <a:cubicBezTo>
                  <a:pt x="227153" y="4832709"/>
                  <a:pt x="125789" y="4846449"/>
                  <a:pt x="51293" y="4766761"/>
                </a:cubicBezTo>
                <a:cubicBezTo>
                  <a:pt x="3359" y="4715469"/>
                  <a:pt x="0" y="4612883"/>
                  <a:pt x="0" y="4612883"/>
                </a:cubicBezTo>
                <a:lnTo>
                  <a:pt x="0" y="209041"/>
                </a:lnTo>
                <a:cubicBezTo>
                  <a:pt x="0" y="209041"/>
                  <a:pt x="4581" y="120653"/>
                  <a:pt x="65948" y="58827"/>
                </a:cubicBezTo>
                <a:cubicBezTo>
                  <a:pt x="122851" y="1524"/>
                  <a:pt x="200791" y="-380"/>
                  <a:pt x="219387" y="4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 Picture</a:t>
            </a: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CF0C3A87-E3F5-87AF-2B8D-843F70F35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982324" y="6270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55FB99D7-95D6-3749-7C1E-5CBAE737291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2443F3-43BD-035E-0EDA-06106349976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0D5DEE-4DFB-EB03-9221-7041B4C1AD9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38AA74E-CC77-E11E-721D-D63E1577B6C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4ABA5EB6-6CC8-1D31-BC61-AB014273434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21D6699-F4E7-C506-358D-7F3A2B5090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3AF3BA5-73EE-D50D-BF9C-9C1446B971A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8FD6B84A-6CC3-72DC-1301-979FA3619A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6855035-4BD0-2106-A140-3E65735FFF6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1E9CD821-9BDD-6690-4FE2-7BC52EF492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963FB983-8A80-2594-EF22-9878CB5DF4B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0EA3A062-DA07-E5D7-FF65-CF07B35CAA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C6477813-D615-DF19-4A21-DB5FAA81AC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0923692F-3D2C-AF99-DAF4-C86D74742B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01A6DE30-21CD-2938-C970-6519929706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F1731203-7F2A-61B3-8DE9-8D5A3F00E6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8E44528A-F110-57F7-3E90-5AB5E1A5F4F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4A9D8F72-4761-0FFB-395F-76D91A38CA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0D22E4C9-90D0-3B5C-0755-5DAC76CEC5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66E5988B-CA20-84D2-CD68-259CD1C80F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D4282360-8A90-7054-BDBD-5E6836DD1C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8">
              <a:extLst>
                <a:ext uri="{FF2B5EF4-FFF2-40B4-BE49-F238E27FC236}">
                  <a16:creationId xmlns:a16="http://schemas.microsoft.com/office/drawing/2014/main" id="{1B776756-7D46-AA7B-B0EA-911EC99D06D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D1EC9A03-8370-7E2F-3CA7-9E4FEC9857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0867368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22" name="Grafik 15">
            <a:extLst>
              <a:ext uri="{FF2B5EF4-FFF2-40B4-BE49-F238E27FC236}">
                <a16:creationId xmlns:a16="http://schemas.microsoft.com/office/drawing/2014/main" id="{B6468952-CF4F-798C-A2F4-C7F5AA9E7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692" y="1371870"/>
            <a:ext cx="5776048" cy="5204824"/>
          </a:xfrm>
          <a:prstGeom prst="rect">
            <a:avLst/>
          </a:prstGeom>
        </p:spPr>
      </p:pic>
      <p:sp>
        <p:nvSpPr>
          <p:cNvPr id="23" name="Picture Placeholder 24">
            <a:extLst>
              <a:ext uri="{FF2B5EF4-FFF2-40B4-BE49-F238E27FC236}">
                <a16:creationId xmlns:a16="http://schemas.microsoft.com/office/drawing/2014/main" id="{A09BCFC0-0F84-34A0-AD8B-6321349C9D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27869" y="1569050"/>
            <a:ext cx="5389694" cy="3031703"/>
          </a:xfrm>
          <a:custGeom>
            <a:avLst/>
            <a:gdLst>
              <a:gd name="connsiteX0" fmla="*/ 0 w 5389694"/>
              <a:gd name="connsiteY0" fmla="*/ 0 h 3031703"/>
              <a:gd name="connsiteX1" fmla="*/ 5389694 w 5389694"/>
              <a:gd name="connsiteY1" fmla="*/ 0 h 3031703"/>
              <a:gd name="connsiteX2" fmla="*/ 5389694 w 5389694"/>
              <a:gd name="connsiteY2" fmla="*/ 3031703 h 3031703"/>
              <a:gd name="connsiteX3" fmla="*/ 1352550 w 5389694"/>
              <a:gd name="connsiteY3" fmla="*/ 3031703 h 3031703"/>
              <a:gd name="connsiteX4" fmla="*/ 303411 w 5389694"/>
              <a:gd name="connsiteY4" fmla="*/ 3031703 h 3031703"/>
              <a:gd name="connsiteX5" fmla="*/ 303411 w 5389694"/>
              <a:gd name="connsiteY5" fmla="*/ 2452577 h 3031703"/>
              <a:gd name="connsiteX6" fmla="*/ 305990 w 5389694"/>
              <a:gd name="connsiteY6" fmla="*/ 2452577 h 3031703"/>
              <a:gd name="connsiteX7" fmla="*/ 313728 w 5389694"/>
              <a:gd name="connsiteY7" fmla="*/ 2447419 h 3031703"/>
              <a:gd name="connsiteX8" fmla="*/ 313728 w 5389694"/>
              <a:gd name="connsiteY8" fmla="*/ 2073418 h 3031703"/>
              <a:gd name="connsiteX9" fmla="*/ 305990 w 5389694"/>
              <a:gd name="connsiteY9" fmla="*/ 2068259 h 3031703"/>
              <a:gd name="connsiteX10" fmla="*/ 303411 w 5389694"/>
              <a:gd name="connsiteY10" fmla="*/ 2068259 h 3031703"/>
              <a:gd name="connsiteX11" fmla="*/ 303411 w 5389694"/>
              <a:gd name="connsiteY11" fmla="*/ 1511128 h 3031703"/>
              <a:gd name="connsiteX12" fmla="*/ 226032 w 5389694"/>
              <a:gd name="connsiteY12" fmla="*/ 1315100 h 3031703"/>
              <a:gd name="connsiteX13" fmla="*/ 37742 w 5389694"/>
              <a:gd name="connsiteY13" fmla="*/ 1245458 h 3031703"/>
              <a:gd name="connsiteX14" fmla="*/ 0 w 5389694"/>
              <a:gd name="connsiteY14" fmla="*/ 1245458 h 3031703"/>
              <a:gd name="connsiteX15" fmla="*/ 0 w 5389694"/>
              <a:gd name="connsiteY15" fmla="*/ 1056853 h 303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89694" h="3031703">
                <a:moveTo>
                  <a:pt x="0" y="0"/>
                </a:moveTo>
                <a:lnTo>
                  <a:pt x="5389694" y="0"/>
                </a:lnTo>
                <a:lnTo>
                  <a:pt x="5389694" y="3031703"/>
                </a:lnTo>
                <a:lnTo>
                  <a:pt x="1352550" y="3031703"/>
                </a:lnTo>
                <a:lnTo>
                  <a:pt x="303411" y="3031703"/>
                </a:lnTo>
                <a:lnTo>
                  <a:pt x="303411" y="2452577"/>
                </a:lnTo>
                <a:lnTo>
                  <a:pt x="305990" y="2452577"/>
                </a:lnTo>
                <a:lnTo>
                  <a:pt x="313728" y="2447419"/>
                </a:lnTo>
                <a:lnTo>
                  <a:pt x="313728" y="2073418"/>
                </a:lnTo>
                <a:lnTo>
                  <a:pt x="305990" y="2068259"/>
                </a:lnTo>
                <a:lnTo>
                  <a:pt x="303411" y="2068259"/>
                </a:lnTo>
                <a:lnTo>
                  <a:pt x="303411" y="1511128"/>
                </a:lnTo>
                <a:cubicBezTo>
                  <a:pt x="303411" y="1511128"/>
                  <a:pt x="302336" y="1385924"/>
                  <a:pt x="226032" y="1315100"/>
                </a:cubicBezTo>
                <a:cubicBezTo>
                  <a:pt x="150909" y="1245351"/>
                  <a:pt x="37742" y="1245458"/>
                  <a:pt x="37742" y="1245458"/>
                </a:cubicBezTo>
                <a:lnTo>
                  <a:pt x="0" y="1245458"/>
                </a:lnTo>
                <a:lnTo>
                  <a:pt x="0" y="105685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Picture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C9BD4D2-4E2A-A0AF-6AAC-022038E51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59" y="2754636"/>
            <a:ext cx="2620583" cy="4124324"/>
          </a:xfrm>
          <a:prstGeom prst="rect">
            <a:avLst/>
          </a:prstGeom>
        </p:spPr>
      </p:pic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840AC07D-7406-F2AA-3F03-C74E178895E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60119" y="2900918"/>
            <a:ext cx="1578769" cy="3404161"/>
          </a:xfrm>
          <a:custGeom>
            <a:avLst/>
            <a:gdLst>
              <a:gd name="connsiteX0" fmla="*/ 219387 w 2231231"/>
              <a:gd name="connsiteY0" fmla="*/ 40 h 4833612"/>
              <a:gd name="connsiteX1" fmla="*/ 223489 w 2231231"/>
              <a:gd name="connsiteY1" fmla="*/ 207 h 4833612"/>
              <a:gd name="connsiteX2" fmla="*/ 520254 w 2231231"/>
              <a:gd name="connsiteY2" fmla="*/ 207 h 4833612"/>
              <a:gd name="connsiteX3" fmla="*/ 545900 w 2231231"/>
              <a:gd name="connsiteY3" fmla="*/ 11198 h 4833612"/>
              <a:gd name="connsiteX4" fmla="*/ 553228 w 2231231"/>
              <a:gd name="connsiteY4" fmla="*/ 29517 h 4833612"/>
              <a:gd name="connsiteX5" fmla="*/ 553228 w 2231231"/>
              <a:gd name="connsiteY5" fmla="*/ 58827 h 4833612"/>
              <a:gd name="connsiteX6" fmla="*/ 589866 w 2231231"/>
              <a:gd name="connsiteY6" fmla="*/ 128439 h 4833612"/>
              <a:gd name="connsiteX7" fmla="*/ 659477 w 2231231"/>
              <a:gd name="connsiteY7" fmla="*/ 161412 h 4833612"/>
              <a:gd name="connsiteX8" fmla="*/ 1571754 w 2231231"/>
              <a:gd name="connsiteY8" fmla="*/ 161412 h 4833612"/>
              <a:gd name="connsiteX9" fmla="*/ 1637702 w 2231231"/>
              <a:gd name="connsiteY9" fmla="*/ 121111 h 4833612"/>
              <a:gd name="connsiteX10" fmla="*/ 1667012 w 2231231"/>
              <a:gd name="connsiteY10" fmla="*/ 25853 h 4833612"/>
              <a:gd name="connsiteX11" fmla="*/ 1678003 w 2231231"/>
              <a:gd name="connsiteY11" fmla="*/ 7534 h 4833612"/>
              <a:gd name="connsiteX12" fmla="*/ 1699986 w 2231231"/>
              <a:gd name="connsiteY12" fmla="*/ 207 h 4833612"/>
              <a:gd name="connsiteX13" fmla="*/ 1985759 w 2231231"/>
              <a:gd name="connsiteY13" fmla="*/ 207 h 4833612"/>
              <a:gd name="connsiteX14" fmla="*/ 2168947 w 2231231"/>
              <a:gd name="connsiteY14" fmla="*/ 69818 h 4833612"/>
              <a:gd name="connsiteX15" fmla="*/ 2231231 w 2231231"/>
              <a:gd name="connsiteY15" fmla="*/ 227360 h 4833612"/>
              <a:gd name="connsiteX16" fmla="*/ 2231231 w 2231231"/>
              <a:gd name="connsiteY16" fmla="*/ 4612883 h 4833612"/>
              <a:gd name="connsiteX17" fmla="*/ 2183602 w 2231231"/>
              <a:gd name="connsiteY17" fmla="*/ 4759434 h 4833612"/>
              <a:gd name="connsiteX18" fmla="*/ 2044379 w 2231231"/>
              <a:gd name="connsiteY18" fmla="*/ 4832709 h 4833612"/>
              <a:gd name="connsiteX19" fmla="*/ 1674339 w 2231231"/>
              <a:gd name="connsiteY19" fmla="*/ 4832709 h 4833612"/>
              <a:gd name="connsiteX20" fmla="*/ 227153 w 2231231"/>
              <a:gd name="connsiteY20" fmla="*/ 4832709 h 4833612"/>
              <a:gd name="connsiteX21" fmla="*/ 51293 w 2231231"/>
              <a:gd name="connsiteY21" fmla="*/ 4766761 h 4833612"/>
              <a:gd name="connsiteX22" fmla="*/ 0 w 2231231"/>
              <a:gd name="connsiteY22" fmla="*/ 4612883 h 4833612"/>
              <a:gd name="connsiteX23" fmla="*/ 0 w 2231231"/>
              <a:gd name="connsiteY23" fmla="*/ 209041 h 4833612"/>
              <a:gd name="connsiteX24" fmla="*/ 65948 w 2231231"/>
              <a:gd name="connsiteY24" fmla="*/ 58827 h 4833612"/>
              <a:gd name="connsiteX25" fmla="*/ 219387 w 2231231"/>
              <a:gd name="connsiteY25" fmla="*/ 40 h 483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31231" h="4833612">
                <a:moveTo>
                  <a:pt x="219387" y="40"/>
                </a:moveTo>
                <a:cubicBezTo>
                  <a:pt x="222044" y="100"/>
                  <a:pt x="223489" y="207"/>
                  <a:pt x="223489" y="207"/>
                </a:cubicBezTo>
                <a:lnTo>
                  <a:pt x="520254" y="207"/>
                </a:lnTo>
                <a:cubicBezTo>
                  <a:pt x="520254" y="207"/>
                  <a:pt x="532925" y="-1777"/>
                  <a:pt x="545900" y="11198"/>
                </a:cubicBezTo>
                <a:cubicBezTo>
                  <a:pt x="553228" y="18526"/>
                  <a:pt x="553228" y="29517"/>
                  <a:pt x="553228" y="29517"/>
                </a:cubicBezTo>
                <a:lnTo>
                  <a:pt x="553228" y="58827"/>
                </a:lnTo>
                <a:cubicBezTo>
                  <a:pt x="553228" y="58827"/>
                  <a:pt x="559487" y="102029"/>
                  <a:pt x="589866" y="128439"/>
                </a:cubicBezTo>
                <a:cubicBezTo>
                  <a:pt x="625893" y="159733"/>
                  <a:pt x="659477" y="161412"/>
                  <a:pt x="659477" y="161412"/>
                </a:cubicBezTo>
                <a:lnTo>
                  <a:pt x="1571754" y="161412"/>
                </a:lnTo>
                <a:cubicBezTo>
                  <a:pt x="1571754" y="161412"/>
                  <a:pt x="1610071" y="156069"/>
                  <a:pt x="1637702" y="121111"/>
                </a:cubicBezTo>
                <a:cubicBezTo>
                  <a:pt x="1668691" y="82031"/>
                  <a:pt x="1667012" y="25853"/>
                  <a:pt x="1667012" y="25853"/>
                </a:cubicBezTo>
                <a:cubicBezTo>
                  <a:pt x="1667012" y="25853"/>
                  <a:pt x="1670523" y="14251"/>
                  <a:pt x="1678003" y="7534"/>
                </a:cubicBezTo>
                <a:cubicBezTo>
                  <a:pt x="1687315" y="-710"/>
                  <a:pt x="1699986" y="207"/>
                  <a:pt x="1699986" y="207"/>
                </a:cubicBezTo>
                <a:lnTo>
                  <a:pt x="1985759" y="207"/>
                </a:lnTo>
                <a:cubicBezTo>
                  <a:pt x="1985759" y="207"/>
                  <a:pt x="2103458" y="-1014"/>
                  <a:pt x="2168947" y="69818"/>
                </a:cubicBezTo>
                <a:cubicBezTo>
                  <a:pt x="2231231" y="137292"/>
                  <a:pt x="2231231" y="227360"/>
                  <a:pt x="2231231" y="227360"/>
                </a:cubicBezTo>
                <a:lnTo>
                  <a:pt x="2231231" y="4612883"/>
                </a:lnTo>
                <a:cubicBezTo>
                  <a:pt x="2231231" y="4612883"/>
                  <a:pt x="2228484" y="4699286"/>
                  <a:pt x="2183602" y="4759434"/>
                </a:cubicBezTo>
                <a:cubicBezTo>
                  <a:pt x="2128341" y="4833472"/>
                  <a:pt x="2044379" y="4832709"/>
                  <a:pt x="2044379" y="4832709"/>
                </a:cubicBezTo>
                <a:lnTo>
                  <a:pt x="1674339" y="4832709"/>
                </a:lnTo>
                <a:lnTo>
                  <a:pt x="227153" y="4832709"/>
                </a:lnTo>
                <a:cubicBezTo>
                  <a:pt x="227153" y="4832709"/>
                  <a:pt x="125789" y="4846449"/>
                  <a:pt x="51293" y="4766761"/>
                </a:cubicBezTo>
                <a:cubicBezTo>
                  <a:pt x="3359" y="4715469"/>
                  <a:pt x="0" y="4612883"/>
                  <a:pt x="0" y="4612883"/>
                </a:cubicBezTo>
                <a:lnTo>
                  <a:pt x="0" y="209041"/>
                </a:lnTo>
                <a:cubicBezTo>
                  <a:pt x="0" y="209041"/>
                  <a:pt x="4581" y="120653"/>
                  <a:pt x="65948" y="58827"/>
                </a:cubicBezTo>
                <a:cubicBezTo>
                  <a:pt x="122851" y="1524"/>
                  <a:pt x="200791" y="-380"/>
                  <a:pt x="219387" y="4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 Picture </a:t>
            </a:r>
          </a:p>
        </p:txBody>
      </p:sp>
    </p:spTree>
    <p:extLst>
      <p:ext uri="{BB962C8B-B14F-4D97-AF65-F5344CB8AC3E}">
        <p14:creationId xmlns:p14="http://schemas.microsoft.com/office/powerpoint/2010/main" val="22388753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13389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7436" y="951235"/>
            <a:ext cx="9757128" cy="560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8677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13389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7436" y="951235"/>
            <a:ext cx="9757128" cy="5600592"/>
          </a:xfrm>
          <a:prstGeom prst="rect">
            <a:avLst/>
          </a:prstGeom>
        </p:spPr>
      </p:pic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D006779B-92AC-B4F2-9F07-D570A80AE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7F487BCE-DAEE-F788-7162-7682761E0B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8ADAD1-BFDA-0F95-4F3D-938FD173E0F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441F81-48CD-1968-A77A-5621902B75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648405BD-7955-4A2E-0952-8745D5E8F4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568FC722-D8E1-EA84-1F34-5ED0485A9FC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CA560CBA-BE1E-51B9-121D-381907EBF6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CE5A8107-0567-DD8F-3623-8D90E2674A2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1E4F04DA-3DA0-AEA9-4643-CED9EF71ED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BAB50DBE-1833-A8B3-59F8-C85EF80C5A9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2B95C408-C5B1-7955-FB78-A676817E74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9FAD9469-0D40-C554-EB6A-E6A682A2533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1580AB6D-12E7-7A23-85D0-13A1363236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D3771191-EDBB-585F-4C2E-9157729D67E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E55F9022-82AB-0475-3529-B44D602C068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29FE8F57-BEEB-2A6F-108E-D03A490C63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B247DAEE-24F5-C9C5-6761-7B60AC32C8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ED3A6803-99BE-3361-0994-3AA14873408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1ACC6B36-0AD9-B313-32B5-F39DC32FA8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B652A63-4066-7C7B-4D41-84F6C449560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0BF3A9A7-6FD2-B74A-8BB4-BD945E6142A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8CFC7F1C-5CEB-5A32-03B2-F2754D0B9F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FF9D754D-48E3-7848-E039-3B07722FAC4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F7DA52A5-C1D4-99FB-D5FE-50C36941465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8689834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2" name="Textplatzhalter 52">
            <a:extLst>
              <a:ext uri="{FF2B5EF4-FFF2-40B4-BE49-F238E27FC236}">
                <a16:creationId xmlns:a16="http://schemas.microsoft.com/office/drawing/2014/main" id="{C96548AD-0F47-BB41-3D99-9A87C76089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tx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A77F6D93-46E8-6437-B10F-8ED7513562EA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8" y="2103683"/>
            <a:ext cx="2820988" cy="427806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9061" y="951235"/>
            <a:ext cx="9757128" cy="5600592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85014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grpSp>
        <p:nvGrpSpPr>
          <p:cNvPr id="16" name="Gruppieren 14">
            <a:extLst>
              <a:ext uri="{FF2B5EF4-FFF2-40B4-BE49-F238E27FC236}">
                <a16:creationId xmlns:a16="http://schemas.microsoft.com/office/drawing/2014/main" id="{08497CAB-CFF1-EF16-E4FF-1B5390EC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49FFB16D-2E68-816E-361A-ADA054D5C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6F0B5CA-613C-C387-8924-1256495668C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B5E9809-AC81-DC91-3B5C-87C014B9229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4D03567B-82FA-AF09-FF74-BDE9DD8CD5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5171C8A4-6E4B-D077-00D5-EA66AB1B4C6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1B8FAAF6-810A-0854-ED34-CDFA5710D95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47822449-A3F9-7119-4DA1-E834A516BF9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1FDF0F4F-650B-7AE8-E585-BB36001816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5EC0E63A-4D43-703F-A002-5CF560E2C2A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B50D5413-939C-D389-556E-3E959FC35D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24CE35BB-FEC2-0AF2-295F-3D621DEB6F8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0AC3FCA3-C383-C797-77C1-936461E7DA5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38F699E6-41E3-1F26-8C40-4DCCD8BE93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DF752111-4485-D1F9-53AB-01E2ACBECE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D99CC913-6425-4CF0-E77C-74709B91A4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A7E30CFA-7456-6712-91E9-EE3C963E6C7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B351B5A9-9DD1-73EC-E41A-049F0C0DF96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7005A2FC-D717-9DFF-AC9B-483BE5F60FE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DC9E8DE7-456A-149C-4B0C-AEC1BA04F04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3B3AD8D2-8939-0889-4B9C-41485556F4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23AC4259-8C79-8BBD-E3CD-E663E5C7CF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8">
              <a:extLst>
                <a:ext uri="{FF2B5EF4-FFF2-40B4-BE49-F238E27FC236}">
                  <a16:creationId xmlns:a16="http://schemas.microsoft.com/office/drawing/2014/main" id="{7E70F20B-88EE-DF40-330A-769F8B10E53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14CF93D7-A5DE-1B84-3AEC-604396570E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51476836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Textplatzhalter 52">
            <a:extLst>
              <a:ext uri="{FF2B5EF4-FFF2-40B4-BE49-F238E27FC236}">
                <a16:creationId xmlns:a16="http://schemas.microsoft.com/office/drawing/2014/main" id="{95609597-0148-6E4A-4B95-926F306676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tx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D7109BBE-71F2-5BA0-0552-9B1E7BFE1ED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8" y="2103683"/>
            <a:ext cx="2820988" cy="427806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9061" y="951235"/>
            <a:ext cx="9757128" cy="5600592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85014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871168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2 contents white/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C58FF99E-B033-1E9A-D9A0-7173F20D6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399999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399999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E64BB44E-8903-4313-BBED-09991CD8D6D8}" type="datetime1">
              <a:rPr lang="de-DE" smtClean="0"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9BA5284-5EA8-1D2F-70DA-D49FAD913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CA0558D-F7C6-BE8A-D229-4B51AF7209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D1716B33-B073-4B6B-64CC-A73C6015B65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B438069A-7F7B-4DAC-CD15-CCC27C332B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AC41980B-0A57-2FC8-8EC4-AEB64DAE38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708168E3-1E88-F88A-4B03-8F03A71F9A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296800DF-3A29-6377-40AE-0628B62527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A43D4361-FD86-C134-84F5-E4943F064B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C4832E7-4291-3207-717C-F56CE7197C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B6B12DBF-E0C7-EC98-F9A1-C1E47C168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64F1DDAD-7F17-BC6E-EFB4-24B6397370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077D64B3-0BF3-38A6-32DD-4223F87B00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E477F0F8-EAA9-A9D1-57CD-4987C6D52C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28A8FB3-B67C-A486-BD79-E5405D264D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2406392-8F8A-915F-FEF3-0BAFA50EDC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665D786-DD80-BAC3-C9A6-DC0A4FF12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17BBBCAB-68A5-3435-A7E5-30FA23B2069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FD4DF712-8836-4E7A-158E-F8EE4D6C971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171B297D-B6FA-8328-F24B-14EB3B689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6F20CE0-BCCB-240F-E857-C83AE13ACA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4DCCC4B-A621-7D35-1092-D1F6D4E9ED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5F74DD2C-5F9C-965C-DFF5-AA191DC16B7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F5438F7-469A-9728-8B2F-754932E0DFB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74593DD3-BF43-1349-435D-BF65BBBE690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72D5B7F-AB2E-CD66-8CCC-75CC7F8EB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38688" y="1692275"/>
            <a:ext cx="6643687" cy="4203700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1" name="Textplatzhalter 52">
            <a:extLst>
              <a:ext uri="{FF2B5EF4-FFF2-40B4-BE49-F238E27FC236}">
                <a16:creationId xmlns:a16="http://schemas.microsoft.com/office/drawing/2014/main" id="{A68C9978-4064-0046-A21D-469BF315E35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4A462A21-EDA7-03E1-07FD-60BFBFA7F8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2103683"/>
            <a:ext cx="3600451" cy="165710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pic>
        <p:nvPicPr>
          <p:cNvPr id="9" name="Grafik 10">
            <a:extLst>
              <a:ext uri="{FF2B5EF4-FFF2-40B4-BE49-F238E27FC236}">
                <a16:creationId xmlns:a16="http://schemas.microsoft.com/office/drawing/2014/main" id="{9C3F3E2D-C245-B677-4B04-B166C99B1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7818" y="1034241"/>
            <a:ext cx="9504595" cy="5455638"/>
          </a:xfrm>
          <a:prstGeom prst="rect">
            <a:avLst/>
          </a:prstGeom>
        </p:spPr>
      </p:pic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4BD40048-B801-DC55-8B94-A0531ACE790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4342" y="4100785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9A85A1CE-87BA-E305-936B-FE86F6737D2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07987" y="4727851"/>
            <a:ext cx="3600451" cy="165710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</p:spTree>
    <p:extLst>
      <p:ext uri="{BB962C8B-B14F-4D97-AF65-F5344CB8AC3E}">
        <p14:creationId xmlns:p14="http://schemas.microsoft.com/office/powerpoint/2010/main" val="11951920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theme" Target="../theme/theme1.xml"/><Relationship Id="rId57" Type="http://schemas.openxmlformats.org/officeDocument/2006/relationships/tags" Target="../tags/tag2.xml"/><Relationship Id="rId58" Type="http://schemas.openxmlformats.org/officeDocument/2006/relationships/oleObject" Target="../embeddings/oleObject1.bin"/><Relationship Id="rId5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4283982-2F78-0C94-043C-E12BD46907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7"/>
            </p:custDataLst>
            <p:extLst>
              <p:ext uri="{D42A27DB-BD31-4B8C-83A1-F6EECF244321}">
                <p14:modId xmlns:p14="http://schemas.microsoft.com/office/powerpoint/2010/main" val="1454399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8" imgW="306" imgH="306" progId="TCLayout.ActiveDocument.1">
                  <p:embed/>
                </p:oleObj>
              </mc:Choice>
              <mc:Fallback>
                <p:oleObj name="think-cell Slide" r:id="rId58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283982-2F78-0C94-043C-E12BD46907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22A8E4D-5CF5-39BA-6D36-C8024C752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404813"/>
            <a:ext cx="10050812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D28772-C5E6-1166-98ED-F51C9A083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484312"/>
            <a:ext cx="11376025" cy="48974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45" name="Gruppieren 14">
            <a:extLst>
              <a:ext uri="{FF2B5EF4-FFF2-40B4-BE49-F238E27FC236}">
                <a16:creationId xmlns:a16="http://schemas.microsoft.com/office/drawing/2014/main" id="{6537363E-9FDE-94D4-C3B8-FD12537A0FDD}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EA842D91-4EA7-6658-9396-A367A9081E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Rectangle 8">
              <a:extLst>
                <a:ext uri="{FF2B5EF4-FFF2-40B4-BE49-F238E27FC236}">
                  <a16:creationId xmlns:a16="http://schemas.microsoft.com/office/drawing/2014/main" id="{154FE1B9-EE43-803F-2BFC-88BD6A10FAB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9">
              <a:extLst>
                <a:ext uri="{FF2B5EF4-FFF2-40B4-BE49-F238E27FC236}">
                  <a16:creationId xmlns:a16="http://schemas.microsoft.com/office/drawing/2014/main" id="{2AC6DD34-D2B6-91FA-DE41-9B0EE45240FF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2DB7CF62-B08A-0A71-5098-015EB60938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2BA87D55-9E2C-912D-A1B1-3783CF874B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7D8CAC10-6292-7A0E-EDD3-8A9F297F6FF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F73D6BE2-A1FF-9FBF-E416-67E2C1F4FA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4">
              <a:extLst>
                <a:ext uri="{FF2B5EF4-FFF2-40B4-BE49-F238E27FC236}">
                  <a16:creationId xmlns:a16="http://schemas.microsoft.com/office/drawing/2014/main" id="{2971604B-8073-70CD-BA93-8CDD8445DCC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5">
              <a:extLst>
                <a:ext uri="{FF2B5EF4-FFF2-40B4-BE49-F238E27FC236}">
                  <a16:creationId xmlns:a16="http://schemas.microsoft.com/office/drawing/2014/main" id="{8715DF93-9FC0-59C4-6E1F-613F098583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771591B3-DF30-C77B-7FEB-C06574091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7">
              <a:extLst>
                <a:ext uri="{FF2B5EF4-FFF2-40B4-BE49-F238E27FC236}">
                  <a16:creationId xmlns:a16="http://schemas.microsoft.com/office/drawing/2014/main" id="{073EB010-186D-99C2-1165-CBE9F8CD277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8">
              <a:extLst>
                <a:ext uri="{FF2B5EF4-FFF2-40B4-BE49-F238E27FC236}">
                  <a16:creationId xmlns:a16="http://schemas.microsoft.com/office/drawing/2014/main" id="{4080E9FF-FE81-4B74-DBFE-62A44B80B94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7272836A-28AF-0798-6FA3-C68CAA0B9E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0">
              <a:extLst>
                <a:ext uri="{FF2B5EF4-FFF2-40B4-BE49-F238E27FC236}">
                  <a16:creationId xmlns:a16="http://schemas.microsoft.com/office/drawing/2014/main" id="{527B1126-A067-01CE-6776-FDF84610C8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1">
              <a:extLst>
                <a:ext uri="{FF2B5EF4-FFF2-40B4-BE49-F238E27FC236}">
                  <a16:creationId xmlns:a16="http://schemas.microsoft.com/office/drawing/2014/main" id="{D0B5665C-DEB6-99FA-65E6-00F2DAAA15D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2">
              <a:extLst>
                <a:ext uri="{FF2B5EF4-FFF2-40B4-BE49-F238E27FC236}">
                  <a16:creationId xmlns:a16="http://schemas.microsoft.com/office/drawing/2014/main" id="{4962BE59-5CC4-53E0-CD88-2AB1EBC599B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3">
              <a:extLst>
                <a:ext uri="{FF2B5EF4-FFF2-40B4-BE49-F238E27FC236}">
                  <a16:creationId xmlns:a16="http://schemas.microsoft.com/office/drawing/2014/main" id="{6AB02721-D836-5563-AD16-34A526BB3FD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4">
              <a:extLst>
                <a:ext uri="{FF2B5EF4-FFF2-40B4-BE49-F238E27FC236}">
                  <a16:creationId xmlns:a16="http://schemas.microsoft.com/office/drawing/2014/main" id="{69763F0B-8AD8-86B3-F61C-DBDD4C7B4E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5">
              <a:extLst>
                <a:ext uri="{FF2B5EF4-FFF2-40B4-BE49-F238E27FC236}">
                  <a16:creationId xmlns:a16="http://schemas.microsoft.com/office/drawing/2014/main" id="{2DDEA143-C965-40EC-CD35-11A7F781F2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6">
              <a:extLst>
                <a:ext uri="{FF2B5EF4-FFF2-40B4-BE49-F238E27FC236}">
                  <a16:creationId xmlns:a16="http://schemas.microsoft.com/office/drawing/2014/main" id="{C27F47BD-C295-2B5C-0B9A-086A6A302E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6" name="Freeform 27">
              <a:extLst>
                <a:ext uri="{FF2B5EF4-FFF2-40B4-BE49-F238E27FC236}">
                  <a16:creationId xmlns:a16="http://schemas.microsoft.com/office/drawing/2014/main" id="{714DC8B3-954D-73DD-B1DB-645ADBD562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7" name="Freeform 28">
              <a:extLst>
                <a:ext uri="{FF2B5EF4-FFF2-40B4-BE49-F238E27FC236}">
                  <a16:creationId xmlns:a16="http://schemas.microsoft.com/office/drawing/2014/main" id="{E36A9D6C-0FD4-1365-339D-7757DD1D5EB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8" name="Freeform 29">
              <a:extLst>
                <a:ext uri="{FF2B5EF4-FFF2-40B4-BE49-F238E27FC236}">
                  <a16:creationId xmlns:a16="http://schemas.microsoft.com/office/drawing/2014/main" id="{0CC577B5-4FED-029F-51CC-734715AFC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37326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700" r:id="rId3"/>
    <p:sldLayoutId id="2147483701" r:id="rId4"/>
    <p:sldLayoutId id="2147483698" r:id="rId5"/>
    <p:sldLayoutId id="2147483699" r:id="rId6"/>
    <p:sldLayoutId id="2147483696" r:id="rId7"/>
    <p:sldLayoutId id="2147483697" r:id="rId8"/>
    <p:sldLayoutId id="2147483694" r:id="rId9"/>
    <p:sldLayoutId id="2147483695" r:id="rId10"/>
    <p:sldLayoutId id="2147483692" r:id="rId11"/>
    <p:sldLayoutId id="2147483693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05" r:id="rId21"/>
    <p:sldLayoutId id="2147483706" r:id="rId22"/>
    <p:sldLayoutId id="2147483709" r:id="rId23"/>
    <p:sldLayoutId id="2147483710" r:id="rId24"/>
    <p:sldLayoutId id="2147483729" r:id="rId25"/>
    <p:sldLayoutId id="2147483713" r:id="rId26"/>
    <p:sldLayoutId id="2147483714" r:id="rId27"/>
    <p:sldLayoutId id="2147483715" r:id="rId28"/>
    <p:sldLayoutId id="2147483716" r:id="rId29"/>
    <p:sldLayoutId id="2147483707" r:id="rId30"/>
    <p:sldLayoutId id="2147483708" r:id="rId31"/>
    <p:sldLayoutId id="2147483711" r:id="rId32"/>
    <p:sldLayoutId id="2147483712" r:id="rId33"/>
    <p:sldLayoutId id="2147483704" r:id="rId34"/>
    <p:sldLayoutId id="2147483703" r:id="rId35"/>
    <p:sldLayoutId id="2147483702" r:id="rId36"/>
    <p:sldLayoutId id="2147483717" r:id="rId37"/>
    <p:sldLayoutId id="2147483718" r:id="rId38"/>
    <p:sldLayoutId id="2147483730" r:id="rId39"/>
    <p:sldLayoutId id="2147483733" r:id="rId40"/>
    <p:sldLayoutId id="2147483736" r:id="rId41"/>
    <p:sldLayoutId id="2147483727" r:id="rId42"/>
    <p:sldLayoutId id="2147483728" r:id="rId43"/>
    <p:sldLayoutId id="2147483734" r:id="rId44"/>
    <p:sldLayoutId id="2147483743" r:id="rId45"/>
    <p:sldLayoutId id="2147483745" r:id="rId46"/>
    <p:sldLayoutId id="2147483740" r:id="rId47"/>
    <p:sldLayoutId id="2147483746" r:id="rId48"/>
    <p:sldLayoutId id="2147483747" r:id="rId49"/>
    <p:sldLayoutId id="2147483742" r:id="rId50"/>
    <p:sldLayoutId id="2147483741" r:id="rId51"/>
    <p:sldLayoutId id="2147483748" r:id="rId52"/>
    <p:sldLayoutId id="2147483749" r:id="rId53"/>
    <p:sldLayoutId id="2147483744" r:id="rId54"/>
    <p:sldLayoutId id="2147483739" r:id="rId55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pos="257">
          <p15:clr>
            <a:srgbClr val="F26B43"/>
          </p15:clr>
        </p15:guide>
        <p15:guide id="3" pos="7423">
          <p15:clr>
            <a:srgbClr val="F26B43"/>
          </p15:clr>
        </p15:guide>
        <p15:guide id="4" orient="horz" pos="754">
          <p15:clr>
            <a:srgbClr val="F26B43"/>
          </p15:clr>
        </p15:guide>
        <p15:guide id="5" orient="horz" pos="935">
          <p15:clr>
            <a:srgbClr val="F26B43"/>
          </p15:clr>
        </p15:guide>
        <p15:guide id="6" orient="horz" pos="4156">
          <p15:clr>
            <a:srgbClr val="F26B43"/>
          </p15:clr>
        </p15:guide>
        <p15:guide id="7" orient="horz" pos="4020">
          <p15:clr>
            <a:srgbClr val="F26B43"/>
          </p15:clr>
        </p15:guide>
        <p15:guide id="14" orient="horz" pos="2387">
          <p15:clr>
            <a:srgbClr val="F26B43"/>
          </p15:clr>
        </p15:guide>
        <p15:guide id="15" orient="horz" pos="2568">
          <p15:clr>
            <a:srgbClr val="F26B43"/>
          </p15:clr>
        </p15:guide>
        <p15:guide id="16" orient="horz" pos="300">
          <p15:clr>
            <a:srgbClr val="F26B43"/>
          </p15:clr>
        </p15:guide>
        <p15:guide id="22" pos="2525">
          <p15:clr>
            <a:srgbClr val="F26B43"/>
          </p15:clr>
        </p15:guide>
        <p15:guide id="26" pos="4974">
          <p15:clr>
            <a:srgbClr val="F26B43"/>
          </p15:clr>
        </p15:guide>
        <p15:guide id="28" pos="2706">
          <p15:clr>
            <a:srgbClr val="F26B43"/>
          </p15:clr>
        </p15:guide>
        <p15:guide id="30" pos="3931">
          <p15:clr>
            <a:srgbClr val="F26B43"/>
          </p15:clr>
        </p15:guide>
        <p15:guide id="32" pos="5154">
          <p15:clr>
            <a:srgbClr val="F26B43"/>
          </p15:clr>
        </p15:guide>
        <p15:guide id="33" pos="374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3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4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6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7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8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9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10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1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12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13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14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15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16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17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18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19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20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2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22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23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24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25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26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27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28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29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30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0CAF4F8D-41D3-BC43-34E2-A78535931B0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EE2FF34-0454-1492-233A-7752BA439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M1: IAM/PAM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9EF0D4B4-7845-7EC5-B097-00F8300AE9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Zugriffskontrolle, privilegierte Accounts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75B6E72-B7A6-52AF-6457-2B5296C0F2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Wer darf was im Unternehmen? Diese Maßnahme stellt sicher, dass nur berechtigte Personen Zugang zu sensiblen Systemen haben - wie ein digitaler Türsteher.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060BFC1-034D-41AA-9213-5E03526705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Zentrale Benutzerverwaltung, Admins brauchen zwei Faktoren zum Einloggen.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D4426F60-0B27-415D-E0D1-B7A9A1F2A5F7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1 (L1)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B8C65B6A-A501-554E-11CD-77F05F68CCC8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F2397D4-2B8B-0C5F-E7A3-B36179C359D1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+2  |  </a:t>
            </a:r>
            <a:r>
              <a:rPr b="1"/>
              <a:t>I </a:t>
            </a:r>
            <a:r>
              <a:rPr b="0"/>
              <a:t>+1  |  </a:t>
            </a:r>
            <a:r>
              <a:rPr b="1"/>
              <a:t>A </a:t>
            </a:r>
            <a:r>
              <a:rPr b="0"/>
              <a:t>+0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5839A054-3207-69AD-E885-49722E45B06E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4B8EF27C-A2BD-9354-64CD-C525412F44EA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30k€  |  </a:t>
            </a:r>
            <a:r>
              <a:rPr b="1"/>
              <a:t>OPEX: </a:t>
            </a:r>
            <a:r>
              <a:rPr b="0"/>
              <a:t>4k€/Welle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A8C9DCA1-3007-3254-9743-E2D8CB896CAE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741FD3AF-D510-E09D-9881-41264AE75F72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D289E21D-ED5C-F206-F4D7-225B5FCC1EEB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45113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BA1B83F-71A8-C1A1-E795-34150A52B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910E612D-887C-3A82-0E2A-9C8F5F9D224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CB366C2-E1EE-4BBE-E0B3-5860A470A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M1: IAM/PAM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B4BCFF49-EE0E-5C45-89D2-CC85B3447F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Zugriffskontrolle, privilegierte Accounts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110108-1BD2-3F69-01B2-786B546E6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Wer darf was im Unternehmen? Diese Maßnahme stellt sicher, dass nur berechtigte Personen Zugang zu sensiblen Systemen haben - wie ein digitaler Türsteher.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BCCA817-9D59-7A5B-C42A-8B6A240E21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Spezielle Verwaltung für Admin-Konten, klare Rollen wer was darf.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D492C4F2-CFC7-A402-4CB9-D5D0F2B46E05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2 (L2)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E31C45DA-9BAA-6DA2-E41F-7B99EF79F69E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9A94BFC-D859-2ECE-2E8B-CB96F5FCB6F9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+4  |  </a:t>
            </a:r>
            <a:r>
              <a:rPr b="1"/>
              <a:t>I </a:t>
            </a:r>
            <a:r>
              <a:rPr b="0"/>
              <a:t>+3  |  </a:t>
            </a:r>
            <a:r>
              <a:rPr b="1"/>
              <a:t>A </a:t>
            </a:r>
            <a:r>
              <a:rPr b="0"/>
              <a:t>+0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704E5708-E8A5-4808-5E92-15315E6E8723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1FC8B71-1399-713E-837B-087F72F25A8B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CBD5286C-9F47-6CF0-B650-CB3466EB5197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60k€  |  </a:t>
            </a:r>
            <a:r>
              <a:rPr b="1"/>
              <a:t>OPEX: </a:t>
            </a:r>
            <a:r>
              <a:rPr b="0"/>
              <a:t>10k€/Welle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2CC78BD3-C7A9-43F3-CEB3-67B03800B6FE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7930111-B955-6CA1-F4E0-0AAB53036BBE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4D834EF1-AB78-5410-BB1E-229B1CEE6496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347600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7052B7A-DBC0-38A9-5A11-7BD206E64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2E5FF74D-CB78-9096-A449-C0EECFCF46A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F77727F-2B88-8BB8-1B0E-342D627EA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M1: IAM/PAM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5E77FFC9-CA03-418F-BD73-97EFEBC16A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Zugriffskontrolle, privilegierte Accounts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AD0C5F5-A4E5-035D-F284-F84C1B919F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Wer darf was im Unternehmen? Diese Maßnahme stellt sicher, dass nur berechtigte Personen Zugang zu sensiblen Systemen haben - wie ein digitaler Türsteher.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4C6FD8E-AB03-7366-1C5F-BACDECC398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Zugriff nur bei Bedarf, alle Admin-Aktionen werden aufgezeichnet.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DC2346BC-A828-593C-7E52-B9633CC60551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3 (L3)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2A9AAC6D-1F66-824D-F6A0-17115FE2F74D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BE5427EE-2190-740D-E7AB-F78E8FA7AB50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+6  |  </a:t>
            </a:r>
            <a:r>
              <a:rPr b="1"/>
              <a:t>I </a:t>
            </a:r>
            <a:r>
              <a:rPr b="0"/>
              <a:t>+5  |  </a:t>
            </a:r>
            <a:r>
              <a:rPr b="1"/>
              <a:t>A </a:t>
            </a:r>
            <a:r>
              <a:rPr b="0"/>
              <a:t>+1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7189955C-00E4-0B91-893C-88CAA78662BF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AD0499D2-0880-3E49-F06A-DE40B0948EBB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FD1DD3C8-6D2F-D852-6BD2-E7F470472EDE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100k€  |  </a:t>
            </a:r>
            <a:r>
              <a:rPr b="1"/>
              <a:t>OPEX: </a:t>
            </a:r>
            <a:r>
              <a:rPr b="0"/>
              <a:t>20k€/Welle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9B514A12-8EFB-720C-E611-E1E39D4C9CFC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09AC8EE-738F-463D-D4DA-61AF8E28CC93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dirty="0">
                <a:solidFill>
                  <a:srgbClr val="C00000"/>
                </a:solidFill>
              </a:rPr>
              <a:t>M2 min. L2</a:t>
            </a: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6DCF3BDC-E71D-199B-4BDF-61D740540841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022896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7731993-D8D7-55BC-3D0F-995368695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004D033-690A-4851-A46D-3EA77FE277B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3A31D5A5-3383-B58D-65D7-EE3C79843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M2: Logging &amp; SIEM/MDR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1AC682EF-9A17-E116-D28A-45310D40EF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Sichtbarkeit schaffen, Angriffe erkennen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E186E1-2C5A-D7E1-C243-D09400EF98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Wie ein Überwachungssystem für die IT: Alle wichtigen Ereignisse werden protokolliert und ausgewertet, um verdächtige Aktivitäten frühzeitig zu erkennen.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C13F6C-924B-8624-DC82-006C78E3465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Protokolle werden gesammelt und 30 Tage aufbewahrt.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7A8E0725-1D0D-078A-2A1E-EE1A85FF276C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1 (L1)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C394A331-7501-821B-F3B3-8FBAD50CF26C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B1948BA-2CC2-6DBB-9583-B879FC69429D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+1  |  </a:t>
            </a:r>
            <a:r>
              <a:rPr b="1"/>
              <a:t>I </a:t>
            </a:r>
            <a:r>
              <a:rPr b="0"/>
              <a:t>+3  |  </a:t>
            </a:r>
            <a:r>
              <a:rPr b="1"/>
              <a:t>A </a:t>
            </a:r>
            <a:r>
              <a:rPr b="0"/>
              <a:t>+0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74B7F739-E86A-F2AC-732C-AB9998AE4AD1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B4974983-01CE-4EC3-33DB-F84862BE9DB0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20k€  |  </a:t>
            </a:r>
            <a:r>
              <a:rPr b="1"/>
              <a:t>OPEX: </a:t>
            </a:r>
            <a:r>
              <a:rPr b="0"/>
              <a:t>2k€/Welle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C57C838C-2BE3-6B4B-94AA-5BB8D05A5F84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79A71DFA-7C8A-ABAA-993F-069D1AB2D294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2BD5ACC9-15EF-D0B6-E414-4DD99AD09705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36711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46A969D-0131-3B86-CC21-C1B7833F1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02EBF08B-7C4E-C035-D4B1-C9AE3A59F2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E612D-887C-3A82-0E2A-9C8F5F9D22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17756E2-E577-B46B-0F25-90B77AEFB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M2: Logging &amp; SIEM/MDR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D04766D5-B353-3476-2259-90ABA6CF40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Sichtbarkeit schaffen, Angriffe erkennen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C647CDC-9247-B652-0A0C-BF1255925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Wie ein Überwachungssystem für die IT: Alle wichtigen Ereignisse werden protokolliert und ausgewertet, um verdächtige Aktivitäten frühzeitig zu erkennen.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7FB4B95-ADD3-4D8A-FEB1-2B9CF0771D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Wie ein Überwachungssystem für die IT: Alle wichtigen Ereignisse werden protokolliert und ausgewertet, um verdächtige Aktivitäten frühzeitig zu erkennen.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39C6899A-3D1A-F21A-C5D5-870CD335EDF8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2 (L2)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4EC398F0-CAA7-D4D7-4A1A-8FC111BB3302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BBD53F0-C04A-02ED-1C4B-D099FB6FD4F9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+2  |  </a:t>
            </a:r>
            <a:r>
              <a:rPr b="1"/>
              <a:t>I </a:t>
            </a:r>
            <a:r>
              <a:rPr b="0"/>
              <a:t>+5  |  </a:t>
            </a:r>
            <a:r>
              <a:rPr b="1"/>
              <a:t>A </a:t>
            </a:r>
            <a:r>
              <a:rPr b="0"/>
              <a:t>+1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A33A0627-E058-E4C3-0282-58D0EBFB11EB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E9EB9591-F763-F85E-F6B5-00F240E84F0D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1707DC0-6791-E959-BB8F-DB128237E1EF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50k€  |  </a:t>
            </a:r>
            <a:r>
              <a:rPr b="1"/>
              <a:t>OPEX: </a:t>
            </a:r>
            <a:r>
              <a:rPr b="0"/>
              <a:t>8k€/Welle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09E29FB6-E8EC-EBBD-2F92-B5EBD38A5AC7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BC33F23-8D9F-784F-DAA4-216582782B8D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4C209B23-DEF8-2807-DFB1-0E739269D266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547670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C0BDEAF-9C93-17FE-97B0-D3D303FAD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1A2FF314-3748-44B8-8833-1376771704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5FF74D-CB78-9096-A449-C0EECFCF46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1C19FB6-B98F-D22B-2B3A-F0C510F1E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M2: Logging &amp; SIEM/MDR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DE5F9470-1309-1737-1F04-3B12D1F60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Sichtbarkeit schaffen, Angriffe erkennen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5F6D4D-0087-EBE4-7A40-6F3E094E23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Wie ein Überwachungssystem für die IT: Alle wichtigen Ereignisse werden protokolliert und ausgewertet, um verdächtige Aktivitäten frühzeitig zu erkennen.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FEBE5D-3693-C4DA-919B-DA3D91A1C9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Externe Sicherheitsexperten überwachen rund um die Uhr.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520B0493-5FA5-F6F5-CC94-71DCF9EA4B8D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3 (L3)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AFEF6D0F-167B-BED3-4DA4-95EEBCD391C8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60D2B00-9019-D7CC-8400-7B267460D06A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+3  |  </a:t>
            </a:r>
            <a:r>
              <a:rPr b="1"/>
              <a:t>I </a:t>
            </a:r>
            <a:r>
              <a:rPr b="0"/>
              <a:t>+7  |  </a:t>
            </a:r>
            <a:r>
              <a:rPr b="1"/>
              <a:t>A </a:t>
            </a:r>
            <a:r>
              <a:rPr b="0"/>
              <a:t>+2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3C72AE00-09E8-B8F8-D1A6-E72DAC7AD5E3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F65E5F7-BAF4-0346-7672-53D058C4FBEF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AE092AC0-E34B-4581-A96C-0DBC43D9A6CF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80k€  |  </a:t>
            </a:r>
            <a:r>
              <a:rPr b="1"/>
              <a:t>OPEX: </a:t>
            </a:r>
            <a:r>
              <a:rPr b="0"/>
              <a:t>24k€/Welle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345B8FA8-A9D3-4282-7708-917CD195A67A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13FADF79-5FAB-853A-72FC-4AB2923D800B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C71CFFC9-3E60-4A11-F42C-1B70FE449E52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520656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F895CE6-0D41-0B84-4083-B19713994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3DB6C9EC-7935-65E0-DB8B-7619691837A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04D9F35-96F9-6646-007A-C7866281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M3: EDR/XDR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8C8A346D-CFAF-B794-B38B-F9676A34C1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Schadsoftware auf Clients/Servern erkennen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0BD831-591E-395B-7419-17A806D98F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Der Virenschutz für alle Computer im Unternehmen. Erkennt und stoppt Schadsoftware, bevor sie Schaden anrichten kann.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E15387F-834E-4C51-8332-7CBEC2F4E40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Klassischer Virenscanner, der bekannte Schadsoftware erkennt.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97DB6045-5F4B-D394-15FA-8829525E0844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1 (L1)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C4FE57FC-5E3C-F25C-FBEA-7ABFAE0C4B90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58947FA-0251-CD54-EE3A-89D370D4E97F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+3  |  </a:t>
            </a:r>
            <a:r>
              <a:rPr b="1"/>
              <a:t>I </a:t>
            </a:r>
            <a:r>
              <a:rPr b="0"/>
              <a:t>+2  |  </a:t>
            </a:r>
            <a:r>
              <a:rPr b="1"/>
              <a:t>A </a:t>
            </a:r>
            <a:r>
              <a:rPr b="0"/>
              <a:t>+1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5044A8B0-691B-34F7-7699-65D5117AD745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225B4BB5-9C29-0CF8-5062-1D4D30A46852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24k€  |  </a:t>
            </a:r>
            <a:r>
              <a:rPr b="1"/>
              <a:t>OPEX: </a:t>
            </a:r>
            <a:r>
              <a:rPr b="0"/>
              <a:t>4k€/Welle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C24FAA0A-FF24-B174-38D2-74FF7BBF72B4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F8D771B-AF2B-2F51-0B24-FF68C33749B9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2B0C699E-95F0-B788-E17D-2BC702183F07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564299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F9BEE4A-49CF-03EC-9067-776BB9D3B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6FB5C05A-E721-86AA-41C9-E8DC99908B4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E612D-887C-3A82-0E2A-9C8F5F9D22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28295D6A-FF41-9FBB-DDDC-58E1D8C3E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M3: EDR/XDR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E1729C56-6E56-153C-682A-C19C7BECB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Schadsoftware auf Clients/Servern erkennen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691510-A1FB-7B42-4299-91DA14BCB1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Der Virenschutz für alle Computer im Unternehmen. Erkennt und stoppt Schadsoftware, bevor sie Schaden anrichten kann.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938223-C1BA-762A-E9D5-37DF868C30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Der Virenschutz für alle Computer im Unternehmen. Erkennt und stoppt Schadsoftware, bevor sie Schaden anrichten kann.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0AFE2984-34EC-E9BC-DA05-AB3D1EC0ED5D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2 (L2)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78498A73-D24F-29BD-7F90-85677FAF3F12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3B18DB44-C24F-0EEB-30D4-ACBDB47FC5B6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+5  |  </a:t>
            </a:r>
            <a:r>
              <a:rPr b="1"/>
              <a:t>I </a:t>
            </a:r>
            <a:r>
              <a:rPr b="0"/>
              <a:t>+4  |  </a:t>
            </a:r>
            <a:r>
              <a:rPr b="1"/>
              <a:t>A </a:t>
            </a:r>
            <a:r>
              <a:rPr b="0"/>
              <a:t>+2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60CCF91D-CAA1-AF97-7314-F46CA5A712EE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81D15C46-EE25-F6BC-30BE-BD2B181D1354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54F0A472-C168-4889-6C37-2C20B8E1A9B2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56k€  |  </a:t>
            </a:r>
            <a:r>
              <a:rPr b="1"/>
              <a:t>OPEX: </a:t>
            </a:r>
            <a:r>
              <a:rPr b="0"/>
              <a:t>10k€/Welle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5F6FFE65-35C0-84FB-AD95-2BDE117527A6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A862D0C-85D0-D9BB-966F-F104D982BD05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7B53902B-FBEA-A0C2-ED01-96E6A5C98DE3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054745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DC5136F-5E16-6A74-6D84-59F3D40BA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A6827642-A89C-417B-57D3-43EB4A44EF6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5FF74D-CB78-9096-A449-C0EECFCF46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4B7A2CC-4012-F7F0-5074-418E043A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M3: EDR/XDR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2DBB5168-9FC6-67E4-FD8C-B2934F2841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Schadsoftware auf Clients/Servern erkennen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DAA4357-CD49-90AD-D053-6D8644E947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Der Virenschutz für alle Computer im Unternehmen. Erkennt und stoppt Schadsoftware, bevor sie Schaden anrichten kann.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ED98353-23C9-079B-5DE7-45FF0AFA6A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Vernetzt alle Sicherheitssysteme - erkennt komplexe Angriffe über mehrere Systeme hinweg.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15F108C8-D236-5D65-818D-0BE6082113D7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3 (L3)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9448FF79-B22D-3EBA-9273-119F61CAD630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AB47957-EE60-4BF6-CA9A-56ED79E2B62C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+7  |  </a:t>
            </a:r>
            <a:r>
              <a:rPr b="1"/>
              <a:t>I </a:t>
            </a:r>
            <a:r>
              <a:rPr b="0"/>
              <a:t>+6  |  </a:t>
            </a:r>
            <a:r>
              <a:rPr b="1"/>
              <a:t>A </a:t>
            </a:r>
            <a:r>
              <a:rPr b="0"/>
              <a:t>+3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871503B5-3460-7E01-5FDC-850EFFFF0341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200F26A-5E38-77AD-2501-1171DE8B1C85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E03FA5B-3CC2-8B80-CDF7-3F2EFEDB8669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90k€  |  </a:t>
            </a:r>
            <a:r>
              <a:rPr b="1"/>
              <a:t>OPEX: </a:t>
            </a:r>
            <a:r>
              <a:rPr b="0"/>
              <a:t>18k€/Welle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41866392-0A61-FCDC-017B-9DDBBB9E9131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4124006-7C9E-AF30-00C4-5842DDC285D5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M2 min. L2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97A69E09-BEA7-BA2B-4859-F27E825F230F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685401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E188353-3005-B574-843A-E9134B366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E7FE3AA0-091A-AC63-8ACF-58D84C107CE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0BBEF73-FD69-A029-7AA4-BD5E3590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M4: Backup &amp; Disaster Recovery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47B187BF-4423-A13B-6D86-B60ADAFE12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Daten wiederherstellen, Betrieb aufrechterhalten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415FE2B-60D7-E7BD-99BD-5BAA452F3A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Die Lebensversicherung für Unternehmensdaten. Regelmäßige Sicherungskopien ermöglichen es, nach einem Angriff oder Ausfall schnell wieder arbeitsfähig zu sein.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AC628CF-F619-B15F-BB72-C80B123028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Tägliche Datensicherung, aber ohne regelmäßige Tests ob die Wiederherstellung funktioniert.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32AF20E2-5444-13BD-29BE-E57B5DB7D744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1 (L1)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A13AA610-A722-0253-094A-09EDED20A303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4462EFB-2AB4-DBD0-9E68-D3DB956BA122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+0  |  </a:t>
            </a:r>
            <a:r>
              <a:rPr b="1"/>
              <a:t>I </a:t>
            </a:r>
            <a:r>
              <a:rPr b="0"/>
              <a:t>+4  |  </a:t>
            </a:r>
            <a:r>
              <a:rPr b="1"/>
              <a:t>A </a:t>
            </a:r>
            <a:r>
              <a:rPr b="0"/>
              <a:t>+3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054A29D8-F6B5-2506-F937-4F514C3195A4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38B1DD21-EAF4-CB44-CAF6-BFBFD6B3F201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16k€  |  </a:t>
            </a:r>
            <a:r>
              <a:rPr b="1"/>
              <a:t>OPEX: </a:t>
            </a:r>
            <a:r>
              <a:rPr b="0"/>
              <a:t>6k€/Welle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E54D3AFB-8D51-A703-38A0-8DCD5C6AF758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9FEF399C-BBE1-57F3-877F-E9AED9A5FA90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0D8176E0-9067-33E8-C52B-A75B6123E05F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657754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92FD1B8-0BC4-EB5D-7486-377FFEB13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A848B7DA-DECF-FFCA-D96D-507F80DBDF0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E612D-887C-3A82-0E2A-9C8F5F9D22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35AB648-B00F-68A5-36BF-74A324AE8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M4: Backup &amp; Disaster Recovery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3A6C24C0-4FE2-0A16-1805-92FAD7AC8B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Daten wiederherstellen, Betrieb aufrechterhalten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47FB736-DF94-6BCF-63DE-DFB5A0ABEE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Die Lebensversicherung für Unternehmensdaten. Regelmäßige Sicherungskopien ermöglichen es, nach einem Angriff oder Ausfall schnell wieder arbeitsfähig zu sein.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8C970B-28D8-9C36-C8B4-D129A3246BD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Die Lebensversicherung für Unternehmensdaten. Regelmäßige Sicherungskopien ermöglichen es, nach einem Angriff oder Ausfall schnell wieder arbeitsfähig zu sein.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1F773F77-2DAC-3513-FC5D-9BF1CAAF7433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2 (L2)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1134DFDD-0DC5-3A68-AB8B-5973551D178D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3721200D-287C-9730-C3F9-391A0DA597CB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+1  |  </a:t>
            </a:r>
            <a:r>
              <a:rPr b="1"/>
              <a:t>I </a:t>
            </a:r>
            <a:r>
              <a:rPr b="0"/>
              <a:t>+6  |  </a:t>
            </a:r>
            <a:r>
              <a:rPr b="1"/>
              <a:t>A </a:t>
            </a:r>
            <a:r>
              <a:rPr b="0"/>
              <a:t>+5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A5302AE3-2FA1-AD05-F7C8-44B9FA8E5AB3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A9E8EFA-307D-3627-6FF6-E8E855B3E91E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CB1E8909-B638-D918-D03D-671DFCCA60D0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40k€  |  </a:t>
            </a:r>
            <a:r>
              <a:rPr b="1"/>
              <a:t>OPEX: </a:t>
            </a:r>
            <a:r>
              <a:rPr b="0"/>
              <a:t>12k€/Welle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5CE5C3E5-1750-4A81-5982-0201D6F76F63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AD7A5F5E-81E5-DCF0-0C0B-F92F6079E4BC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9683EBDF-446D-C9D4-1424-6E6AEE82A037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945331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F29D65C-9A91-A9E8-D837-E8CEC38FB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8734D42A-67F9-7659-27E3-30ED01A2AB3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5FF74D-CB78-9096-A449-C0EECFCF46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E8EA0E1-8FD4-A49F-11CE-637F53B89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M4: Backup &amp; Disaster Recovery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36689FC0-9258-4F6E-1CC5-370617B50D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Daten wiederherstellen, Betrieb aufrechterhalten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3BF6BD-9FBB-F07A-5D4E-8324FF5759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Die Lebensversicherung für Unternehmensdaten. Regelmäßige Sicherungskopien ermöglichen es, nach einem Angriff oder Ausfall schnell wieder arbeitsfähig zu sein.</a:t>
            </a:r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00A70682-2CA5-0634-131E-767180E57C5A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3 (L3)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B3F6D8F1-F339-3695-6AF3-9CF67A848B95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6C9728E-9498-9207-A007-E883B1AC54BD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+1  |  </a:t>
            </a:r>
            <a:r>
              <a:rPr b="1"/>
              <a:t>I </a:t>
            </a:r>
            <a:r>
              <a:rPr b="0"/>
              <a:t>+8  |  </a:t>
            </a:r>
            <a:r>
              <a:rPr b="1"/>
              <a:t>A </a:t>
            </a:r>
            <a:r>
              <a:rPr b="0"/>
              <a:t>+7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571F4405-C67E-DC4E-9784-5DDA43ACE33D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9D525635-EAEE-6543-BDB0-D1407AC1688D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3571F18-C26C-6633-AA7A-60441932899F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80k€  |  </a:t>
            </a:r>
            <a:r>
              <a:rPr b="1"/>
              <a:t>OPEX: </a:t>
            </a:r>
            <a:r>
              <a:rPr b="0"/>
              <a:t>20k€/Welle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CF8D3DF0-200E-36A1-F200-61FF87598E00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0FEB4EC-A05C-B5B2-50F8-47AF088E384F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786CE0CC-A047-1C34-0D37-AB85342885E4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724FD27-3431-7415-972B-4FEFF30E1FA5}"/>
              </a:ext>
            </a:extLst>
          </p:cNvPr>
          <p:cNvSpPr txBox="1">
            <a:spLocks/>
          </p:cNvSpPr>
          <p:nvPr/>
        </p:nvSpPr>
        <p:spPr>
          <a:xfrm>
            <a:off x="608006" y="3124784"/>
            <a:ext cx="5229827" cy="220008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/>
              <a:t>Die Lebensversicherung für Unternehmensdaten. Regelmäßige Sicherungskopien ermöglichen es, nach einem Angriff oder Ausfall schnell wieder arbeitsfähig zu sein.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05153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5593EB7-3C0F-2834-918B-06B03B910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A796E02E-761D-B20C-0896-3E8D68F00E0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6AA82199-1A26-8CF4-CA0A-551EE0356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M5: OT/IT-Netz-Segmentierung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953A4AB5-BF2D-0BA3-E81A-AAFAC9083A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Produktionsnetz vom Office-Netz trennen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434FA9-36C0-DE04-4565-2DFC33CBE1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Baut digitale Brandmauern zwischen Büro und Produktion. Ein Angriff im Büro soll nicht die Fertigungsanlagen lahmlegen können.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452213B-7876-BC9E-8992-3EFAF3DDFA2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Netzwerke sind logisch getrennt, aber ohne strenge Zugangskontrollen.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583749CA-B41E-B356-7C36-006D537E0634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1 (L1)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36970BD1-4F14-CF29-76AD-9912FDD339B5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3AE7A6F6-BA1F-E693-F7BA-336444BB1ABF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+2  |  </a:t>
            </a:r>
            <a:r>
              <a:rPr b="1"/>
              <a:t>I </a:t>
            </a:r>
            <a:r>
              <a:rPr b="0"/>
              <a:t>+1  |  </a:t>
            </a:r>
            <a:r>
              <a:rPr b="1"/>
              <a:t>A </a:t>
            </a:r>
            <a:r>
              <a:rPr b="0"/>
              <a:t>+4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D77F3FD7-88A5-6213-E2E5-A0CA7215A34B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666E5AD7-3B4D-8A45-4067-6D550BFAD385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40k€  |  </a:t>
            </a:r>
            <a:r>
              <a:rPr b="1"/>
              <a:t>OPEX: </a:t>
            </a:r>
            <a:r>
              <a:rPr b="0"/>
              <a:t>2k€/Welle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077E2149-775B-1A62-2F06-8C87A46C0439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1B832F72-DBC6-D475-9818-688A1FA519A6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E343A249-F433-DD90-C1BA-24D340B5DFAA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28672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3877561-33B5-61EB-24C2-A5471D13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19EF3505-A134-DD17-E04A-E384F6935CE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E612D-887C-3A82-0E2A-9C8F5F9D22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26B3EA4F-E9C3-E6B1-4DE3-0B9A56C7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M5: OT/IT-Netz-Segmentierung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A969FE4E-AE41-528A-D7A9-264A56767D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Produktionsnetz vom Office-Netz trennen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2EC4015-D922-09FF-EF26-2FFD2AC57E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Baut digitale Brandmauern zwischen Büro und Produktion. Ein Angriff im Büro soll nicht die Fertigungsanlagen lahmlegen können.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278B1C-569A-0642-AAEF-96CE4573807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Baut digitale Brandmauern zwischen Büro und Produktion. Ein Angriff im Büro soll nicht die Fertigungsanlagen lahmlegen können.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5118E1D2-8A0D-1806-A18D-D5C828244BBA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2 (L2)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E49F2FA7-E037-2B9D-8B60-3B0D1BE23445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2E36A1B-CCBA-F9EF-12A6-2B01B7A833B1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+3  |  </a:t>
            </a:r>
            <a:r>
              <a:rPr b="1"/>
              <a:t>I </a:t>
            </a:r>
            <a:r>
              <a:rPr b="0"/>
              <a:t>+2  |  </a:t>
            </a:r>
            <a:r>
              <a:rPr b="1"/>
              <a:t>A </a:t>
            </a:r>
            <a:r>
              <a:rPr b="0"/>
              <a:t>+6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79BEDE08-D2C7-01EA-75F3-C08F9660CDCF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E9016901-4D60-457A-6C29-EAB04E2B2698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FABA332-997D-2830-CDE1-B5E6D7AE9BE7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70k€  |  </a:t>
            </a:r>
            <a:r>
              <a:rPr b="1"/>
              <a:t>OPEX: </a:t>
            </a:r>
            <a:r>
              <a:rPr b="0"/>
              <a:t>6k€/Welle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385A3031-F5C0-C896-C274-F16D4B396D36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F858A78-6058-5F01-1F9A-1606A94C1C3B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9FA6B831-3B46-78FA-4DB7-E04683A32D7B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71838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C96D65B-C541-E748-9FBC-E70776EAD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ABDC8A5-E5A1-74BF-A66D-F3764844B4D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5FF74D-CB78-9096-A449-C0EECFCF46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C448C52-EA19-BDA9-FCFA-B4118C53D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M5: OT/IT-Netz-Segmentierung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4CD830A8-8322-136A-A5AB-DD7F28E017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Produktionsnetz vom Office-Netz trennen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9613247-DBE8-F30E-765F-6A10D5D9D1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Baut digitale Brandmauern zwischen Büro und Produktion. Ein Angriff im Büro soll nicht die Fertigungsanlagen lahmlegen können.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C6C5AD8-F5D1-774C-78CC-3D1A73A732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341162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Baut digitale Brandmauern zwischen Büro und Produktion. Ein Angriff im Büro soll nicht die Fertigungsanlagen lahmlegen können.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1CB1B9B7-95F3-BBB9-7E46-C512CAAAEDA1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3 (L3)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7D764D90-98FD-3F37-86C6-68CE043606F0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A2697DA-C52C-342F-E30D-A09E46FEB936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+4  |  </a:t>
            </a:r>
            <a:r>
              <a:rPr b="1"/>
              <a:t>I </a:t>
            </a:r>
            <a:r>
              <a:rPr b="0"/>
              <a:t>+3  |  </a:t>
            </a:r>
            <a:r>
              <a:rPr b="1"/>
              <a:t>A </a:t>
            </a:r>
            <a:r>
              <a:rPr b="0"/>
              <a:t>+8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305567F1-DC85-7B3B-38A1-96CE6AFB2E43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443CF3AB-D60F-FB75-3C9F-FB3DF0DDCB28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45C1AE8D-8C2A-A451-7D73-2B493D718164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110k€  |  </a:t>
            </a:r>
            <a:r>
              <a:rPr b="1"/>
              <a:t>OPEX: </a:t>
            </a:r>
            <a:r>
              <a:rPr b="0"/>
              <a:t>12k€/Welle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59D555F8-0B6E-7333-1146-863AB6EC5387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9AF0BA4-48B2-BD96-6019-1AFF8FD8E0AF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2FF3A60C-691B-A0B9-6332-EB0DBC37D3FE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53285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9A03198-9AB4-C5DD-D2BA-8DD8CF829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22E681AE-9DB5-90DD-21C5-BF28E247C0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007FBE75-B67B-32A7-12BF-0E444F4D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M6: Security Awareness &amp; Training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A3C262E1-1CEA-B633-3850-891CC1D02A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Mitarbeitende sensibilisieren, Phishing abwehren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C8409D7-85B1-97F4-6722-9025A2DF10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Macht Mitarbeiter zur ersten Verteidigungslinie. Geschulte Mitarbeiter erkennen Betrugsversuche und gefährliche E-Mails, bevor Schaden entsteht.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3BEBD4-D15A-A678-608E-F9365C7011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Einmal im Jahr eine kurze Online-Schulung zum Thema IT-Sicherheit.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B6D0B744-FBC7-0407-A30F-B39C6EE0B691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1 (L1)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9D33BE77-F3EE-C34B-17C8-2CAB1DC79FD9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B4E993D-7729-E059-63A4-E1BF13942005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+2  |  </a:t>
            </a:r>
            <a:r>
              <a:rPr b="1"/>
              <a:t>I </a:t>
            </a:r>
            <a:r>
              <a:rPr b="0"/>
              <a:t>+1  |  </a:t>
            </a:r>
            <a:r>
              <a:rPr b="1"/>
              <a:t>A </a:t>
            </a:r>
            <a:r>
              <a:rPr b="0"/>
              <a:t>+1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36AF6045-E10B-C2B6-D1E6-C22531A49069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735BB5B-A8F4-8F41-8EAB-655CD0C5F080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10k€  |  </a:t>
            </a:r>
            <a:r>
              <a:rPr b="1"/>
              <a:t>OPEX: </a:t>
            </a:r>
            <a:r>
              <a:rPr b="0"/>
              <a:t>2k€/Welle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5505F814-B6A4-C1D6-B7CB-98AE76A3D6A4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178D7B1E-12B8-720F-833C-7B05B4D52843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F9D5B339-1D37-10DF-ED58-93444B55838B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409295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50CD517-EA90-63F2-1FAF-D9ADC90B2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31CE50BF-1706-1AEE-4B00-F85C2EE30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E612D-887C-3A82-0E2A-9C8F5F9D22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CCD623D-5652-0FC4-1CFF-7C19B195F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M6: Security Awareness &amp; Training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EF995C7D-7F5E-7F5D-BEDD-2C7C217F12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Mitarbeitende sensibilisieren, Phishing abwehren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53323D-A3ED-1DC4-D17B-E83F0E1452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Macht Mitarbeiter zur ersten Verteidigungslinie. Geschulte Mitarbeiter erkennen Betrugsversuche und gefährliche E-Mails, bevor Schaden entsteht.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03F863D-073A-2792-F87F-49D3E37048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Regelmäßige Schulungen plus Test-Phishing-Mails, um die Wachsamkeit zu prüfen.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D7999727-BC6F-01CB-F1FA-0DB9B55CFAF2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2 (L2)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364A0712-2DB0-4191-B298-C80A7FF7CAC3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88008DE8-EDEC-3B91-E995-BF1850F6A4FF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+3  |  </a:t>
            </a:r>
            <a:r>
              <a:rPr b="1"/>
              <a:t>I </a:t>
            </a:r>
            <a:r>
              <a:rPr b="0"/>
              <a:t>+2  |  </a:t>
            </a:r>
            <a:r>
              <a:rPr b="1"/>
              <a:t>A </a:t>
            </a:r>
            <a:r>
              <a:rPr b="0"/>
              <a:t>+2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C0B13C2C-99A0-3A3A-47B2-D5479CE7DA23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AEBA84B-BB34-A3E0-5890-A6DB2970836F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4B8DB5C6-EBC8-AD16-65C5-FEB0C0BAD673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24k€  |  </a:t>
            </a:r>
            <a:r>
              <a:rPr b="1"/>
              <a:t>OPEX: </a:t>
            </a:r>
            <a:r>
              <a:rPr b="0"/>
              <a:t>6k€/Welle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C29E173D-1EE5-B19C-E6E4-B47A0877E91F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BFB8D1C-308A-F0B5-7760-9F31A8A94C62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3373126B-2752-34EA-50FD-D9445CD46468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67391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6ECC6D8-17D4-BF99-A22D-7156A389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731CAE61-68E9-D10E-D7D0-F5D9D056A84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5FF74D-CB78-9096-A449-C0EECFCF46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244569D8-BD8D-A038-5D47-1D91C4801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M6: Security Awareness &amp; Training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C6FF012C-0CF5-23BD-629E-EB00D0BFB4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Mitarbeitende sensibilisieren, Phishing abwehren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D41BE0-A2EF-A342-1390-7AAF2612F8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Macht Mitarbeiter zur ersten Verteidigungslinie. Geschulte Mitarbeiter erkennen Betrugsversuche und gefährliche E-Mails, bevor Schaden entsteht.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74AD94-1FC6-B2F8-1A68-24CA9E11CA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Spezielle Trainings je nach Rolle, klarer Prozess zum Melden von Verdachtsfällen.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F7748482-E02A-F024-ED25-5422FD1071F1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3 (L3)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EEF6416C-3BAA-07FF-3393-E91D770B2324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209758F-0E3D-3C2B-3E92-923B41D1CD46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+5  |  </a:t>
            </a:r>
            <a:r>
              <a:rPr b="1"/>
              <a:t>I </a:t>
            </a:r>
            <a:r>
              <a:rPr b="0"/>
              <a:t>+3  |  </a:t>
            </a:r>
            <a:r>
              <a:rPr b="1"/>
              <a:t>A </a:t>
            </a:r>
            <a:r>
              <a:rPr b="0"/>
              <a:t>+3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0FBDEDDB-3804-AFE0-A9A0-90A9B96DE759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98B4A469-46A2-56A0-6795-019F8D4188B1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2E4B40A8-E7B7-0D2E-1394-D4B73EFE868F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40k€  |  </a:t>
            </a:r>
            <a:r>
              <a:rPr b="1"/>
              <a:t>OPEX: </a:t>
            </a:r>
            <a:r>
              <a:rPr b="0"/>
              <a:t>10k€/Welle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1F43BADE-D0EF-3934-30AA-E7CC3BC26AAC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03ACC32B-05CA-2061-F833-BAF22D83DB02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F349E967-36AE-7194-49DD-AADAF54A7BCC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65625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572BB0A-527B-A406-4F19-A2C6ADC6B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19F68151-4238-1918-A968-EADCA7542E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9768432-70B7-ADCB-B8D0-C37A9CC8A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M7: Vulnerability &amp; Patch Management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E7532703-A49E-5ABC-F957-55FD84D00B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Schwachstellen schließen, Angriffsfläche reduzieren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12DC021-4102-9377-5E53-8C63C51A89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Hält alle Systeme auf dem neuesten Stand. Sicherheitslücken werden durch Updates geschlossen, bevor Angreifer sie ausnutzen können.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7DBEFD0-5944-C595-A7DB-FFA46F3DE9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Hält alle Systeme auf dem neuesten Stand. Sicherheitslücken werden durch Updates geschlossen, bevor Angreifer sie ausnutzen können.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37B1A9ED-0A5D-F949-BB38-1C9F8F023879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1 (L1)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0D9073CB-B302-3DB7-FA68-A373A9CF1F3F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12811145-73CE-1FFA-F90E-297DE3515A54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+2  |  </a:t>
            </a:r>
            <a:r>
              <a:rPr b="1"/>
              <a:t>I </a:t>
            </a:r>
            <a:r>
              <a:rPr b="0"/>
              <a:t>+3  |  </a:t>
            </a:r>
            <a:r>
              <a:rPr b="1"/>
              <a:t>A </a:t>
            </a:r>
            <a:r>
              <a:rPr b="0"/>
              <a:t>+2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AA10D8B3-04C4-660B-534D-736B3A6C1170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BA6897B-E5C2-B17C-6B13-034612307E3F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20k€  |  </a:t>
            </a:r>
            <a:r>
              <a:rPr b="1"/>
              <a:t>OPEX: </a:t>
            </a:r>
            <a:r>
              <a:rPr b="0"/>
              <a:t>4k€/Welle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E4812AD9-3DBB-55C7-8E23-DB07B4913A63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5AE689F-2F2B-0E61-B265-02D92AAFFD8B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3782C6A4-03AD-6157-DF85-25BAB77F8410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834405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5233F70-A704-6CA1-8A13-9630DF5FD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F050B37E-A561-5091-A71C-55D7A16C53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E612D-887C-3A82-0E2A-9C8F5F9D22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5388DBB9-93A4-3B34-1BEF-BE4921F60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M7: Vulnerability &amp; Patch Management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61B9EBB6-60C1-8604-B12D-E8ACAE17AB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Schwachstellen schließen, Angriffsfläche reduzieren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BB4EDEB-E2A0-36FE-CB27-B2EBF1A7D7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Hält alle Systeme auf dem neuesten Stand. Sicherheitslücken werden durch Updates geschlossen, bevor Angreifer sie ausnutzen können.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CA73E9-EE95-DE73-9309-C1011A01A7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Hält alle Systeme auf dem neuesten Stand. Sicherheitslücken werden durch Updates geschlossen, bevor Angreifer sie ausnutzen können.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7B529638-7527-3DE8-E76B-572AEB711463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2 (L2)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F90168CB-309D-1028-E411-CBAF654C0B3A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47B89A2-1E31-312E-1400-873996C3E955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+4  |  </a:t>
            </a:r>
            <a:r>
              <a:rPr b="1"/>
              <a:t>I </a:t>
            </a:r>
            <a:r>
              <a:rPr b="0"/>
              <a:t>+5  |  </a:t>
            </a:r>
            <a:r>
              <a:rPr b="1"/>
              <a:t>A </a:t>
            </a:r>
            <a:r>
              <a:rPr b="0"/>
              <a:t>+3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B20346D1-3553-B287-CA25-5825608D0B69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ADC91BEF-545E-139D-5E0A-6AC876712B11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CF48FB09-0A2C-8E94-208D-8DDC37B34104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44k€  |  </a:t>
            </a:r>
            <a:r>
              <a:rPr b="1"/>
              <a:t>OPEX: </a:t>
            </a:r>
            <a:r>
              <a:rPr b="0"/>
              <a:t>8k€/Welle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D32742F7-E625-BB0A-483D-54ACF3CA66F6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D820004-7FA8-12F7-D710-33FABC4145DB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022D11BF-0612-A010-4674-AFD932872F4C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750663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8107147-3CF5-DF63-E82B-920343ED5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1C50FA96-D971-8BD8-D3E5-06F0A31B814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5FF74D-CB78-9096-A449-C0EECFCF46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2F3807C-334D-FF1B-1457-9FFC377A8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M7: Vulnerability &amp; Patch Management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CF5CF759-4435-0203-65C5-AFFA947057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Schwachstellen schließen, Angriffsfläche reduzieren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CD6B32-26D4-47DA-8252-535D1DFC92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Hält alle Systeme auf dem neuesten Stand. Sicherheitslücken werden durch Updates geschlossen, bevor Angreifer sie ausnutzen können.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505F37-69C7-8E2F-4E6C-39973D345E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Hält alle Systeme auf dem neuesten Stand. Sicherheitslücken werden durch Updates geschlossen, bevor Angreifer sie ausnutzen können.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6FD6E5DD-0C42-3BAD-61C1-CA89F0FD4BD1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3 (L3)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C32A009A-00EB-4C80-D980-7D92CC478695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327FA24A-748D-B4D7-BCE2-4F93365D3812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+6  |  </a:t>
            </a:r>
            <a:r>
              <a:rPr b="1"/>
              <a:t>I </a:t>
            </a:r>
            <a:r>
              <a:rPr b="0"/>
              <a:t>+7  |  </a:t>
            </a:r>
            <a:r>
              <a:rPr b="1"/>
              <a:t>A </a:t>
            </a:r>
            <a:r>
              <a:rPr b="0"/>
              <a:t>+4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59881EB2-ACBE-D68F-57FE-A20453A6D6CB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2D97C765-2C5C-F1FE-CD3F-88B9ABCB88C7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58035067-01AA-BE53-CF82-7C34CA5395CB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76k€  |  </a:t>
            </a:r>
            <a:r>
              <a:rPr b="1"/>
              <a:t>OPEX: </a:t>
            </a:r>
            <a:r>
              <a:rPr b="0"/>
              <a:t>14k€/Welle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31A86BCA-E3D8-2555-5B2A-006F1CE0438B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E287E40-616E-2B7C-9498-465E221D3814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dirty="0">
                <a:solidFill>
                  <a:srgbClr val="C00000"/>
                </a:solidFill>
              </a:rPr>
              <a:t>M2 min. L1</a:t>
            </a: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7FCF8782-2C91-43FA-BC79-63959D657CE9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15769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6D6D152-66AF-28F9-3D82-D90FE5F61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E8FEA95-E2E1-AB77-1AEF-F1BF2C891D1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B13B493-B1CA-5EC0-8D9F-DFD7234EC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en-US" sz="4000" dirty="0"/>
              <a:t>M8: Supplier Security &amp; Supply Chain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628333AB-66C2-BA28-E5E2-70E2400731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Lieferanten-Risiken managen, Abhängigkeiten absichern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00734B1-04DE-EE5A-D69D-4F1AF10CB1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Schützt vor Risiken durch Geschäftspartner. Denn auch über einen gehackten Lieferanten können Angreifer ins Unternehmen gelangen.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D26927-BA3C-87BE-17A7-8EF132B712D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Sicherheitsanforderungen stehen im Vertrag, gelegentliche Überprüfungen.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CEB59C72-93D6-8022-E4B9-B67E9FC0605C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1 (L1)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4A527904-CDAB-2EB3-67C4-C9DC92B8CE80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CBFDEEF-B700-CE29-D057-30B1FB3CD161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+1  |  </a:t>
            </a:r>
            <a:r>
              <a:rPr b="1"/>
              <a:t>I </a:t>
            </a:r>
            <a:r>
              <a:rPr b="0"/>
              <a:t>+2  |  </a:t>
            </a:r>
            <a:r>
              <a:rPr b="1"/>
              <a:t>A </a:t>
            </a:r>
            <a:r>
              <a:rPr b="0"/>
              <a:t>+2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6BE293FD-D093-1E42-3CC1-06596442154E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4152AA6-F3DF-5E97-CCCB-7E41E7D7F82E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16k€  |  </a:t>
            </a:r>
            <a:r>
              <a:rPr b="1"/>
              <a:t>OPEX: </a:t>
            </a:r>
            <a:r>
              <a:rPr b="0"/>
              <a:t>4k€/Welle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1276C28F-6EE2-724E-D0EA-E652BABAFF54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254C8BB-BF45-0466-3B47-2F70EB9025C1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4F3DA410-7933-5B36-0E4E-AC1D0D041311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00916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E980CB9-C34B-47D6-EE7E-17C64A891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DE806EB-D627-7E38-CD9F-D4564D6AD68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E612D-887C-3A82-0E2A-9C8F5F9D22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AA81559-25DF-9719-999C-BF92372F5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en-US" sz="4000" dirty="0"/>
              <a:t>M8: Supplier Security &amp; Supply Chain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A3FDE6C9-7195-1294-F057-461E80F685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Lieferanten-Risiken managen, Abhängigkeiten absichern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28C5B2-F547-C2F7-7AEA-3CDA0153AA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Schützt vor Risiken durch Geschäftspartner. Denn auch über einen gehackten Lieferanten können Angreifer ins Unternehmen gelangen.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CE34AF9-A50C-D8E5-CEDE-56A81029BE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Schützt vor Risiken durch Geschäftspartner. Denn auch über einen gehackten Lieferanten können Angreifer ins Unternehmen gelangen.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753AF91F-7A74-5A9B-1552-300E5CF85307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2 (L2)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3BEEBEF1-BE07-2AC0-8F1A-DCE6C81935E9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938EBFE-7350-4000-A856-C32356EB4B4E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+2  |  </a:t>
            </a:r>
            <a:r>
              <a:rPr b="1"/>
              <a:t>I </a:t>
            </a:r>
            <a:r>
              <a:rPr b="0"/>
              <a:t>+4  |  </a:t>
            </a:r>
            <a:r>
              <a:rPr b="1"/>
              <a:t>A </a:t>
            </a:r>
            <a:r>
              <a:rPr b="0"/>
              <a:t>+4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17058B2D-A879-46CA-A7CD-43E6582FCEA7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11589EB-CDD6-CB21-67B8-32EA96875529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174BC4A-C5D9-F176-4F96-E9A54DA18566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36k€  |  </a:t>
            </a:r>
            <a:r>
              <a:rPr b="1"/>
              <a:t>OPEX: </a:t>
            </a:r>
            <a:r>
              <a:rPr b="0"/>
              <a:t>8k€/Welle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9E37F97F-5172-6799-A93D-28686A1B002B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888DEDC-A173-82A2-F9D5-F644A732FC79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34577102-4AF9-2D53-438D-2E3403F6D927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5409085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8C5FCC1-F3BB-00EC-65E6-83FA837BE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3C0E9684-67E2-F70A-7C5A-5DAD84216AC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5FF74D-CB78-9096-A449-C0EECFCF46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708FED5-69DE-1D25-5F4F-26262AA70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en-US" sz="4000" dirty="0"/>
              <a:t>M8: Supplier Security &amp; Supply Chain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EE3E2142-2B43-1F6B-51CF-93D23CD88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Lieferanten-Risiken managen, Abhängigkeiten absichern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73A314-5FB2-7BBA-95AE-BDCE58845C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Schützt vor Risiken durch Geschäftspartner. Denn auch über einen gehackten Lieferanten können Angreifer ins Unternehmen gelangen.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ABA785-2EC4-D5DC-41B6-DB6D052423E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Schützt vor Risiken durch Geschäftspartner. Denn auch über einen gehackten Lieferanten können Angreifer ins Unternehmen gelangen.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20527FA7-F5ED-93FE-BC56-C003AEB310FD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3 (L3)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565F4FC7-3C8E-EBF9-111D-A1F540AB7FAC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5018F67-0429-0924-2A78-C8D728851305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+3  |  </a:t>
            </a:r>
            <a:r>
              <a:rPr b="1"/>
              <a:t>I </a:t>
            </a:r>
            <a:r>
              <a:rPr b="0"/>
              <a:t>+6  |  </a:t>
            </a:r>
            <a:r>
              <a:rPr b="1"/>
              <a:t>A </a:t>
            </a:r>
            <a:r>
              <a:rPr b="0"/>
              <a:t>+6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21F5916C-F240-6FC0-BF54-48FF4CC46CE8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42570CC2-292C-09EE-3052-31C569350DEE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053F254-0032-4F67-F3A3-B9FD0C80A1E8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70k€  |  </a:t>
            </a:r>
            <a:r>
              <a:rPr b="1"/>
              <a:t>OPEX: </a:t>
            </a:r>
            <a:r>
              <a:rPr b="0"/>
              <a:t>16k€/Welle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C7BA9F5B-907A-B394-BD60-A975AAFBEC63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E4CCBD6-A7E8-33AC-8266-D5B355157CA7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B8419032-98E3-1598-E0DC-5C2A988A2872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4714987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F0DA400-D3F1-7E53-E09F-FD1039D54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1959DFE3-FB64-FFA6-DB66-244358E1D8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019A87D-F207-C5FD-D179-075657764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M9: Cloud Security (CSPM)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942F9200-A87E-9D74-265F-DF2ED37FAA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Cloud-Konfigurationen überwachen &amp; absichern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B93395-C8B0-12A8-6B99-55200A692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Sichert Daten und Dienste in der Cloud ab. Prüft automatisch, ob Cloud-Systeme sicher konfiguriert sind.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453E449-FF92-2F7B-78AF-071EE45AC19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Einfache Überwachung der Cloud-Backups.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5DB5EEFC-3368-1CDF-95FB-59B1ED5CBB9C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1 (L1)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A53699A0-05B0-E5A2-FBBE-4CDC94454748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366DF6C-45D2-E6C1-27D7-348216EEA835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+2  |  </a:t>
            </a:r>
            <a:r>
              <a:rPr b="1"/>
              <a:t>I </a:t>
            </a:r>
            <a:r>
              <a:rPr b="0"/>
              <a:t>+2  |  </a:t>
            </a:r>
            <a:r>
              <a:rPr b="1"/>
              <a:t>A </a:t>
            </a:r>
            <a:r>
              <a:rPr b="0"/>
              <a:t>+1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6D48DAE6-65E1-1481-A8C8-31D3699FC5CB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344D7FB-13FA-59C5-4025-7F2920EAB831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18k€  |  </a:t>
            </a:r>
            <a:r>
              <a:rPr b="1"/>
              <a:t>OPEX: </a:t>
            </a:r>
            <a:r>
              <a:rPr b="0"/>
              <a:t>3k€/Welle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AC3BF873-DB80-0022-997A-08B3AA094E40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865F5E5C-CC1A-47DD-D214-96E00230348E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0853F683-42AC-BA08-F4F4-C48F2AC8A062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8340574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7EDBF19-5509-264B-2811-236DD906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40C87969-2384-2F8A-797F-F0EA168546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E612D-887C-3A82-0E2A-9C8F5F9D22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2EE47BF8-33BD-4C66-7B06-466976664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M9: Cloud Security (CSPM)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6AA86B31-5074-77DF-6E9B-BA623C5DEA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Cloud-Konfigurationen überwachen &amp; absichern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E7B633-B5A8-19EB-8D61-C7E1934EAA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Sichert Daten und Dienste in der Cloud ab. Prüft automatisch, ob Cloud-Systeme sicher konfiguriert sind.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6703F8F-5D71-FF44-7ED8-120FDA0270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Sichert Daten und Dienste in der Cloud ab. Prüft automatisch, ob Cloud-Systeme sicher konfiguriert sind.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D2593FEE-20CF-22B6-C2D5-F1AE1979B477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2 (L2)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CE4145C0-B855-7BC3-64C1-FD1880FBB89F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15C9CDB1-1274-05BD-98DE-CCA03497A983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+3  |  </a:t>
            </a:r>
            <a:r>
              <a:rPr b="1"/>
              <a:t>I </a:t>
            </a:r>
            <a:r>
              <a:rPr b="0"/>
              <a:t>+3  |  </a:t>
            </a:r>
            <a:r>
              <a:rPr b="1"/>
              <a:t>A </a:t>
            </a:r>
            <a:r>
              <a:rPr b="0"/>
              <a:t>+2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8D22A0DC-9933-461E-F389-C6B35E69B47C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2B3160E-5C18-7B22-06C6-24C1CF37443B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753B09EE-D770-4F26-9F39-A9513AB2D604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40k€  |  </a:t>
            </a:r>
            <a:r>
              <a:rPr b="1"/>
              <a:t>OPEX: </a:t>
            </a:r>
            <a:r>
              <a:rPr b="0"/>
              <a:t>7k€/Welle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45413D15-9339-132D-7FC5-D38921261F16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6166C7E-5D2B-9977-292B-3AD1EC2E9928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9134F7C0-0ECE-399D-372B-B2D3A5122C24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6557139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07604A4-8CE0-869C-AE7F-23EC55660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41A54560-FF6F-36BE-A1E9-42CCE5B2A9D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5FF74D-CB78-9096-A449-C0EECFCF46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C33BE41-53CF-BCBA-C9E3-81CA377BE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M9: Cloud Security (CSPM)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C419403C-FB75-074C-EA5A-B1052EDE92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Cloud-Konfigurationen überwachen &amp; absichern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D535386-0D15-9555-216C-BDF4BB24C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Sichert Daten und Dienste in der Cloud ab. Prüft automatisch, ob Cloud-Systeme sicher konfiguriert sind.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E61E1E-ECEB-E330-B409-6FAAE50BA5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Sichert Daten und Dienste in der Cloud ab. Prüft automatisch, ob Cloud-Systeme sicher konfiguriert sind.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63B72B81-3F94-3BBA-32DD-AE6D08C93398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3 (L3)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B24C65DE-86C2-5045-B7E3-65E8B154A892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F817EDB-0DE1-A12D-4A8F-C71A55F7F4E1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+4  |  </a:t>
            </a:r>
            <a:r>
              <a:rPr b="1"/>
              <a:t>I </a:t>
            </a:r>
            <a:r>
              <a:rPr b="0"/>
              <a:t>+4  |  </a:t>
            </a:r>
            <a:r>
              <a:rPr b="1"/>
              <a:t>A </a:t>
            </a:r>
            <a:r>
              <a:rPr b="0"/>
              <a:t>+3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E53AE43B-F5D4-1E76-1040-17193DB9236E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4BB6F37B-7525-14F1-9DB1-ED30CC025736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75304766-F2F4-E53E-90EE-EDDBC6157E43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70k€  |  </a:t>
            </a:r>
            <a:r>
              <a:rPr b="1"/>
              <a:t>OPEX: </a:t>
            </a:r>
            <a:r>
              <a:rPr b="0"/>
              <a:t>14k€/Welle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AF32ADCA-B605-A8FE-18BE-E54D15C92DD3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2D3CEE5A-1B80-B6DB-93A3-1D223E05B404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735DEE2B-E8A1-B1C4-BDB3-5765FBCC8734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1677486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2B3100D-9DCD-220F-AB41-F8D9CC0FE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57A0582-58B3-8FD3-B659-08237BBEF0A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59DFE3-FB64-FFA6-DB66-244358E1D8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459FC4E-4C43-6D9B-EF46-6C84E29F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fr-FR" sz="4000" dirty="0"/>
              <a:t>M10: Mobile Device Management (MDM)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79635FDE-BD74-9399-F9CF-B7903454A6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Smartphones/Tablets absichern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1554D7-539D-1B7F-74B6-7BB4D415CC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Schützt mobile Geräte der Mitarbeiter. Verhindert Datenverlust bei Diebstahl und kontrolliert welche Apps genutzt werden dürfen.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AC916FD-8F71-7CB9-8442-6768580C8A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PIN-Schutz Pflicht, bei Verlust kann das Gerät aus der Ferne gelöscht werden.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8BF7A93F-EE20-D633-CB23-EB064775F952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1 (L1)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5148F69E-E37C-01BB-DA23-77B2D84842C0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CA7CF61-AF99-FE4A-E4C2-38EE7E84CFBD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+1  |  </a:t>
            </a:r>
            <a:r>
              <a:rPr b="1"/>
              <a:t>I </a:t>
            </a:r>
            <a:r>
              <a:rPr b="0"/>
              <a:t>+1  |  </a:t>
            </a:r>
            <a:r>
              <a:rPr b="1"/>
              <a:t>A </a:t>
            </a:r>
            <a:r>
              <a:rPr b="0"/>
              <a:t>+0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95670B73-BA51-2BBD-79E8-58F4348954DE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698D7B60-4246-CFA2-3909-4DC12149B5E4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12k€  |  </a:t>
            </a:r>
            <a:r>
              <a:rPr b="1"/>
              <a:t>OPEX: </a:t>
            </a:r>
            <a:r>
              <a:rPr b="0"/>
              <a:t>2k€/Welle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A63BE9BB-E8C5-298F-D1A8-79D301DA012F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A03F7DF1-46D4-A67B-EB55-805252494E39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04459D04-1A0A-11EA-DE7A-10B180B6B584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9589748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BC0FDB3-B13D-286F-DB5B-8840BBF9E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55DB672-726E-004D-C140-3774C1BEB8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C87969-2384-2F8A-797F-F0EA16854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A2F1CFFE-5A12-1EE8-3A2C-3C5EE75A5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fr-FR" sz="4000" dirty="0"/>
              <a:t>M10: Mobile Device Management (MDM)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EFF80D39-5BBE-CE00-890D-7E6D4C23F6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Smartphones/Tablets absichern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E838298-1875-3815-CDA0-1B96EC8F99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Schützt mobile Geräte der Mitarbeiter. Verhindert Datenverlust bei Diebstahl und kontrolliert welche Apps genutzt werden dürfen.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279D078-6F84-3455-FB86-3AFDF8D638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Schützt mobile Geräte der Mitarbeiter. Verhindert Datenverlust bei Diebstahl und kontrolliert welche Apps genutzt werden dürfen.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EFBA37BC-D2C4-AA56-D459-DE0ED16BF862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2 (L2)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EF8101FE-3115-30F3-69A4-82F1B67CAFFC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BDD327A7-470E-0FB4-3338-675BF0585877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+2  |  </a:t>
            </a:r>
            <a:r>
              <a:rPr b="1"/>
              <a:t>I </a:t>
            </a:r>
            <a:r>
              <a:rPr b="0"/>
              <a:t>+2  |  </a:t>
            </a:r>
            <a:r>
              <a:rPr b="1"/>
              <a:t>A </a:t>
            </a:r>
            <a:r>
              <a:rPr b="0"/>
              <a:t>+1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A95C637E-C478-3239-0B0E-158C450D668A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4067E82-E80D-F7D2-87EA-F71948E145AA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2BB8624D-63C2-E437-E61F-E7E05B25803B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28k€  |  </a:t>
            </a:r>
            <a:r>
              <a:rPr b="1"/>
              <a:t>OPEX: </a:t>
            </a:r>
            <a:r>
              <a:rPr b="0"/>
              <a:t>5k€/Welle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BF59A842-6061-9A1D-B382-8FDF43997543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69451AF-831E-780F-A5FE-606DA53E7467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90463809-9572-130C-89B5-4CA17159D81B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1678925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A2F92EA-55D6-9C8A-8306-673D186B5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41F0E5C3-CB01-9BF3-A04B-648FAB8C8BD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A54560-FF6F-36BE-A1E9-42CCE5B2A9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1BEB296-1447-C374-8B0C-F4E5A51EF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fr-FR" sz="4000" dirty="0"/>
              <a:t>M10: Mobile Device Management (MDM)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B515F4D1-793B-2883-7E2A-2DFDC29F30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 - Smartphones/Tablets absichern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E658465-DA9F-AEA2-AD06-3CBE96FE6C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Schützt mobile Geräte der Mitarbeiter. Verhindert Datenverlust bei Diebstahl und kontrolliert welche Apps genutzt werden dürfen.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A91A06-A5A3-1DAC-C2CA-174D436ACA7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Einheitliche Verwaltung aller Endgeräte, aktiver Schutz vor mobilen Bedrohungen.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315EB243-FA3F-100C-CAAA-925B4C5407D4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3 (L3)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BED4EE11-982A-B863-5443-9179A2837E4D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9AA65ED-9080-BE20-645E-586DE6239803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C </a:t>
            </a:r>
            <a:r>
              <a:rPr b="0"/>
              <a:t>+3  |  </a:t>
            </a:r>
            <a:r>
              <a:rPr b="1"/>
              <a:t>I </a:t>
            </a:r>
            <a:r>
              <a:rPr b="0"/>
              <a:t>+3  |  </a:t>
            </a:r>
            <a:r>
              <a:rPr b="1"/>
              <a:t>A </a:t>
            </a:r>
            <a:r>
              <a:rPr b="0"/>
              <a:t>+2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3BE3567D-76CE-81AD-EF9E-0C9BBFAF824D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61A2724-C326-EF68-A412-0B5A995D8393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309EB0E1-4E3F-E680-4E62-A60870DFB167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b="1"/>
              <a:t>Init: </a:t>
            </a:r>
            <a:r>
              <a:rPr b="0"/>
              <a:t>50k€  |  </a:t>
            </a:r>
            <a:r>
              <a:rPr b="1"/>
              <a:t>OPEX: </a:t>
            </a:r>
            <a:r>
              <a:rPr b="0"/>
              <a:t>10k€/Welle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9993700A-7369-7F0B-0936-92AC4D454991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67E92ABD-202A-FC93-0AD0-F775808FA12E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6804827C-F23B-B7F9-0E85-01F9629B90EC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594366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HP">
  <a:themeElements>
    <a:clrScheme name="MHP colors">
      <a:dk1>
        <a:srgbClr val="262626"/>
      </a:dk1>
      <a:lt1>
        <a:srgbClr val="FFFFFF"/>
      </a:lt1>
      <a:dk2>
        <a:srgbClr val="575757"/>
      </a:dk2>
      <a:lt2>
        <a:srgbClr val="B0B0B0"/>
      </a:lt2>
      <a:accent1>
        <a:srgbClr val="000099"/>
      </a:accent1>
      <a:accent2>
        <a:srgbClr val="1612FF"/>
      </a:accent2>
      <a:accent3>
        <a:srgbClr val="CDD6FF"/>
      </a:accent3>
      <a:accent4>
        <a:srgbClr val="DDEF03"/>
      </a:accent4>
      <a:accent5>
        <a:srgbClr val="00CC67"/>
      </a:accent5>
      <a:accent6>
        <a:srgbClr val="575757"/>
      </a:accent6>
      <a:hlink>
        <a:srgbClr val="262626"/>
      </a:hlink>
      <a:folHlink>
        <a:srgbClr val="262626"/>
      </a:folHlink>
    </a:clrScheme>
    <a:fontScheme name="MHP font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144000" tIns="144000" rIns="144000" bIns="144000" rtlCol="0" anchor="t"/>
      <a:lstStyle>
        <a:defPPr marL="252000" indent="-252000" algn="l">
          <a:spcAft>
            <a:spcPts val="600"/>
          </a:spcAft>
          <a:buClr>
            <a:schemeClr val="bg1"/>
          </a:buClr>
          <a:buFont typeface="Wingdings" panose="05000000000000000000" pitchFamily="2" charset="2"/>
          <a:buChar char="§"/>
          <a:defRPr sz="14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12700">
          <a:solidFill>
            <a:schemeClr val="tx2"/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52000" indent="-252000" algn="l">
          <a:spcAft>
            <a:spcPts val="600"/>
          </a:spcAft>
          <a:buClr>
            <a:schemeClr val="accent1"/>
          </a:buClr>
          <a:buFont typeface="Arial" panose="020B0604020202020204" pitchFamily="34" charset="0"/>
          <a:buChar char="•"/>
          <a:defRPr sz="1400" dirty="0" smtClean="0"/>
        </a:defPPr>
      </a:lstStyle>
    </a:txDef>
  </a:objectDefaults>
  <a:extraClrSchemeLst/>
  <a:custClr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9f2d918-0e3a-466c-9f38-aa4613b31858">
      <Terms xmlns="http://schemas.microsoft.com/office/infopath/2007/PartnerControls"/>
    </lcf76f155ced4ddcb4097134ff3c332f>
    <RefNr xmlns="09f2d918-0e3a-466c-9f38-aa4613b31858">81646</RefNr>
    <Kontakt_x0020_E-Mail xmlns="09f2d918-0e3a-466c-9f38-aa4613b31858">lennart.brouwer@mhp.com</Kontakt_x0020_E-Mail>
    <_x00c4_nderungsdatum xmlns="09f2d918-0e3a-466c-9f38-aa4613b31858" xsi:nil="true"/>
    <Kontaktname xmlns="09f2d918-0e3a-466c-9f38-aa4613b31858">Lennart Brouwer</Kontaktname>
    <TaxCatchAll xmlns="49fdd0f7-b5e6-4db2-af4b-ed23e4d5c043" xsi:nil="true"/>
    <AuftragsID xmlns="09f2d918-0e3a-466c-9f38-aa4613b31858">9f13ceb6-de91-ef11-8a69-7c1e5276c1c0</AuftragsID>
    <Datum xmlns="09f2d918-0e3a-466c-9f38-aa4613b31858" xsi:nil="true"/>
    <FileServerLink xmlns="09f2d918-0e3a-466c-9f38-aa4613b3185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AD236A75FEEE4D89C8DDCC17F2BFE1" ma:contentTypeVersion="18" ma:contentTypeDescription="Ein neues Dokument erstellen." ma:contentTypeScope="" ma:versionID="48aa947759bd3233cc2444d26638261d">
  <xsd:schema xmlns:xsd="http://www.w3.org/2001/XMLSchema" xmlns:xs="http://www.w3.org/2001/XMLSchema" xmlns:p="http://schemas.microsoft.com/office/2006/metadata/properties" xmlns:ns2="09f2d918-0e3a-466c-9f38-aa4613b31858" xmlns:ns3="49fdd0f7-b5e6-4db2-af4b-ed23e4d5c043" targetNamespace="http://schemas.microsoft.com/office/2006/metadata/properties" ma:root="true" ma:fieldsID="3e2c4945535a62c5b3257ee1736a203e" ns2:_="" ns3:_="">
    <xsd:import namespace="09f2d918-0e3a-466c-9f38-aa4613b31858"/>
    <xsd:import namespace="49fdd0f7-b5e6-4db2-af4b-ed23e4d5c043"/>
    <xsd:element name="properties">
      <xsd:complexType>
        <xsd:sequence>
          <xsd:element name="documentManagement">
            <xsd:complexType>
              <xsd:all>
                <xsd:element ref="ns2:Kontaktname" minOccurs="0"/>
                <xsd:element ref="ns2:AuftragsID" minOccurs="0"/>
                <xsd:element ref="ns2:RefNr" minOccurs="0"/>
                <xsd:element ref="ns2:Kontakt_x0020_E-Mai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_x00c4_nderungsdatum" minOccurs="0"/>
                <xsd:element ref="ns2:Datum" minOccurs="0"/>
                <xsd:element ref="ns2:MediaServiceLocation" minOccurs="0"/>
                <xsd:element ref="ns2:FileServer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2d918-0e3a-466c-9f38-aa4613b31858" elementFormDefault="qualified">
    <xsd:import namespace="http://schemas.microsoft.com/office/2006/documentManagement/types"/>
    <xsd:import namespace="http://schemas.microsoft.com/office/infopath/2007/PartnerControls"/>
    <xsd:element name="Kontaktname" ma:index="8" nillable="true" ma:displayName="Kontaktname" ma:default="" ma:internalName="Kontaktname" ma:readOnly="false">
      <xsd:simpleType>
        <xsd:restriction base="dms:Text">
          <xsd:maxLength value="255"/>
        </xsd:restriction>
      </xsd:simpleType>
    </xsd:element>
    <xsd:element name="AuftragsID" ma:index="9" nillable="true" ma:displayName="AuftragsID" ma:default="" ma:internalName="AuftragsID" ma:readOnly="false">
      <xsd:simpleType>
        <xsd:restriction base="dms:Text">
          <xsd:maxLength value="255"/>
        </xsd:restriction>
      </xsd:simpleType>
    </xsd:element>
    <xsd:element name="RefNr" ma:index="10" nillable="true" ma:displayName="RefNr" ma:format="Dropdown" ma:internalName="RefNr" ma:percentage="FALSE">
      <xsd:simpleType>
        <xsd:restriction base="dms:Number"/>
      </xsd:simpleType>
    </xsd:element>
    <xsd:element name="Kontakt_x0020_E-Mail" ma:index="11" nillable="true" ma:displayName="Kontakt E-Mail" ma:default="" ma:internalName="Kontakt_x0020_E_x002d_Mail">
      <xsd:simpleType>
        <xsd:restriction base="dms:Text">
          <xsd:maxLength value="255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Bildmarkierungen" ma:readOnly="false" ma:fieldId="{5cf76f15-5ced-4ddc-b409-7134ff3c332f}" ma:taxonomyMulti="true" ma:sspId="528c2ea2-57a0-4bd9-92b2-10031419a8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x00c4_nderungsdatum" ma:index="26" nillable="true" ma:displayName="Änderungsdatum" ma:format="DateTime" ma:internalName="_x00c4_nderungsdatum">
      <xsd:simpleType>
        <xsd:restriction base="dms:DateTime"/>
      </xsd:simpleType>
    </xsd:element>
    <xsd:element name="Datum" ma:index="27" nillable="true" ma:displayName="Datum" ma:format="DateTime" ma:internalName="Datum">
      <xsd:simpleType>
        <xsd:restriction base="dms:DateTime"/>
      </xsd:simpleType>
    </xsd:element>
    <xsd:element name="MediaServiceLocation" ma:index="28" nillable="true" ma:displayName="Location" ma:description="" ma:indexed="true" ma:internalName="MediaServiceLocation" ma:readOnly="true">
      <xsd:simpleType>
        <xsd:restriction base="dms:Text"/>
      </xsd:simpleType>
    </xsd:element>
    <xsd:element name="FileServerLink" ma:index="29" nillable="true" ma:displayName="FileServerLink" ma:format="Dropdown" ma:internalName="FileServerLink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fdd0f7-b5e6-4db2-af4b-ed23e4d5c04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e8d51961-0080-464c-bfa8-a9a50a62e845}" ma:internalName="TaxCatchAll" ma:showField="CatchAllData" ma:web="49fdd0f7-b5e6-4db2-af4b-ed23e4d5c0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9CEE26-62B3-4470-8830-97A56F89C059}">
  <ds:schemaRefs>
    <ds:schemaRef ds:uri="http://schemas.microsoft.com/office/2006/metadata/properties"/>
    <ds:schemaRef ds:uri="http://purl.org/dc/terms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49fdd0f7-b5e6-4db2-af4b-ed23e4d5c043"/>
    <ds:schemaRef ds:uri="09f2d918-0e3a-466c-9f38-aa4613b31858"/>
  </ds:schemaRefs>
</ds:datastoreItem>
</file>

<file path=customXml/itemProps2.xml><?xml version="1.0" encoding="utf-8"?>
<ds:datastoreItem xmlns:ds="http://schemas.openxmlformats.org/officeDocument/2006/customXml" ds:itemID="{8915BD6A-166C-4698-BC7C-77F6986BB7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BB501E-27C9-4499-ACE1-B77D2856412E}">
  <ds:schemaRefs>
    <ds:schemaRef ds:uri="09f2d918-0e3a-466c-9f38-aa4613b31858"/>
    <ds:schemaRef ds:uri="49fdd0f7-b5e6-4db2-af4b-ed23e4d5c0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2349</Words>
  <Application>Microsoft Office PowerPoint</Application>
  <PresentationFormat>Breitbild</PresentationFormat>
  <Paragraphs>360</Paragraphs>
  <Slides>30</Slides>
  <Notes>30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30</vt:i4>
      </vt:variant>
    </vt:vector>
  </HeadingPairs>
  <TitlesOfParts>
    <vt:vector size="38" baseType="lpstr">
      <vt:lpstr>League Spartan</vt:lpstr>
      <vt:lpstr>Aptos</vt:lpstr>
      <vt:lpstr>Arial</vt:lpstr>
      <vt:lpstr>Segoe UI</vt:lpstr>
      <vt:lpstr>Symbol</vt:lpstr>
      <vt:lpstr>Wingdings</vt:lpstr>
      <vt:lpstr>MHP</vt:lpstr>
      <vt:lpstr>think-cell Slide</vt:lpstr>
      <vt:lpstr>M1: IAM/PAM</vt:lpstr>
      <vt:lpstr>M1: IAM/PAM</vt:lpstr>
      <vt:lpstr>M1: IAM/PAM</vt:lpstr>
      <vt:lpstr>M2: Logging &amp; SIEM/MDR</vt:lpstr>
      <vt:lpstr>M2: Logging &amp; SIEM/MDR</vt:lpstr>
      <vt:lpstr>M2: Logging &amp; SIEM/MDR</vt:lpstr>
      <vt:lpstr>M3: EDR/XDR</vt:lpstr>
      <vt:lpstr>M3: EDR/XDR</vt:lpstr>
      <vt:lpstr>M3: EDR/XDR</vt:lpstr>
      <vt:lpstr>M4: Backup &amp; Disaster Recovery</vt:lpstr>
      <vt:lpstr>M4: Backup &amp; Disaster Recovery</vt:lpstr>
      <vt:lpstr>M4: Backup &amp; Disaster Recovery</vt:lpstr>
      <vt:lpstr>M5: OT/IT-Netz-Segmentierung</vt:lpstr>
      <vt:lpstr>M5: OT/IT-Netz-Segmentierung</vt:lpstr>
      <vt:lpstr>M5: OT/IT-Netz-Segmentierung</vt:lpstr>
      <vt:lpstr>M6: Security Awareness &amp; Training</vt:lpstr>
      <vt:lpstr>M6: Security Awareness &amp; Training</vt:lpstr>
      <vt:lpstr>M6: Security Awareness &amp; Training</vt:lpstr>
      <vt:lpstr>M7: Vulnerability &amp; Patch Management</vt:lpstr>
      <vt:lpstr>M7: Vulnerability &amp; Patch Management</vt:lpstr>
      <vt:lpstr>M7: Vulnerability &amp; Patch Management</vt:lpstr>
      <vt:lpstr>M8: Supplier Security &amp; Supply Chain</vt:lpstr>
      <vt:lpstr>M8: Supplier Security &amp; Supply Chain</vt:lpstr>
      <vt:lpstr>M8: Supplier Security &amp; Supply Chain</vt:lpstr>
      <vt:lpstr>M9: Cloud Security (CSPM)</vt:lpstr>
      <vt:lpstr>M9: Cloud Security (CSPM)</vt:lpstr>
      <vt:lpstr>M9: Cloud Security (CSPM)</vt:lpstr>
      <vt:lpstr>M10: Mobile Device Management (MDM)</vt:lpstr>
      <vt:lpstr>M10: Mobile Device Management (MDM)</vt:lpstr>
      <vt:lpstr>M10: Mobile Device Management (MDM)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Platzhaltertitel</dc:title>
  <dc:creator>Sophia Rybing | i-pointing</dc:creator>
  <cp:lastModifiedBy>Claudio Stanullo</cp:lastModifiedBy>
  <cp:revision>9</cp:revision>
  <dcterms:created xsi:type="dcterms:W3CDTF">2024-05-08T11:14:55Z</dcterms:created>
  <dcterms:modified xsi:type="dcterms:W3CDTF">2026-01-26T16:40:05Z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0x010100BCAD236A75FEEE4D89C8DDCC17F2BFE1</vt:lpwstr>
  </property>
  <property fmtid="{D5CDD505-2E9C-101B-9397-08002B2CF9AE}" pid="3" name="MediaServiceImageTags">
    <vt:lpwstr/>
  </property>
</Properties>
</file>